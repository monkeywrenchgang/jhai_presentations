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45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2743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69480" y="2743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2743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09560" y="2743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0" y="2743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49640" y="2743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0" y="5943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69480" y="5943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89520" y="5943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9560" y="5943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5943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49640" y="5943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49440" y="9144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69480" y="9144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89520" y="9144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09560" y="9144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0" y="9144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49640" y="9144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49440" y="12344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69480" y="12344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89520" y="12344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09560" y="12344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12344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49640" y="12344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PRODUCT MANAGERS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 CODING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45720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Ship. Lead the AI Era.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5204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19456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31920" y="35204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3192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0" y="35204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6928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35204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0664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943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783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 CODING?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" y="3291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describing what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— and watching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 it.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749040" y="365760"/>
            <a:ext cx="51206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749040" y="365760"/>
            <a:ext cx="64008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7772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98848" y="530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Prompt-first development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498848" y="9144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intent in plain language. AI generates the code. You review, guide, iterate.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749040" y="1828800"/>
            <a:ext cx="51206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749040" y="1828800"/>
            <a:ext cx="64008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2402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98848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'no-code' — it's AI-augmented coding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498848" y="23774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need to understand structure, logic, and intent. But typing &lt; thinking.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749040" y="3291840"/>
            <a:ext cx="51206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749040" y="329184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37033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98848" y="3456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are now the fastest builders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498848" y="38404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right tools, a PM can go from idea → working prototype in hours, not sprints.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VIBE CODER'S TOOLKIT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 that give PMs superpowers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371600"/>
            <a:ext cx="1600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371600"/>
            <a:ext cx="1600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00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AI Studio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" y="27614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idea → prototype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4048" y="3136392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10896" y="324612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models, multimodal prompting, zero setup. Start here.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47672" y="1371600"/>
            <a:ext cx="1600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947672" y="1371600"/>
            <a:ext cx="1600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6002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39112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039112" y="27614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home base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130552" y="3136392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057400" y="324612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+ AI integrations. Free, powerful, universal.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694176" y="1371600"/>
            <a:ext cx="1600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94176" y="1371600"/>
            <a:ext cx="1600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16002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85616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785616" y="27614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IDE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877056" y="3136392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803904" y="324612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Codebase-aware chat, inline edits, multi-file AI reasoning.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40680" y="1371600"/>
            <a:ext cx="1600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440680" y="137160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60020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532120" y="27614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623560" y="3136392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550408" y="324612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+ Copilot Chat. Works inside VS Code/IDE.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187184" y="1371600"/>
            <a:ext cx="1600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187184" y="1371600"/>
            <a:ext cx="1600200" cy="54864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4" y="160020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78624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Figma + AI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278624" y="27614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code pipeline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7370064" y="3136392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7296912" y="324612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to spec to code. Auto Layout meets generative AI.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TO START BUILDING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776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77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155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15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AI Studio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zero-setup prototype generation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0299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app in natural language — get code instantly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5054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paste a screenshot, get a matching UI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9809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Flash: cheap, fast, surprisingly capable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456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Colab or download code to iterate locally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9319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use case: validate whether an idea is technically feasible in 20 min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914400"/>
            <a:ext cx="39776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00600" y="914400"/>
            <a:ext cx="39776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11556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1115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IDE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983480" y="16642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iterating on a real codebase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83480" y="20299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⌘K: highlight any code and ask AI to rewrite it inline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83480" y="25054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Composer: multi-file edits from one prompt — game changer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83480" y="29809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index: AI knows your whole project context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83480" y="3456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tab tab: Copilot++ style autocomplete that thinks ahead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983480" y="39319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use case: ask 'why does checkout fail on mobile?' and get an answer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&amp; FIGMA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914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PM's design-to-code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27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autocomplete + chat in VS 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176272"/>
            <a:ext cx="393192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2176272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Ghost-text suggestions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2432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with Tab. AI finishes your thought mid-line.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807208"/>
            <a:ext cx="393192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" y="2807208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2825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Chat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'explain this function' or 'add error handling' in sidebar.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438144"/>
            <a:ext cx="393192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5760" y="3438144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3456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Edits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file range, describe change, watch it happen.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4069080"/>
            <a:ext cx="393192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65760" y="406908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" y="4087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Summaries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4325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PR descriptions — huge time saver for PMs reviewing code.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1143000"/>
            <a:ext cx="39319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52728"/>
            <a:ext cx="502920" cy="5029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692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Figma + AI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66928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→ production-ready UI code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846320" y="2176272"/>
            <a:ext cx="393192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846320" y="2176272"/>
            <a:ext cx="54864" cy="5486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029200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Figma Make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029200" y="2432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Figma to generate a full UI frame from a description.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846320" y="2807208"/>
            <a:ext cx="393192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846320" y="2807208"/>
            <a:ext cx="54864" cy="5486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5029200" y="2825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Mode AI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02920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component — get CSS, iOS, Android code instantly.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46320" y="3438144"/>
            <a:ext cx="393192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846320" y="3438144"/>
            <a:ext cx="54864" cy="5486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029200" y="3456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→ Code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02920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React/HTML with auto-generated Tailwind classes.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846320" y="4069080"/>
            <a:ext cx="393192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4846320" y="4069080"/>
            <a:ext cx="54864" cy="5486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5029200" y="4087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Handoff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5029200" y="4325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Figma link + AI spec doc. Engineers know exactly what to build.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VIBE-TO-SHIP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napkin sketch to live POC in a 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659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3990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087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1508760" cy="292608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2606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Studio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3035808"/>
            <a:ext cx="1600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3127248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problem. Ask Gemini to generate a prototype app. Get working HTML/JS in minutes.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68880" y="1234440"/>
            <a:ext cx="196596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68880" y="1234440"/>
            <a:ext cx="19659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78608" y="13990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6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50876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60320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697480" y="2606040"/>
            <a:ext cx="1508760" cy="292608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697480" y="2606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Figma + AI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651760" y="3035808"/>
            <a:ext cx="1600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606040" y="3127248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wireframes with Figma Make. Export design tokens and component specs automatically.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17720" y="1234440"/>
            <a:ext cx="196596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617720" y="1234440"/>
            <a:ext cx="1965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727448" y="13990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6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50876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09160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4846320" y="2606040"/>
            <a:ext cx="150876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846320" y="2606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800600" y="3035808"/>
            <a:ext cx="1600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754880" y="3127248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exported code in Cursor. Use Composer to add features: auth, API calls, database.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766560" y="1234440"/>
            <a:ext cx="196596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766560" y="123444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876288" y="13990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6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508760"/>
            <a:ext cx="502920" cy="5029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58000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6995160" y="2606040"/>
            <a:ext cx="1508760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6995160" y="2606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/ Railway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949440" y="3035808"/>
            <a:ext cx="1600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6903720" y="3127248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GitHub. Auto-deploy in 2 minutes. Share a live URL with stakeholders.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2322576" y="2240280"/>
            <a:ext cx="146304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4471416" y="2240280"/>
            <a:ext cx="146304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6620256" y="2240280"/>
            <a:ext cx="146304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HOSTING YOUR VIBE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9144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hosting options — from demo to production-ready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371600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2161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143000"/>
            <a:ext cx="1828800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10512" y="12161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143000"/>
            <a:ext cx="1097280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39312" y="12161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Tier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097280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12161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to Live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143000"/>
            <a:ext cx="1828800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33872" y="12161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Verdict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563624"/>
            <a:ext cx="13716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16367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1563624"/>
            <a:ext cx="18288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10512" y="16367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apps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1563624"/>
            <a:ext cx="10972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39312" y="1636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Generous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563624"/>
            <a:ext cx="10972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6592" y="1636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563624"/>
            <a:ext cx="18288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33872" y="16367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default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1984248"/>
            <a:ext cx="137160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2057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37360" y="1984248"/>
            <a:ext cx="182880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10512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+ DB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66160" y="1984248"/>
            <a:ext cx="109728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39312" y="2057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$5 credit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984248"/>
            <a:ext cx="109728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36592" y="2057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1984248"/>
            <a:ext cx="182880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33872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APIs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404872"/>
            <a:ext cx="13716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8912" y="24780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37360" y="2404872"/>
            <a:ext cx="18288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10512" y="2478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POC, collaborative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66160" y="2404872"/>
            <a:ext cx="10972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39312" y="24780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Always 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404872"/>
            <a:ext cx="10972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36592" y="24780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2404872"/>
            <a:ext cx="18288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33872" y="2478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demos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2825496"/>
            <a:ext cx="137160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38912" y="2898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737360" y="2825496"/>
            <a:ext cx="182880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810512" y="2898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apps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566160" y="2825496"/>
            <a:ext cx="109728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39312" y="28986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Free GPUs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2825496"/>
            <a:ext cx="109728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36592" y="28986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760720" y="2825496"/>
            <a:ext cx="1828800" cy="420624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833872" y="2898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AI POC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3246120"/>
            <a:ext cx="13716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38912" y="33192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737360" y="3246120"/>
            <a:ext cx="18288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810512" y="3319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language, full-stack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566160" y="3246120"/>
            <a:ext cx="10972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39312" y="33192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Free tier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663440" y="3246120"/>
            <a:ext cx="109728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36592" y="33192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760720" y="3246120"/>
            <a:ext cx="182880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33872" y="3319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scale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5760" y="3767328"/>
            <a:ext cx="841248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65760" y="3767328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04488"/>
            <a:ext cx="347472" cy="347472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1005840" y="38130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Tip: Start with Vercel + Railway combo — Vercel for your frontend, Railway for backend/DB. Push to GitHub, both auto-deploy. Your stakeholders get a live URL within minutes of your prompt.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AI RESHAPES PRODUCTS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🆕  NET-NEW AI-NATIVE PRODUCTS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3931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at scale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gets a unique experience — dynamic UIs, adaptive content, real-time recommendations.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67712"/>
            <a:ext cx="3931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87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an AI agent. Think: coding assistant, research co-pilot, support bot.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54096"/>
            <a:ext cx="3931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054096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pipelines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training data, test cases, and synthetic users from prompts alone.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3931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interfaces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TTS + STT = a new surface area. Your app now has a voice.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914400"/>
            <a:ext cx="393192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914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SUPERCHARGING EXISTING PRODUCTS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481328"/>
            <a:ext cx="3931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1481328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+ Q&amp;A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1801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gets RAG. Users ask questions, get answers from your data.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267712"/>
            <a:ext cx="3931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92040" y="2267712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2587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reports → 3-bullet TLDRs. Meeting transcripts → action items.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054096"/>
            <a:ext cx="3931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92040" y="3054096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74920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workflows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33741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usage patterns and surfaces the next action before the user asks.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40480"/>
            <a:ext cx="39319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92040" y="3840480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74920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onboarding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4160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static docs. AI explains features contextually, in-product, on demand.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ACTUALLY NEED TO KNOW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914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PM guide to going from zero to dangerous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898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" y="2542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stack: 'React + Tailwind, not Angular'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3776" y="31363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output format: 'return a JSON with keys...'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3776" y="37307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 'now add auth using Supabase'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96312" y="1188720"/>
            <a:ext cx="19202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96312" y="1188720"/>
            <a:ext cx="19202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38988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87752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STRUCTURE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679192" y="2423160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624328" y="2542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(React/HTML) vs Backend (API/DB) distinction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624328" y="31363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.env file is — and why it's sacred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24328" y="37307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commit, branch, pull request basics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26864" y="1188720"/>
            <a:ext cx="19202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26864" y="118872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38988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18304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TO STOP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809744" y="2423160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754880" y="2542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≠ production — know the gap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754880" y="31363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auth, scaling: flag for engineering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754880" y="37307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vibe-coded debt needs a real refactor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57416" y="1188720"/>
            <a:ext cx="192024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757416" y="118872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1389888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48856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PATTERNS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940296" y="2423160"/>
            <a:ext cx="1554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885432" y="2542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as a senior engineer reviewing...'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885432" y="31363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are 3 ways to implement X?'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885432" y="37307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'Write tests for this function'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PM SUPERPOWER SHIFT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VIBE CODING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PRD → wait for engineering sprint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22199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UI in words, hope designer interprets correctly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features after 2-week dev cycle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3741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engineers to assess technical feasibility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= Figma mockup, not clickable app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420624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005840"/>
            <a:ext cx="420624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VIBE CODING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64592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AI → working prototype in hours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0" y="222199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UI yourself in Figma + export to code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20640" y="279806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users before engineering invests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33741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feasibility experiments with Gemini + Cursor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20640" y="395020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= live hosted app with real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FIRST WEEK OF VIBE CODING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03020" y="1033272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03020" y="10332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AI Studio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892808"/>
            <a:ext cx="21488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0704" y="205740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aistudio.google.com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92608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0704" y="288036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'Build a simple task tracker in React with Tailwind'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0704" y="370332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Run. Read the code. Ask it to explain one thing.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1234440"/>
            <a:ext cx="26060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37660" y="1033272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37660" y="10332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Cursor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20440" y="1892808"/>
            <a:ext cx="21488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93008" y="2103120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9300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95344" y="205740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cursor.sh (free)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93008" y="2926080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93008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95344" y="288036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AI Studio code in Cursor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93008" y="3749040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93008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95344" y="370332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⌘K to ask: 'add a delete button to each task'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1234440"/>
            <a:ext cx="26060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72300" y="1033272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72300" y="10332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 It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1892808"/>
            <a:ext cx="21488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27648" y="210312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2764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9984" y="205740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Vercel account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27648" y="292608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27648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9984" y="288036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code to GitHub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27648" y="374904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27648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9984" y="3703320"/>
            <a:ext cx="1856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2 min. Share the link with your team.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PM is now the one who can demo a working app tomorrow."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DEPLOYING ON GOOGLE CLOUD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options — from zero to enterprise, mapped to PM use cases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116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307592"/>
            <a:ext cx="1792224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 PMs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Run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" y="2121408"/>
            <a:ext cx="1682496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1945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 container with one command. Auto-scales to zero (free when idle). No infra to manage. Push your Cursor-built app here in minutes.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3502152"/>
            <a:ext cx="1792224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run deploy my-app --source . --allow-unauthenticated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393192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POC, demos, internal tools, AI apps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41448" y="1143000"/>
            <a:ext cx="201168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41448" y="114300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51176" y="1307592"/>
            <a:ext cx="1792224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51176" y="13075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APPS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51176" y="1673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Engine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606040" y="2121408"/>
            <a:ext cx="1682496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51176" y="21945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PaaS. Just push code — Google handles scaling, patching, load balancing. Great for Flask/FastAPI Python backends.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51176" y="3502152"/>
            <a:ext cx="1792224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96896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app deploy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51176" y="393192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Python/Node backends, APIs, scheduled jobs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08576" y="1143000"/>
            <a:ext cx="201168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08576" y="114300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18304" y="1307592"/>
            <a:ext cx="1792224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18304" y="13075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+ REALTIME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18304" y="1673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Hosting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73168" y="2121408"/>
            <a:ext cx="1682496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18304" y="21945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+ dynamic hosting with CDN built in. Combines with Firestore DB and Auth — a complete stack for React/Next.js apps.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18304" y="3502152"/>
            <a:ext cx="1792224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64024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deploy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18304" y="393192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apps, auth flows, realtime dashboards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75704" y="1143000"/>
            <a:ext cx="201168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75704" y="1143000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85432" y="1307592"/>
            <a:ext cx="1792224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85432" y="13075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ML WORKLOADS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85432" y="167335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Vertex AI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940296" y="2121408"/>
            <a:ext cx="1682496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85432" y="21945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Gemini, custom models, or RAG pipelines. Access to Google's foundation models via API. Vibe-code an AI feature, host it here.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85432" y="3502152"/>
            <a:ext cx="1792224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31152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 → Model Registry → Endpoint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85432" y="393192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APIs, embeddings, RAG, fine-tuning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DEPLOYING ON AWS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options — the enterprise standard, accessible even for PMs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13385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133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 PMs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Amplify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React/Next.js apps directly from GitHub. Handles CI/CD, hosting, auth, and APIs. The PM-friendliest AWS path by far.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178308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79192" y="12070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79192" y="1207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71800" y="11978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 repo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79192" y="159105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79192" y="1591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1800" y="15819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framework (React/Next.js)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79192" y="197510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79192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71800" y="19659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Auth/API/DB via Amplify Studio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5915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79192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0" y="235000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on every push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1148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4114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18888" y="113385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18888" y="1133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BACKEND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18888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 Beanstalk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18888" y="18105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app, AWS handles the rest. Supports Python, Node, Java, Docker. Good middle ground between PaaS simplicity and EC2 control.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1097280"/>
            <a:ext cx="178308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068312" y="12070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68312" y="1207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60920" y="11978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 init (choose platform)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68312" y="159105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68312" y="1591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60920" y="15819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 create (provision env)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68312" y="1975104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068312" y="1975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60920" y="19659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 deploy (push updates)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68312" y="235915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68312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60920" y="235000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via Beanstalk console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2926080"/>
            <a:ext cx="41148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0040" y="2926080"/>
            <a:ext cx="41148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29768" y="305409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9768" y="3054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SERVERLESS / AI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29768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+ API Gateway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29768" y="37307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on demand — no servers, pay per invocation. Perfect for AI inference endpoints, webhooks, or lightweight backend logic from your vibe app.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60320" y="3017520"/>
            <a:ext cx="178308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679192" y="312724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79192" y="3127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71800" y="311810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function in Cursor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79192" y="3511296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679192" y="3511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971800" y="3502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SAM or Serverless Framework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679192" y="3895344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679192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971800" y="38862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creates your REST endpoint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679192" y="4279392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679192" y="4279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971800" y="427024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with Bedrock for AI features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709160" y="2926080"/>
            <a:ext cx="41148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818888" y="305409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18888" y="3054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LLM LAYER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18888" y="3364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 Bedrock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4818888" y="37307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managed LLM service. Access Claude, Llama, Titan, and more via one API. Build AI features in your vibe app without managing GPU infra.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49440" y="3017520"/>
            <a:ext cx="178308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068312" y="312724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068312" y="3127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60920" y="311810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model access in AWS console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068312" y="3511296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068312" y="3511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360920" y="3502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via Bedrock API (Python/JS SDK)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068312" y="3895344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068312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360920" y="38862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Knowledge Bases for RAG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068312" y="4279392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068312" y="4279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360920" y="427024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costs in CloudWatch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 CODING MEETS AGILE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changes every layer of the Agile hierarchy — not just the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914400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10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1600" y="1170432"/>
            <a:ext cx="2651760" cy="1115568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63040" y="1225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3040" y="149047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 writes a 3-page doc defining a broad initiative. Engineering estimates 2 sprints to scope.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60520" y="1170432"/>
            <a:ext cx="26517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51960" y="1225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(VIBE)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51960" y="149047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prompts AI Studio: 'Build a working prototype of X'. Shares a live URL with stakeholders. Epic is validated or killed before Sprint 1.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49440" y="1170432"/>
            <a:ext cx="1874520" cy="1115568"/>
          </a:xfrm>
          <a:prstGeom prst="rect">
            <a:avLst/>
          </a:prstGeom>
          <a:solidFill>
            <a:srgbClr val="0A0F1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40880" y="1225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40880" y="1490472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"Prototype the core Epic experience — show me if it's viable before we plan a sprint"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23360" y="1728216"/>
            <a:ext cx="1371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0040" y="2432304"/>
            <a:ext cx="914400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15184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0040" y="30723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371600" y="2432304"/>
            <a:ext cx="2651760" cy="1115568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463040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463040" y="275234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writes: 'As a user, I can do X so that Y.' Acceptance criteria debated in refinement.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160520" y="2432304"/>
            <a:ext cx="26517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25196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(VIBE)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251960" y="275234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uses Cursor/Copilot to build the story's feature. The working code IS the acceptance criteria. No ambiguity.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949440" y="2432304"/>
            <a:ext cx="1874520" cy="1115568"/>
          </a:xfrm>
          <a:prstGeom prst="rect">
            <a:avLst/>
          </a:prstGeom>
          <a:solidFill>
            <a:srgbClr val="0A0F1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704088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040880" y="275234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this user story: [paste story]. Write tests that verify the acceptance criteria."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023360" y="2990088"/>
            <a:ext cx="137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320040" y="3694176"/>
            <a:ext cx="914400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77056"/>
            <a:ext cx="384048" cy="3840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20040" y="43342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1371600" y="3694176"/>
            <a:ext cx="2651760" cy="1115568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146304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463040" y="40142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breaks story into sub-tasks. Estimates 3 days. PM waits.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160520" y="3694176"/>
            <a:ext cx="26517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25196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(VIBE)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4251960" y="40142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opens Cursor Composer: 'Add error handling, input validation, and a loading state to this component.' Done in 20 min.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949440" y="3694176"/>
            <a:ext cx="1874520" cy="1115568"/>
          </a:xfrm>
          <a:prstGeom prst="rect">
            <a:avLst/>
          </a:prstGeom>
          <a:solidFill>
            <a:srgbClr val="0A0F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704088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7040880" y="401421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 this story into tasks and implement them one by one. Start with the simplest."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4023360" y="4251960"/>
            <a:ext cx="1371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320040" y="100584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393192" y="1005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1371600" y="1005840"/>
            <a:ext cx="26517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144475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AGILE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4160520" y="1005840"/>
            <a:ext cx="26517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423367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VIBE-AUGMENTED AGILE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949440" y="1005840"/>
            <a:ext cx="187452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7022592" y="1005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PROMPT PATTERN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AGILE CEREMONIES, VIBE-ENHANCED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0058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accelerates the sprint lifecycle — from planning to retro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91056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591056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23444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76479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224028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22402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saved: ~40%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25694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4048" y="2642616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working prototype to planning. Instead of describing features in words, demo the vibe-coded POC. Estimation becomes dramatically more accurate.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4048" y="3831336"/>
            <a:ext cx="13716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9768" y="3867912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"Turn this prototype into proper Jira stories with acceptance criteria and story points"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002536" y="1051560"/>
            <a:ext cx="1591056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002536" y="1051560"/>
            <a:ext cx="1591056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234440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93976" y="176479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Refinement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139696" y="224028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139696" y="22402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Coverage: +3x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139696" y="25694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112264" y="2642616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generate edge cases, error states, and 'what ifs' before refinement. Walk in with a pre-generated list of questions — not blank.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112264" y="3831336"/>
            <a:ext cx="13716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157984" y="3867912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"Given this user story, list 10 edge cases, failure modes, and missing acceptance criteria"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730752" y="1051560"/>
            <a:ext cx="1591056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3730752" y="1051560"/>
            <a:ext cx="1591056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1234440"/>
            <a:ext cx="438912" cy="4389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822192" y="176479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Standup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867912" y="224028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3867912" y="22402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Credibility: max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867912" y="25694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3840480" y="2642616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vibe-coded experiments become standup-ready demos overnight. 'Yesterday I built X, here's the live URL' hits different than 'I was in Jira all day'.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840480" y="3831336"/>
            <a:ext cx="13716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3886200" y="3867912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my GitHub commits from yesterday as a standup update"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5458968" y="1051560"/>
            <a:ext cx="1591056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5458968" y="1051560"/>
            <a:ext cx="159105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234440"/>
            <a:ext cx="438912" cy="43891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50408" y="176479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Review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5596128" y="224028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5596128" y="22402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quality: +5x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5596128" y="25694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5568696" y="2642616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 live hosted app, not a Figma mockup. Stakeholders can click it, break it, and give real feedback. Close the loop in one meeting.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5568696" y="3831336"/>
            <a:ext cx="13716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5614416" y="3867912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a sprint review summary from these completed tickets and deployment logs"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7187184" y="1051560"/>
            <a:ext cx="1591056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7187184" y="1051560"/>
            <a:ext cx="1591056" cy="64008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1234440"/>
            <a:ext cx="438912" cy="43891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278624" y="1764792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7324344" y="2240280"/>
            <a:ext cx="1316736" cy="256032"/>
          </a:xfrm>
          <a:prstGeom prst="roundRect">
            <a:avLst>
              <a:gd name="adj" fmla="val 14286"/>
            </a:avLst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7324344" y="22402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Data-driven retro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7324344" y="25694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7296912" y="2642616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analyze sprint velocity, story point accuracy, and blockers. Come prepared with data-backed retro items instead of vibes-only feedback.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7296912" y="3831336"/>
            <a:ext cx="13716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7342632" y="3867912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4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"Analyze our last 3 sprints and identify patterns in what blocks us"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for PMs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2286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04688" y="2286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80176" y="2286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55664" y="2286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31152" y="2286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06640" y="2286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82128" y="2286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57616" y="22860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0" y="64008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04688" y="64008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80176" y="64008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55664" y="64008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31152" y="64008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64008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82128" y="64008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57616" y="64008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0" y="10515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04688" y="10515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0176" y="10515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55664" y="10515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31152" y="10515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06640" y="10515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82128" y="10515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57616" y="105156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0" y="14630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04688" y="14630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80176" y="14630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55664" y="14630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31152" y="14630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06640" y="14630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82128" y="14630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57616" y="146304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29200" y="18745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504688" y="18745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80176" y="18745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55664" y="18745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31152" y="18745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406640" y="18745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882128" y="18745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57616" y="1874520"/>
            <a:ext cx="64008" cy="640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 ON.</a:t>
            </a:r>
            <a:endParaRPr lang="en-US" sz="9000" dirty="0"/>
          </a:p>
        </p:txBody>
      </p:sp>
      <p:sp>
        <p:nvSpPr>
          <p:cNvPr id="44" name="Text 42"/>
          <p:cNvSpPr/>
          <p:nvPr/>
        </p:nvSpPr>
        <p:spPr>
          <a:xfrm>
            <a:off x="457200" y="2468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here. The barrier is your imagination, not your engineering headcount.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7200" y="342900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3429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with AI Studio — today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91840" y="342900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91840" y="3429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 ≠ Mockup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26480" y="342900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26480" y="3429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 early, ship often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Vibe Coding for Product Managers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2305</Words>
  <Application>Microsoft Macintosh PowerPoint</Application>
  <PresentationFormat>On-screen Show (16:9)</PresentationFormat>
  <Paragraphs>353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Ames</cp:lastModifiedBy>
  <cp:revision>1</cp:revision>
  <dcterms:created xsi:type="dcterms:W3CDTF">2026-04-01T16:00:37Z</dcterms:created>
  <dcterms:modified xsi:type="dcterms:W3CDTF">2026-04-01T16:05:01Z</dcterms:modified>
</cp:coreProperties>
</file>