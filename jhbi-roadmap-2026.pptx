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304" y="2157984"/>
            <a:ext cx="2804160" cy="566928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" y="2157984"/>
            <a:ext cx="50292" cy="56692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7744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548128" y="2212848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8128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237744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237744" y="2596896"/>
            <a:ext cx="541325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7744" y="259689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146304" y="2779776"/>
            <a:ext cx="2804160" cy="566928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779776"/>
            <a:ext cx="50292" cy="56692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816352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548128" y="2834640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8128" y="283464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37744" y="3017520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37744" y="3218688"/>
            <a:ext cx="541325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37744" y="3218688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146304" y="3401568"/>
            <a:ext cx="2804160" cy="566928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46304" y="3401568"/>
            <a:ext cx="50292" cy="56692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37744" y="3438144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548128" y="3456432"/>
            <a:ext cx="347472" cy="1828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48128" y="345643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237744" y="363931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237744" y="3840480"/>
            <a:ext cx="409651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7744" y="3840480"/>
            <a:ext cx="409651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169920" y="2157984"/>
            <a:ext cx="28041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169920" y="2157984"/>
            <a:ext cx="50292" cy="56692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61360" y="2194560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3261360" y="2395728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3261360" y="2596896"/>
            <a:ext cx="541325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261360" y="259689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3169920" y="2779776"/>
            <a:ext cx="28041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169920" y="2779776"/>
            <a:ext cx="50292" cy="56692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61360" y="2816352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3261360" y="3017520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261360" y="3218688"/>
            <a:ext cx="409651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61360" y="3218688"/>
            <a:ext cx="409651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3169920" y="3401568"/>
            <a:ext cx="28041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169920" y="3401568"/>
            <a:ext cx="50292" cy="56692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261360" y="3438144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3261360" y="3639312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3261360" y="3840480"/>
            <a:ext cx="541325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261360" y="384048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93536" y="2157984"/>
            <a:ext cx="2804160" cy="566928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193536" y="2157984"/>
            <a:ext cx="50292" cy="56692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284976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284976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6284976" y="2596896"/>
            <a:ext cx="672998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84976" y="2596896"/>
            <a:ext cx="67299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6193536" y="2779776"/>
            <a:ext cx="2804160" cy="566928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93536" y="2779776"/>
            <a:ext cx="50292" cy="56692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84976" y="2816352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8595360" y="283464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595360" y="283464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6284976" y="3017520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6284976" y="3218688"/>
            <a:ext cx="672998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84976" y="3218688"/>
            <a:ext cx="67299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550" dirty="0"/>
          </a:p>
        </p:txBody>
      </p:sp>
      <p:sp>
        <p:nvSpPr>
          <p:cNvPr id="104" name="Text 102"/>
          <p:cNvSpPr/>
          <p:nvPr/>
        </p:nvSpPr>
        <p:spPr>
          <a:xfrm>
            <a:off x="365760" y="3968496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OWNERSHIP</a:t>
            </a:r>
            <a:endParaRPr lang="en-US" sz="600" dirty="0"/>
          </a:p>
        </p:txBody>
      </p:sp>
      <p:sp>
        <p:nvSpPr>
          <p:cNvPr id="105" name="Shape 103"/>
          <p:cNvSpPr/>
          <p:nvPr/>
        </p:nvSpPr>
        <p:spPr>
          <a:xfrm>
            <a:off x="365760" y="4133088"/>
            <a:ext cx="2020824" cy="329184"/>
          </a:xfrm>
          <a:prstGeom prst="rect">
            <a:avLst/>
          </a:prstGeom>
          <a:solidFill>
            <a:srgbClr val="06185F">
              <a:alpha val="82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65760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65760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496312" y="4133088"/>
            <a:ext cx="2020824" cy="329184"/>
          </a:xfrm>
          <a:prstGeom prst="rect">
            <a:avLst/>
          </a:prstGeom>
          <a:solidFill>
            <a:srgbClr val="085CE5">
              <a:alpha val="8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496312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96312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626864" y="4133088"/>
            <a:ext cx="2020824" cy="329184"/>
          </a:xfrm>
          <a:prstGeom prst="rect">
            <a:avLst/>
          </a:prstGeom>
          <a:solidFill>
            <a:srgbClr val="0A5CA8">
              <a:alpha val="8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626864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26864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757416" y="4133088"/>
            <a:ext cx="2020824" cy="329184"/>
          </a:xfrm>
          <a:prstGeom prst="rect">
            <a:avLst/>
          </a:prstGeom>
          <a:solidFill>
            <a:srgbClr val="0A5C47">
              <a:alpha val="8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757416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757416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Analytics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Dashboards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/ Self Service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Apps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2026-04-01T15:25:15Z</dcterms:created>
  <dcterms:modified xsi:type="dcterms:W3CDTF">2026-04-01T15:25:15Z</dcterms:modified>
</cp:coreProperties>
</file>