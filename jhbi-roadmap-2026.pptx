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46304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09728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0642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Sources — Data Acquisition &amp; Pipeline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33856"/>
            <a:ext cx="2255520" cy="137160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3385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1673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2588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53312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5331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536192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545336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&amp; Enrichment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6778752" y="1572768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15328" y="1572768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783080"/>
            <a:ext cx="8915400" cy="146304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783080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1929384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193852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Payment Source Reports &amp; Dashboards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1965960"/>
            <a:ext cx="2255520" cy="137160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1965960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148840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15798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Analytics &amp; KPIs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185416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18541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368296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37744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6778752" y="2404872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815328" y="240487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615184"/>
            <a:ext cx="8915400" cy="146304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61518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76148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77063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Development &amp; Alation Integration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2798064"/>
            <a:ext cx="2255520" cy="137160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279806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298094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299008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Personal as Commercial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017520"/>
            <a:ext cx="1491488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01752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Per…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20040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20954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5632704" y="3236976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669280" y="323697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41985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024" y="342900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Wealth Deflection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6778752" y="3456432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815328" y="345643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Wea…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37160" y="3666744"/>
            <a:ext cx="8915400" cy="146304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8600" y="366674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137160" y="381304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382219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 Foundation — Feature Store &amp; Registry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2194560" y="3849624"/>
            <a:ext cx="2255520" cy="137160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231136" y="384962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03250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04164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as Commercial Detection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4486656" y="4069080"/>
            <a:ext cx="1491488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23232" y="406908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as Commercial…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137160" y="425196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92024" y="426110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Detection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5632704" y="4288536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669280" y="428853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Attritio…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137160" y="447141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92024" y="448056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Generational Retention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6778752" y="4507992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815328" y="450799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Ge…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vs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2026-04-02T12:57:16Z</dcterms:created>
  <dcterms:modified xsi:type="dcterms:W3CDTF">2026-04-02T12:57:16Z</dcterms:modified>
</cp:coreProperties>
</file>