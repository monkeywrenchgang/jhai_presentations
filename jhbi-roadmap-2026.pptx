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apps: CommercialSignal, [Churn App], Wealth Deflection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MVP Interface Launch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Interface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Interface Launch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Interface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Foundation Anchor MVP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Payment Memo NLP Live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Multi-Rail Payments Live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Launch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46304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09728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0642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Sources — Data Acquisition &amp; Pipeline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33856"/>
            <a:ext cx="2255520" cy="118872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3385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29844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0759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35024"/>
            <a:ext cx="2255520" cy="118872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3502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49961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50876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&amp; Enrichment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6778752" y="1536192"/>
            <a:ext cx="2255520" cy="118872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15328" y="153619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728216"/>
            <a:ext cx="8915400" cy="146304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72821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187452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188366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Payment Source Reports &amp; Dashboards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1911096"/>
            <a:ext cx="2255520" cy="118872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191109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07568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08483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Analytics &amp; KPIs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112264"/>
            <a:ext cx="2255520" cy="118872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11226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27685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28600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6778752" y="2313432"/>
            <a:ext cx="2255520" cy="118872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815328" y="231343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505456"/>
            <a:ext cx="8915400" cy="146304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50545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65176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66090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Development &amp; Alation Integration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2688336"/>
            <a:ext cx="2255520" cy="118872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268833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285292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286207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2958592" y="2889504"/>
            <a:ext cx="2637536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95168" y="2889504"/>
            <a:ext cx="2582672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05409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06324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Zelle Memo Intelligence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4486656" y="3090672"/>
            <a:ext cx="1491488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23232" y="3090672"/>
            <a:ext cx="1436624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Zel…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255264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024" y="3264408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Anomaly Detection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5632704" y="3291840"/>
            <a:ext cx="1109472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69280" y="3291840"/>
            <a:ext cx="1054608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Ano…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37160" y="3456432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92024" y="3465576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CommercialSignal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6778752" y="3493008"/>
            <a:ext cx="2255520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815328" y="3493008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Com…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137160" y="3685032"/>
            <a:ext cx="8915400" cy="146304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28600" y="3685032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137160" y="383133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384048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 Foundation — Feature Store &amp; Registry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2194560" y="3867912"/>
            <a:ext cx="2255520" cy="118872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231136" y="386791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137160" y="4032504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92024" y="4041648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Foundation Anchor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2958592" y="4069080"/>
            <a:ext cx="2637536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995168" y="4069080"/>
            <a:ext cx="2582672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Foundati…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137160" y="4233672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92024" y="4242816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Payment Memo NLP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4486656" y="4270248"/>
            <a:ext cx="1491488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523232" y="4270248"/>
            <a:ext cx="1436624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Intelligenc…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137160" y="4434840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92024" y="444398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Multi-Rail Payments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5632704" y="4471416"/>
            <a:ext cx="1109472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669280" y="4471416"/>
            <a:ext cx="1054608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Mu…</a:t>
            </a:r>
            <a:endParaRPr lang="en-US" sz="600" dirty="0"/>
          </a:p>
        </p:txBody>
      </p:sp>
      <p:sp>
        <p:nvSpPr>
          <p:cNvPr id="141" name="Shape 139"/>
          <p:cNvSpPr/>
          <p:nvPr/>
        </p:nvSpPr>
        <p:spPr>
          <a:xfrm>
            <a:off x="137160" y="4636008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92024" y="464515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6778752" y="4672584"/>
            <a:ext cx="2255520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6815328" y="467258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P2C…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MVP Interface Launch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Foundation Anchor MVP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Interface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Payment Memo NLP Live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Interface Launch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Multi-Rail Payments Live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Interface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Launch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— FY27 Strategic Roadmap</dc:title>
  <dc:subject>PptxGenJS Presentation</dc:subject>
  <dc:creator>PptxGenJS</dc:creator>
  <cp:lastModifiedBy>PptxGenJS</cp:lastModifiedBy>
  <cp:revision>1</cp:revision>
  <dcterms:created xsi:type="dcterms:W3CDTF">2026-04-02T14:35:50Z</dcterms:created>
  <dcterms:modified xsi:type="dcterms:W3CDTF">2026-04-02T14:35:50Z</dcterms:modified>
</cp:coreProperties>
</file>