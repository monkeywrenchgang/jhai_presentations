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37232" y="1810512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37232" y="1810512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12054" y="1810512"/>
            <a:ext cx="625450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12054" y="1810512"/>
            <a:ext cx="6254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682947" y="1810512"/>
            <a:ext cx="574243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2947" y="1810512"/>
            <a:ext cx="57424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1810512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1810512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157984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9456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6596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96596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14552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4552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114552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032508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250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03250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46304" y="2834640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46304" y="2834640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9456" y="300837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6596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14552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14552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114552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032508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032508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032508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146304" y="351129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6304" y="351129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7744" y="35387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219456" y="368503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6596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96596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114552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4552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114552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032508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32508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032508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169920" y="215798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69920" y="215798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61360" y="218541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3261360" y="236829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3169920" y="2651760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169920" y="2651760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61360" y="26791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61360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3169920" y="314553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169920" y="314553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261360" y="317296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3261360" y="33558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3169920" y="363931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169920" y="363931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61360" y="366674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3261360" y="384962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193536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93536" y="2157984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4976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6266688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382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624382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7161784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61784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7161784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8079740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79740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8079740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6193536" y="2834640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193536" y="2834640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4976" y="2862072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284976" y="3081528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3-Wave FTE Conversion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32688" y="905256"/>
            <a:ext cx="2706624" cy="3502152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566928"/>
            <a:ext cx="2706624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566928"/>
            <a:ext cx="2670048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3639312" y="566928"/>
            <a:ext cx="1353312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 ·  Wave 1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992624" y="566928"/>
            <a:ext cx="1353312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 ·  Wave 2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345936" y="566928"/>
            <a:ext cx="1353312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 ·  Wave 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699248" y="566928"/>
            <a:ext cx="1353312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7536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932688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1383792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379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834896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3489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2286000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2737104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3710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3188208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8820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3639312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090416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9041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4541520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152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4992624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9262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443728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372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5894832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9483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345936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4593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6797040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9704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248144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4814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699248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9924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150352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5035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01456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0145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877824" y="4407408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315968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932688" y="3928001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77824" y="3928001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37160" y="3836561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932688" y="3448594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7824" y="3448594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3357154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932688" y="2969187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7824" y="2969187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37160" y="2877747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932688" y="2489781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7824" y="2489781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37160" y="2398341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932688" y="2010374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77824" y="2010374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37160" y="1918934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932688" y="1530967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7824" y="1530967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37160" y="1439527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932688" y="1051560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77824" y="1051560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37160" y="96012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 rot="16200000">
            <a:off x="0" y="2363724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932688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38379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83489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28600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37104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88208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639312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09041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54152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92624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43728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9483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345936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79704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248144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699248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15035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60145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052560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2688" y="4407408"/>
            <a:ext cx="8119872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9264" y="3928001"/>
            <a:ext cx="2633472" cy="47940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9264" y="3964577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FTEs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69264" y="2729484"/>
            <a:ext cx="2633472" cy="1198517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969264" y="2766060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Contractors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969264" y="2528316"/>
            <a:ext cx="2633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969264" y="4462272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3675888" y="3208891"/>
            <a:ext cx="1280160" cy="119851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675888" y="324546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FTEs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3675888" y="2250077"/>
            <a:ext cx="1280160" cy="958814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675888" y="228665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Contractors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675888" y="2048909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3675888" y="44622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5029200" y="2489781"/>
            <a:ext cx="1280160" cy="191762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029200" y="25263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FTEs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5029200" y="2010374"/>
            <a:ext cx="1280160" cy="479407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029200" y="204695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Contractors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5029200" y="180920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10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029200" y="44622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382512" y="1770670"/>
            <a:ext cx="2633472" cy="2636738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382512" y="1807246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FTEs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6382512" y="1569502"/>
            <a:ext cx="2633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11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6382512" y="4462272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Q3+ FY27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3639312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675888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1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4992624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029200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2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6345936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382512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3</a:t>
            </a:r>
            <a:endParaRPr lang="en-US" sz="700" dirty="0"/>
          </a:p>
        </p:txBody>
      </p:sp>
      <p:sp>
        <p:nvSpPr>
          <p:cNvPr id="126" name="Shape 124"/>
          <p:cNvSpPr/>
          <p:nvPr/>
        </p:nvSpPr>
        <p:spPr>
          <a:xfrm>
            <a:off x="3474720" y="4663440"/>
            <a:ext cx="182880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730752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FTEs (Full-Time)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5852160" y="4663440"/>
            <a:ext cx="182880" cy="1280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108192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137160" y="4645152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Headcount figures are illustrative — update with actuals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manual review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false-positive reduction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2026-04-02T02:38:40Z</dcterms:created>
  <dcterms:modified xsi:type="dcterms:W3CDTF">2026-04-02T02:38:40Z</dcterms:modified>
</cp:coreProperties>
</file>