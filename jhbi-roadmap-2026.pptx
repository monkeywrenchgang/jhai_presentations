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6304" y="2157984"/>
            <a:ext cx="280416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304" y="2157984"/>
            <a:ext cx="50292" cy="6949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37744" y="2194560"/>
            <a:ext cx="26578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219456" y="236829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96596" y="2386584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96596" y="2596896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1114552" y="2386584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14552" y="2386584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114552" y="2596896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2032508" y="2386584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032508" y="2386584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2032508" y="2596896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237744" y="2724912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37744" y="272491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46304" y="2907792"/>
            <a:ext cx="280416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46304" y="2907792"/>
            <a:ext cx="50292" cy="6949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37744" y="2944368"/>
            <a:ext cx="26578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219456" y="3118104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96596" y="3136392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96596" y="3346704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1114552" y="3136392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14552" y="3136392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66" name="Text 64"/>
          <p:cNvSpPr/>
          <p:nvPr/>
        </p:nvSpPr>
        <p:spPr>
          <a:xfrm>
            <a:off x="1114552" y="3346704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2032508" y="3136392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032508" y="3136392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2032508" y="3346704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237744" y="347472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37744" y="347472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46304" y="3657600"/>
            <a:ext cx="280416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46304" y="3657600"/>
            <a:ext cx="50292" cy="6949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37744" y="3694176"/>
            <a:ext cx="26578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19456" y="386791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6596" y="3886200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77" name="Text 75"/>
          <p:cNvSpPr/>
          <p:nvPr/>
        </p:nvSpPr>
        <p:spPr>
          <a:xfrm>
            <a:off x="196596" y="4096512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1114552" y="3886200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114552" y="3886200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80" name="Text 78"/>
          <p:cNvSpPr/>
          <p:nvPr/>
        </p:nvSpPr>
        <p:spPr>
          <a:xfrm>
            <a:off x="1114552" y="4096512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2032508" y="3886200"/>
            <a:ext cx="0" cy="338328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32508" y="3886200"/>
            <a:ext cx="9179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83" name="Text 81"/>
          <p:cNvSpPr/>
          <p:nvPr/>
        </p:nvSpPr>
        <p:spPr>
          <a:xfrm>
            <a:off x="2032508" y="4096512"/>
            <a:ext cx="917956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237744" y="4224528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7744" y="4224528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169920" y="2157984"/>
            <a:ext cx="28041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169920" y="2157984"/>
            <a:ext cx="50292" cy="6949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261360" y="2194560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3261360" y="2395728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3261360" y="2724912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261360" y="2724912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3169920" y="2907792"/>
            <a:ext cx="28041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169920" y="2907792"/>
            <a:ext cx="50292" cy="6949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261360" y="2944368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3261360" y="3145536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3261360" y="347472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261360" y="347472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3169920" y="3657600"/>
            <a:ext cx="2804160" cy="694944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169920" y="3657600"/>
            <a:ext cx="50292" cy="6949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261360" y="3694176"/>
            <a:ext cx="2657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3261360" y="3895344"/>
            <a:ext cx="26578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3261360" y="4224528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261360" y="422452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193536" y="2157984"/>
            <a:ext cx="2804160" cy="694944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193536" y="2157984"/>
            <a:ext cx="50292" cy="694944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284976" y="2194560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595360" y="221284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6284976" y="239572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6284976" y="272491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284976" y="272491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6193536" y="2907792"/>
            <a:ext cx="2804160" cy="694944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193536" y="2907792"/>
            <a:ext cx="50292" cy="694944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284976" y="2944368"/>
            <a:ext cx="2328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8595360" y="2962656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595360" y="29626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6284976" y="314553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6284976" y="3474720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284976" y="3474720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22" name="Text 120"/>
          <p:cNvSpPr/>
          <p:nvPr/>
        </p:nvSpPr>
        <p:spPr>
          <a:xfrm>
            <a:off x="365760" y="3968496"/>
            <a:ext cx="27432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OWNERSHIP</a:t>
            </a:r>
            <a:endParaRPr lang="en-US" sz="600" dirty="0"/>
          </a:p>
        </p:txBody>
      </p:sp>
      <p:sp>
        <p:nvSpPr>
          <p:cNvPr id="123" name="Shape 121"/>
          <p:cNvSpPr/>
          <p:nvPr/>
        </p:nvSpPr>
        <p:spPr>
          <a:xfrm>
            <a:off x="365760" y="4133088"/>
            <a:ext cx="2020824" cy="329184"/>
          </a:xfrm>
          <a:prstGeom prst="rect">
            <a:avLst/>
          </a:prstGeom>
          <a:solidFill>
            <a:srgbClr val="06185F">
              <a:alpha val="82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65760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365760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2496312" y="4133088"/>
            <a:ext cx="2020824" cy="329184"/>
          </a:xfrm>
          <a:prstGeom prst="rect">
            <a:avLst/>
          </a:prstGeom>
          <a:solidFill>
            <a:srgbClr val="085CE5">
              <a:alpha val="8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496312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496312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4626864" y="4133088"/>
            <a:ext cx="2020824" cy="329184"/>
          </a:xfrm>
          <a:prstGeom prst="rect">
            <a:avLst/>
          </a:prstGeom>
          <a:solidFill>
            <a:srgbClr val="0A5CA8">
              <a:alpha val="8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626864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626864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6757416" y="4133088"/>
            <a:ext cx="2020824" cy="329184"/>
          </a:xfrm>
          <a:prstGeom prst="rect">
            <a:avLst/>
          </a:prstGeom>
          <a:solidFill>
            <a:srgbClr val="0A5C47">
              <a:alpha val="8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6757416" y="4133088"/>
            <a:ext cx="2020824" cy="45720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757416" y="4133088"/>
            <a:ext cx="202082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39" name="Shape 137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55448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10642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1556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Integration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43000"/>
            <a:ext cx="2255520" cy="155448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4300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53312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624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89888"/>
            <a:ext cx="1109472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89888"/>
            <a:ext cx="1054608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Pipeline 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6002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6093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Enterprise Catalog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5632704" y="1636776"/>
            <a:ext cx="3401568" cy="155448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669280" y="1636776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883664"/>
            <a:ext cx="8915400" cy="155448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883664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2039112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2048256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Requirements &amp; Design Baseline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2075688"/>
            <a:ext cx="2255520" cy="155448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2075688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286000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2951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Launch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322576"/>
            <a:ext cx="149148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322576"/>
            <a:ext cx="143662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5328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5420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Drift Monitoring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5632704" y="2569464"/>
            <a:ext cx="3401568" cy="155448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669280" y="2569464"/>
            <a:ext cx="3346704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+ 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816352"/>
            <a:ext cx="8915400" cy="155448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816352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971800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980944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3008376"/>
            <a:ext cx="2255520" cy="155448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3008376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3218688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32278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255264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2552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+ Zell…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465576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4747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 Account Opening LTV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6778752" y="3502152"/>
            <a:ext cx="2255520" cy="155448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815328" y="35021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Scale +…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749040"/>
            <a:ext cx="8915400" cy="155448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28600" y="3749040"/>
            <a:ext cx="868680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37160" y="3904488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92024" y="3913632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Registry</a:t>
            </a:r>
            <a:endParaRPr lang="en-US" sz="650" dirty="0"/>
          </a:p>
        </p:txBody>
      </p:sp>
      <p:sp>
        <p:nvSpPr>
          <p:cNvPr id="119" name="Shape 117"/>
          <p:cNvSpPr/>
          <p:nvPr/>
        </p:nvSpPr>
        <p:spPr>
          <a:xfrm>
            <a:off x="2194560" y="3941064"/>
            <a:ext cx="2255520" cy="155448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31136" y="3941064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137160" y="4151376"/>
            <a:ext cx="8915400" cy="228600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4160520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486656" y="4187952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523232" y="4187952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St…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398264"/>
            <a:ext cx="8915400" cy="228600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407408"/>
            <a:ext cx="192024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Horizon App Scoping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6778752" y="4434840"/>
            <a:ext cx="2255520" cy="155448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6815328" y="4434840"/>
            <a:ext cx="2200656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+ Horiz…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3-Wave FTE Conversion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932688" y="905256"/>
            <a:ext cx="2706624" cy="3502152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566928"/>
            <a:ext cx="2706624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566928"/>
            <a:ext cx="2670048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3639312" y="566928"/>
            <a:ext cx="1353312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 ·  Wave 1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992624" y="566928"/>
            <a:ext cx="1353312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10912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 ·  Wave 2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345936" y="566928"/>
            <a:ext cx="1353312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 ·  Wave 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699248" y="566928"/>
            <a:ext cx="1353312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17536" y="566928"/>
            <a:ext cx="131673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932688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1383792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379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1834896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3489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2286000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2737104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3710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3188208" y="736092"/>
            <a:ext cx="451104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8820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3639312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090416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9041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4541520" y="736092"/>
            <a:ext cx="451104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152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4992624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9262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443728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4372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5894832" y="736092"/>
            <a:ext cx="451104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9483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345936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4593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6797040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97040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248144" y="736092"/>
            <a:ext cx="451104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48144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699248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99248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150352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50352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01456" y="736092"/>
            <a:ext cx="451104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01456" y="736092"/>
            <a:ext cx="451104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877824" y="4407408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315968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932688" y="3928001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77824" y="3928001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37160" y="3836561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932688" y="3448594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7824" y="3448594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3357154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932688" y="2969187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7824" y="2969187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37160" y="2877747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932688" y="2489781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7824" y="2489781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37160" y="2398341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932688" y="2010374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77824" y="2010374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37160" y="1918934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932688" y="1530967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7824" y="1530967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37160" y="1439527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50" dirty="0"/>
          </a:p>
        </p:txBody>
      </p:sp>
      <p:sp>
        <p:nvSpPr>
          <p:cNvPr id="74" name="Shape 72"/>
          <p:cNvSpPr/>
          <p:nvPr/>
        </p:nvSpPr>
        <p:spPr>
          <a:xfrm>
            <a:off x="932688" y="1051560"/>
            <a:ext cx="8119872" cy="0"/>
          </a:xfrm>
          <a:prstGeom prst="line">
            <a:avLst/>
          </a:prstGeom>
          <a:noFill/>
          <a:ln w="5080">
            <a:solidFill>
              <a:srgbClr val="E7ECF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77824" y="1051560"/>
            <a:ext cx="54864" cy="0"/>
          </a:xfrm>
          <a:prstGeom prst="line">
            <a:avLst/>
          </a:prstGeom>
          <a:noFill/>
          <a:ln w="6350">
            <a:solidFill>
              <a:srgbClr val="B6BBC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37160" y="960120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 rot="16200000">
            <a:off x="0" y="2363724"/>
            <a:ext cx="182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932688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38379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83489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28600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37104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188208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639312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09041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54152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92624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43728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9483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345936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797040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248144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699248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150352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601456" y="1051560"/>
            <a:ext cx="0" cy="3355848"/>
          </a:xfrm>
          <a:prstGeom prst="line">
            <a:avLst/>
          </a:prstGeom>
          <a:noFill/>
          <a:ln w="3810">
            <a:solidFill>
              <a:srgbClr val="E7ECF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052560" y="1051560"/>
            <a:ext cx="0" cy="3355848"/>
          </a:xfrm>
          <a:prstGeom prst="line">
            <a:avLst/>
          </a:prstGeom>
          <a:noFill/>
          <a:ln w="10160">
            <a:solidFill>
              <a:srgbClr val="575A5D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2688" y="4407408"/>
            <a:ext cx="8119872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9264" y="3928001"/>
            <a:ext cx="2633472" cy="47940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9264" y="3964577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FTEs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969264" y="2729484"/>
            <a:ext cx="2633472" cy="1198517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969264" y="2766060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Contractors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969264" y="2528316"/>
            <a:ext cx="2633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969264" y="4462272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3675888" y="3208891"/>
            <a:ext cx="1280160" cy="119851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675888" y="324546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FTEs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3675888" y="2250077"/>
            <a:ext cx="1280160" cy="958814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675888" y="2286653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Contractors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3675888" y="2048909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3675888" y="44622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5029200" y="2489781"/>
            <a:ext cx="1280160" cy="1917627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029200" y="2526357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FTEs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5029200" y="2010374"/>
            <a:ext cx="1280160" cy="479407"/>
          </a:xfrm>
          <a:prstGeom prst="rect">
            <a:avLst/>
          </a:prstGeom>
          <a:solidFill>
            <a:srgbClr val="0A5CA8">
              <a:alpha val="72000"/>
            </a:srgbClr>
          </a:solidFill>
          <a:ln w="10160">
            <a:solidFill>
              <a:srgbClr val="0A5CA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5029200" y="204695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Contractors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5029200" y="1809206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10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029200" y="44622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382512" y="1770670"/>
            <a:ext cx="2633472" cy="2636738"/>
          </a:xfrm>
          <a:prstGeom prst="rect">
            <a:avLst/>
          </a:prstGeom>
          <a:solidFill>
            <a:srgbClr val="085CE5">
              <a:alpha val="78000"/>
            </a:srgbClr>
          </a:solidFill>
          <a:ln w="10160">
            <a:solidFill>
              <a:srgbClr val="085CE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382512" y="1807246"/>
            <a:ext cx="2633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FTEs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6382512" y="1569502"/>
            <a:ext cx="26334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11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6382512" y="4462272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Q3+ FY27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3639312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675888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1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4992624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029200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2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6345936" y="1051560"/>
            <a:ext cx="0" cy="3355848"/>
          </a:xfrm>
          <a:prstGeom prst="line">
            <a:avLst/>
          </a:prstGeom>
          <a:noFill/>
          <a:ln w="20320">
            <a:solidFill>
              <a:srgbClr val="C0404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382512" y="108813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Wave 3</a:t>
            </a:r>
            <a:endParaRPr lang="en-US" sz="700" dirty="0"/>
          </a:p>
        </p:txBody>
      </p:sp>
      <p:sp>
        <p:nvSpPr>
          <p:cNvPr id="126" name="Shape 124"/>
          <p:cNvSpPr/>
          <p:nvPr/>
        </p:nvSpPr>
        <p:spPr>
          <a:xfrm>
            <a:off x="3474720" y="4663440"/>
            <a:ext cx="182880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3730752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FTEs (Full-Time)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5852160" y="4663440"/>
            <a:ext cx="182880" cy="1280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108192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137160" y="4645152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Headcount figures are illustrative — update with actuals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manual review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false-positive reduction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2026-04-02T02:00:17Z</dcterms:created>
  <dcterms:modified xsi:type="dcterms:W3CDTF">2026-04-02T02:00:17Z</dcterms:modified>
</cp:coreProperties>
</file>