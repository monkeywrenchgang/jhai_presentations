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304" y="2157984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" y="2157984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7744" y="2194560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19456" y="236829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6596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96596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1114552" y="2386584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14552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114552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2032508" y="2386584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032508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2032508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237744" y="2724912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7744" y="272491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46304" y="2907792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6304" y="2907792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37744" y="2944368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19456" y="3118104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6596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96596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1114552" y="3136392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14552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114552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2032508" y="3136392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032508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2032508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237744" y="347472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7744" y="347472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46304" y="3657600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46304" y="3657600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37744" y="3694176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19456" y="386791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6596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196596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114552" y="3886200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114552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80" name="Text 78"/>
          <p:cNvSpPr/>
          <p:nvPr/>
        </p:nvSpPr>
        <p:spPr>
          <a:xfrm>
            <a:off x="1114552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2032508" y="3886200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32508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83" name="Text 81"/>
          <p:cNvSpPr/>
          <p:nvPr/>
        </p:nvSpPr>
        <p:spPr>
          <a:xfrm>
            <a:off x="2032508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237744" y="4224528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7744" y="4224528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9920" y="2157984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69920" y="2157984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261360" y="2194560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61360" y="2395728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3261360" y="2724912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261360" y="2724912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3169920" y="2907792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169920" y="2907792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261360" y="2944368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3261360" y="3145536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3261360" y="347472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261360" y="347472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3169920" y="3657600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169920" y="3657600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61360" y="3694176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3261360" y="3895344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261360" y="4224528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61360" y="422452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193536" y="2157984"/>
            <a:ext cx="2804160" cy="694944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193536" y="2157984"/>
            <a:ext cx="50292" cy="694944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284976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6284976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6284976" y="272491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284976" y="272491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6193536" y="2907792"/>
            <a:ext cx="2804160" cy="694944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193536" y="2907792"/>
            <a:ext cx="50292" cy="694944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284976" y="2944368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8595360" y="2962656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595360" y="29626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6284976" y="314553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6284976" y="3474720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284976" y="3474720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22" name="Text 120"/>
          <p:cNvSpPr/>
          <p:nvPr/>
        </p:nvSpPr>
        <p:spPr>
          <a:xfrm>
            <a:off x="365760" y="3968496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OWNERSHIP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solidFill>
            <a:srgbClr val="06185F">
              <a:alpha val="82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5760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solidFill>
            <a:srgbClr val="085CE5">
              <a:alpha val="8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496312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solidFill>
            <a:srgbClr val="0A5CA8">
              <a:alpha val="8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626864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solidFill>
            <a:srgbClr val="0A5C47">
              <a:alpha val="8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757416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2026-04-02T01:55:06Z</dcterms:created>
  <dcterms:modified xsi:type="dcterms:W3CDTF">2026-04-02T01:55:06Z</dcterms:modified>
</cp:coreProperties>
</file>