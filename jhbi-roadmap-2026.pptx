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1440" y="2103120"/>
            <a:ext cx="2171700" cy="219456"/>
          </a:xfrm>
          <a:prstGeom prst="rect">
            <a:avLst/>
          </a:prstGeom>
          <a:solidFill>
            <a:srgbClr val="06185F">
              <a:alpha val="82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440" y="2103120"/>
            <a:ext cx="217170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" y="2103120"/>
            <a:ext cx="2171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354580" y="2103120"/>
            <a:ext cx="2171700" cy="219456"/>
          </a:xfrm>
          <a:prstGeom prst="rect">
            <a:avLst/>
          </a:prstGeom>
          <a:solidFill>
            <a:srgbClr val="085CE5">
              <a:alpha val="8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54580" y="2103120"/>
            <a:ext cx="217170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54580" y="2103120"/>
            <a:ext cx="2171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617720" y="2103120"/>
            <a:ext cx="2171700" cy="219456"/>
          </a:xfrm>
          <a:prstGeom prst="rect">
            <a:avLst/>
          </a:prstGeom>
          <a:solidFill>
            <a:srgbClr val="0A5CA8">
              <a:alpha val="8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2103120"/>
            <a:ext cx="217170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0" y="2103120"/>
            <a:ext cx="2171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880860" y="2103120"/>
            <a:ext cx="2171700" cy="219456"/>
          </a:xfrm>
          <a:prstGeom prst="rect">
            <a:avLst/>
          </a:prstGeom>
          <a:solidFill>
            <a:srgbClr val="0A5C47">
              <a:alpha val="8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80860" y="2103120"/>
            <a:ext cx="2171700" cy="36576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80860" y="2103120"/>
            <a:ext cx="2171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1548384" y="2029968"/>
            <a:ext cx="0" cy="384048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" y="241401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6304" y="241401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7744" y="24414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19456" y="258775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96596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96596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1114552" y="260604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14552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114552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2032508" y="260604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032508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2032508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237744" y="291693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291693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146304" y="3090672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46304" y="3090672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37744" y="311810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219456" y="3264408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6596" y="3282696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96596" y="3474720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1114552" y="3282696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14552" y="3282696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114552" y="3474720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2032508" y="3282696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032508" y="3282696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2032508" y="3474720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237744" y="3593592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37744" y="3593592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146304" y="3767328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6304" y="3767328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37744" y="3794760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219456" y="3941064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96596" y="3959352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9" name="Text 87"/>
          <p:cNvSpPr/>
          <p:nvPr/>
        </p:nvSpPr>
        <p:spPr>
          <a:xfrm>
            <a:off x="196596" y="4151376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1114552" y="3959352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14552" y="3959352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1114552" y="4151376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032508" y="3959352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032508" y="3959352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2032508" y="4151376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237744" y="4270248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7744" y="4270248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4572000" y="2029968"/>
            <a:ext cx="0" cy="384048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169920" y="241401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169920" y="241401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61360" y="244144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3261360" y="26243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3261360" y="2734056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61360" y="2734056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3169920" y="290779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169920" y="290779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61360" y="293522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3261360" y="311810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3261360" y="3227832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261360" y="3227832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3169920" y="3401568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169920" y="3401568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261360" y="3429000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3261360" y="3611880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3261360" y="3721608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261360" y="372160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3169920" y="389534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169920" y="389534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261360" y="392277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3261360" y="410565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3261360" y="421538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261360" y="421538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23" name="Shape 121"/>
          <p:cNvSpPr/>
          <p:nvPr/>
        </p:nvSpPr>
        <p:spPr>
          <a:xfrm>
            <a:off x="7595616" y="2029968"/>
            <a:ext cx="0" cy="384048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193536" y="241401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193536" y="2414016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284976" y="24414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6266688" y="258775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243828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9" name="Text 127"/>
          <p:cNvSpPr/>
          <p:nvPr/>
        </p:nvSpPr>
        <p:spPr>
          <a:xfrm>
            <a:off x="6243828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7161784" y="260604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161784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7161784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8079740" y="260604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079740" y="260604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5" name="Text 133"/>
          <p:cNvSpPr/>
          <p:nvPr/>
        </p:nvSpPr>
        <p:spPr>
          <a:xfrm>
            <a:off x="8079740" y="279806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6284976" y="2916936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284976" y="291693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8" name="Shape 136"/>
          <p:cNvSpPr/>
          <p:nvPr/>
        </p:nvSpPr>
        <p:spPr>
          <a:xfrm>
            <a:off x="6193536" y="3090672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193536" y="3090672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284976" y="3118104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8595360" y="3136392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8595360" y="31363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6284976" y="3337560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6284976" y="3429000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284976" y="3429000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6" name="Shape 144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3-Wave FTE Conversion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32688" y="905256"/>
            <a:ext cx="2706624" cy="3502152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566928"/>
            <a:ext cx="2706624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566928"/>
            <a:ext cx="2670048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3639312" y="566928"/>
            <a:ext cx="1353312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 ·  Wave 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992624" y="566928"/>
            <a:ext cx="1353312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 ·  Wave 2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345936" y="566928"/>
            <a:ext cx="1353312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 ·  Wave 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699248" y="566928"/>
            <a:ext cx="1353312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7536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877824" y="4407408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315968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932688" y="392800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7824" y="392800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37160" y="383656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932688" y="344859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7824" y="344859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335715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932688" y="296918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7824" y="296918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7160" y="287774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932688" y="248978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7824" y="248978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37160" y="239834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932688" y="201037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7824" y="201037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37160" y="191893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932688" y="153096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7824" y="153096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37160" y="143952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932688" y="1051560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77824" y="1051560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37160" y="96012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 rot="16200000">
            <a:off x="0" y="2363724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3268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8379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3489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28600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710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8820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09041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4152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4372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9483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79704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24814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9924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035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60145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052560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2688" y="4407408"/>
            <a:ext cx="8119872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9264" y="3928001"/>
            <a:ext cx="2633472" cy="47940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9264" y="3964577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FTEs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69264" y="2729484"/>
            <a:ext cx="2633472" cy="119851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69264" y="2766060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Contractors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969264" y="2528316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969264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3675888" y="3208891"/>
            <a:ext cx="1280160" cy="119851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675888" y="324546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FTEs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3675888" y="2250077"/>
            <a:ext cx="1280160" cy="958814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675888" y="228665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Contractors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675888" y="2048909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3675888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5029200" y="2489781"/>
            <a:ext cx="1280160" cy="191762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29200" y="25263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FTEs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029200" y="2010374"/>
            <a:ext cx="1280160" cy="47940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0" y="204695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Contractors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0" y="180920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029200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382512" y="1770670"/>
            <a:ext cx="2633472" cy="2636738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382512" y="1807246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FTEs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6382512" y="1569502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6382512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 FY27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75888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1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029200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2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382512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3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3474720" y="4663440"/>
            <a:ext cx="182880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73075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FTEs (Full-Time)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5852160" y="4663440"/>
            <a:ext cx="182880" cy="1280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10819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37160" y="464515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Headcount figures are illustrative — update with actuals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2026-04-02T02:19:57Z</dcterms:created>
  <dcterms:modified xsi:type="dcterms:W3CDTF">2026-04-02T02:19:57Z</dcterms:modified>
</cp:coreProperties>
</file>