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36576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36576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219456"/>
          </a:xfrm>
          <a:prstGeom prst="rect">
            <a:avLst/>
          </a:prstGeom>
          <a:solidFill>
            <a:srgbClr val="E7ECF0">
              <a:alpha val="8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Open Positions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548384" y="2029968"/>
            <a:ext cx="0" cy="128016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6304" y="2157984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46304" y="2157984"/>
            <a:ext cx="50292" cy="457200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37744" y="2194560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548128" y="2212848"/>
            <a:ext cx="347472" cy="1828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8128" y="221284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237744" y="239572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146304" y="2670048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6304" y="2670048"/>
            <a:ext cx="50292" cy="457200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37744" y="2706624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548128" y="2724912"/>
            <a:ext cx="347472" cy="1828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8128" y="272491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237744" y="2907792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46304" y="3182112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46304" y="3182112"/>
            <a:ext cx="50292" cy="457200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37744" y="3218688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2548128" y="3236976"/>
            <a:ext cx="347472" cy="1828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8128" y="323697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237744" y="3419856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4572000" y="2029968"/>
            <a:ext cx="0" cy="128016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169920" y="2157984"/>
            <a:ext cx="28041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69920" y="2157984"/>
            <a:ext cx="50292" cy="45720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261360" y="2194560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3261360" y="2395728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3169920" y="2670048"/>
            <a:ext cx="28041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69920" y="2670048"/>
            <a:ext cx="50292" cy="45720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61360" y="2706624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3261360" y="2907792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3169920" y="3182112"/>
            <a:ext cx="28041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169920" y="3182112"/>
            <a:ext cx="50292" cy="45720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61360" y="3218688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3261360" y="3419856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7595616" y="2029968"/>
            <a:ext cx="0" cy="128016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193536" y="2157984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193536" y="2157984"/>
            <a:ext cx="50292" cy="457200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284976" y="2194560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8595360" y="2212848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595360" y="221284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6284976" y="239572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6193536" y="2670048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193536" y="2670048"/>
            <a:ext cx="50292" cy="457200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284976" y="2706624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8595360" y="2724912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595360" y="272491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6284976" y="2907792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apps in JH ecosystem (Churn, Anomaly, Zelle Memo)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55448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10642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1556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Integration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43000"/>
            <a:ext cx="2255520" cy="155448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4300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353312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624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89888"/>
            <a:ext cx="1109472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89888"/>
            <a:ext cx="105460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6002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6093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Enterprise Catalog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5632704" y="1636776"/>
            <a:ext cx="3401568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669280" y="1636776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883664"/>
            <a:ext cx="8915400" cy="155448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883664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2039112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20482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Requirements &amp; Design Baseline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2075688"/>
            <a:ext cx="2255520" cy="155448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2075688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286000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2951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Launch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322576"/>
            <a:ext cx="149148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322576"/>
            <a:ext cx="143662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5328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5420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Drift Monitoring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5632704" y="2569464"/>
            <a:ext cx="340156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669280" y="2569464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816352"/>
            <a:ext cx="8915400" cy="155448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816352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9718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9809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3008376"/>
            <a:ext cx="2255520" cy="155448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3008376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3218688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32278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Zelle Memo Intelligence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4486656" y="3255264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523232" y="32552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465576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4747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 Account Opening LTV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6778752" y="3502152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815328" y="35021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749040"/>
            <a:ext cx="8915400" cy="155448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28600" y="3749040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137160" y="39044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" y="39136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Registry</a:t>
            </a:r>
            <a:endParaRPr lang="en-US" sz="650" dirty="0"/>
          </a:p>
        </p:txBody>
      </p:sp>
      <p:sp>
        <p:nvSpPr>
          <p:cNvPr id="119" name="Shape 117"/>
          <p:cNvSpPr/>
          <p:nvPr/>
        </p:nvSpPr>
        <p:spPr>
          <a:xfrm>
            <a:off x="2194560" y="3941064"/>
            <a:ext cx="2255520" cy="155448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231136" y="39410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1" name="Shape 119"/>
          <p:cNvSpPr/>
          <p:nvPr/>
        </p:nvSpPr>
        <p:spPr>
          <a:xfrm>
            <a:off x="137160" y="4151376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2024" y="41605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486656" y="4187952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523232" y="41879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St…</a:t>
            </a:r>
            <a:endParaRPr lang="en-US" sz="600" dirty="0"/>
          </a:p>
        </p:txBody>
      </p:sp>
      <p:sp>
        <p:nvSpPr>
          <p:cNvPr id="125" name="Shape 123"/>
          <p:cNvSpPr/>
          <p:nvPr/>
        </p:nvSpPr>
        <p:spPr>
          <a:xfrm>
            <a:off x="137160" y="439826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440740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Horizon App Scoping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6778752" y="4434840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815328" y="443484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Horiz…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manual review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false-positive reduction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Analytics — FY27 Strategic Roadmap</dc:title>
  <dc:subject>PptxGenJS Presentation</dc:subject>
  <dc:creator>PptxGenJS</dc:creator>
  <cp:lastModifiedBy>PptxGenJS</cp:lastModifiedBy>
  <cp:revision>1</cp:revision>
  <dcterms:created xsi:type="dcterms:W3CDTF">2026-03-30T22:08:03Z</dcterms:created>
  <dcterms:modified xsi:type="dcterms:W3CDTF">2026-03-30T22:08:03Z</dcterms:modified>
</cp:coreProperties>
</file>