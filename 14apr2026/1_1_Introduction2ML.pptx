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7.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8.xml" ContentType="application/vnd.openxmlformats-officedocument.presentationml.tags+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84" r:id="rId1"/>
  </p:sldMasterIdLst>
  <p:notesMasterIdLst>
    <p:notesMasterId r:id="rId50"/>
  </p:notesMasterIdLst>
  <p:handoutMasterIdLst>
    <p:handoutMasterId r:id="rId51"/>
  </p:handoutMasterIdLst>
  <p:sldIdLst>
    <p:sldId id="633" r:id="rId2"/>
    <p:sldId id="1036" r:id="rId3"/>
    <p:sldId id="973" r:id="rId4"/>
    <p:sldId id="974" r:id="rId5"/>
    <p:sldId id="975" r:id="rId6"/>
    <p:sldId id="979" r:id="rId7"/>
    <p:sldId id="1038" r:id="rId8"/>
    <p:sldId id="293" r:id="rId9"/>
    <p:sldId id="906" r:id="rId10"/>
    <p:sldId id="907" r:id="rId11"/>
    <p:sldId id="908" r:id="rId12"/>
    <p:sldId id="909" r:id="rId13"/>
    <p:sldId id="910" r:id="rId14"/>
    <p:sldId id="911" r:id="rId15"/>
    <p:sldId id="323" r:id="rId16"/>
    <p:sldId id="324" r:id="rId17"/>
    <p:sldId id="957" r:id="rId18"/>
    <p:sldId id="959" r:id="rId19"/>
    <p:sldId id="2147468866" r:id="rId20"/>
    <p:sldId id="326" r:id="rId21"/>
    <p:sldId id="1012" r:id="rId22"/>
    <p:sldId id="1030" r:id="rId23"/>
    <p:sldId id="1031" r:id="rId24"/>
    <p:sldId id="1032" r:id="rId25"/>
    <p:sldId id="2147468869" r:id="rId26"/>
    <p:sldId id="2147468870" r:id="rId27"/>
    <p:sldId id="1033" r:id="rId28"/>
    <p:sldId id="1034" r:id="rId29"/>
    <p:sldId id="1035" r:id="rId30"/>
    <p:sldId id="1037" r:id="rId31"/>
    <p:sldId id="2147468871" r:id="rId32"/>
    <p:sldId id="2147468872" r:id="rId33"/>
    <p:sldId id="1040" r:id="rId34"/>
    <p:sldId id="1042" r:id="rId35"/>
    <p:sldId id="1043" r:id="rId36"/>
    <p:sldId id="2147468873" r:id="rId37"/>
    <p:sldId id="990" r:id="rId38"/>
    <p:sldId id="1027" r:id="rId39"/>
    <p:sldId id="2147468862" r:id="rId40"/>
    <p:sldId id="2147468863" r:id="rId41"/>
    <p:sldId id="2147468879" r:id="rId42"/>
    <p:sldId id="2147468874" r:id="rId43"/>
    <p:sldId id="2147468876" r:id="rId44"/>
    <p:sldId id="2147468877" r:id="rId45"/>
    <p:sldId id="2147468878" r:id="rId46"/>
    <p:sldId id="988" r:id="rId47"/>
    <p:sldId id="2147468880" r:id="rId48"/>
    <p:sldId id="634" r:id="rId49"/>
  </p:sldIdLst>
  <p:sldSz cx="12192000" cy="6858000"/>
  <p:notesSz cx="7023100" cy="9309100"/>
  <p:custDataLst>
    <p:tags r:id="rId52"/>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5"/>
    <a:srgbClr val="983222"/>
    <a:srgbClr val="766A62"/>
    <a:srgbClr val="82682E"/>
    <a:srgbClr val="6E6A34"/>
    <a:srgbClr val="9E7E38"/>
    <a:srgbClr val="FFFF99"/>
    <a:srgbClr val="BC9642"/>
    <a:srgbClr val="000000"/>
    <a:srgbClr val="D2C9D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73" autoAdjust="0"/>
    <p:restoredTop sz="87569" autoAdjust="0"/>
  </p:normalViewPr>
  <p:slideViewPr>
    <p:cSldViewPr snapToGrid="0" snapToObjects="1">
      <p:cViewPr varScale="1">
        <p:scale>
          <a:sx n="109" d="100"/>
          <a:sy n="109" d="100"/>
        </p:scale>
        <p:origin x="760" y="184"/>
      </p:cViewPr>
      <p:guideLst>
        <p:guide orient="horz" pos="2160"/>
        <p:guide pos="3840"/>
      </p:guideLst>
    </p:cSldViewPr>
  </p:slideViewPr>
  <p:outlineViewPr>
    <p:cViewPr>
      <p:scale>
        <a:sx n="33" d="100"/>
        <a:sy n="33" d="100"/>
      </p:scale>
      <p:origin x="0" y="-8334"/>
    </p:cViewPr>
  </p:outlineViewPr>
  <p:notesTextViewPr>
    <p:cViewPr>
      <p:scale>
        <a:sx n="100" d="100"/>
        <a:sy n="100" d="100"/>
      </p:scale>
      <p:origin x="0" y="0"/>
    </p:cViewPr>
  </p:notesTextViewPr>
  <p:sorterViewPr>
    <p:cViewPr>
      <p:scale>
        <a:sx n="150" d="100"/>
        <a:sy n="150" d="100"/>
      </p:scale>
      <p:origin x="0" y="30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1555B6D-B803-44B7-994B-6E70A950488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E9739448-F9D8-48A8-A96F-ED4AAC1D5806}">
      <dgm:prSet/>
      <dgm:spPr/>
      <dgm:t>
        <a:bodyPr/>
        <a:lstStyle/>
        <a:p>
          <a:r>
            <a:rPr lang="en-US"/>
            <a:t>Syllabus</a:t>
          </a:r>
        </a:p>
      </dgm:t>
    </dgm:pt>
    <dgm:pt modelId="{907A4F28-744B-4595-B786-1EF0B3F9DEBC}" type="parTrans" cxnId="{CD19EDEF-8FC6-476C-B56B-85523006CF2C}">
      <dgm:prSet/>
      <dgm:spPr/>
      <dgm:t>
        <a:bodyPr/>
        <a:lstStyle/>
        <a:p>
          <a:endParaRPr lang="en-US"/>
        </a:p>
      </dgm:t>
    </dgm:pt>
    <dgm:pt modelId="{D8A84A58-B7F6-4DB8-8138-A0F667201346}" type="sibTrans" cxnId="{CD19EDEF-8FC6-476C-B56B-85523006CF2C}">
      <dgm:prSet/>
      <dgm:spPr/>
      <dgm:t>
        <a:bodyPr/>
        <a:lstStyle/>
        <a:p>
          <a:endParaRPr lang="en-US"/>
        </a:p>
      </dgm:t>
    </dgm:pt>
    <dgm:pt modelId="{A4F6A387-5FC7-40A1-A922-EFADF960B0CC}">
      <dgm:prSet/>
      <dgm:spPr/>
      <dgm:t>
        <a:bodyPr/>
        <a:lstStyle/>
        <a:p>
          <a:r>
            <a:rPr lang="en-US"/>
            <a:t>Book</a:t>
          </a:r>
        </a:p>
      </dgm:t>
    </dgm:pt>
    <dgm:pt modelId="{F727FF82-8758-43B6-A3FB-6E67762C2D0E}" type="parTrans" cxnId="{FEB0FD6B-7FC0-445E-9AB2-B53B32D3E67F}">
      <dgm:prSet/>
      <dgm:spPr/>
      <dgm:t>
        <a:bodyPr/>
        <a:lstStyle/>
        <a:p>
          <a:endParaRPr lang="en-US"/>
        </a:p>
      </dgm:t>
    </dgm:pt>
    <dgm:pt modelId="{84455C9B-0636-4C69-A07A-8A5D3F23F108}" type="sibTrans" cxnId="{FEB0FD6B-7FC0-445E-9AB2-B53B32D3E67F}">
      <dgm:prSet/>
      <dgm:spPr/>
      <dgm:t>
        <a:bodyPr/>
        <a:lstStyle/>
        <a:p>
          <a:endParaRPr lang="en-US"/>
        </a:p>
      </dgm:t>
    </dgm:pt>
    <dgm:pt modelId="{1486E6DE-7A61-48ED-8BBE-20E7F63A311B}">
      <dgm:prSet/>
      <dgm:spPr/>
      <dgm:t>
        <a:bodyPr/>
        <a:lstStyle/>
        <a:p>
          <a:r>
            <a:rPr lang="en-US"/>
            <a:t>Grading</a:t>
          </a:r>
        </a:p>
      </dgm:t>
    </dgm:pt>
    <dgm:pt modelId="{85C4002F-F942-4C99-B3A9-C7AA5D2D378A}" type="parTrans" cxnId="{ACCF3083-893B-4F58-9A18-0E0A75B873E1}">
      <dgm:prSet/>
      <dgm:spPr/>
      <dgm:t>
        <a:bodyPr/>
        <a:lstStyle/>
        <a:p>
          <a:endParaRPr lang="en-US"/>
        </a:p>
      </dgm:t>
    </dgm:pt>
    <dgm:pt modelId="{0B7748B4-6417-4E1E-9D96-A6619173B01C}" type="sibTrans" cxnId="{ACCF3083-893B-4F58-9A18-0E0A75B873E1}">
      <dgm:prSet/>
      <dgm:spPr/>
      <dgm:t>
        <a:bodyPr/>
        <a:lstStyle/>
        <a:p>
          <a:endParaRPr lang="en-US"/>
        </a:p>
      </dgm:t>
    </dgm:pt>
    <dgm:pt modelId="{3EBCED5C-B5FD-486F-BAB7-C75FF83EEA8C}">
      <dgm:prSet/>
      <dgm:spPr/>
      <dgm:t>
        <a:bodyPr/>
        <a:lstStyle/>
        <a:p>
          <a:r>
            <a:rPr lang="en-US"/>
            <a:t>What to turn in</a:t>
          </a:r>
        </a:p>
      </dgm:t>
    </dgm:pt>
    <dgm:pt modelId="{C6E79159-7DE9-406C-A872-A7E7D1D6875E}" type="parTrans" cxnId="{73AAC351-F00E-4A90-AEAD-88EB0F88D411}">
      <dgm:prSet/>
      <dgm:spPr/>
      <dgm:t>
        <a:bodyPr/>
        <a:lstStyle/>
        <a:p>
          <a:endParaRPr lang="en-US"/>
        </a:p>
      </dgm:t>
    </dgm:pt>
    <dgm:pt modelId="{EF3F6A49-37EC-4B21-97E4-7FA172DF7C19}" type="sibTrans" cxnId="{73AAC351-F00E-4A90-AEAD-88EB0F88D411}">
      <dgm:prSet/>
      <dgm:spPr/>
      <dgm:t>
        <a:bodyPr/>
        <a:lstStyle/>
        <a:p>
          <a:endParaRPr lang="en-US"/>
        </a:p>
      </dgm:t>
    </dgm:pt>
    <dgm:pt modelId="{BAF07E0F-8018-48A8-A079-A0BCC92FFB8A}">
      <dgm:prSet/>
      <dgm:spPr/>
      <dgm:t>
        <a:bodyPr/>
        <a:lstStyle/>
        <a:p>
          <a:r>
            <a:rPr lang="en-US"/>
            <a:t>Basics of Machine Learning </a:t>
          </a:r>
        </a:p>
      </dgm:t>
    </dgm:pt>
    <dgm:pt modelId="{B71C6B42-3377-4CFB-BD6F-CBB2AC281F13}" type="parTrans" cxnId="{93DE7FFB-5AA3-4DF1-8FB8-2FBE4AA289AB}">
      <dgm:prSet/>
      <dgm:spPr/>
      <dgm:t>
        <a:bodyPr/>
        <a:lstStyle/>
        <a:p>
          <a:endParaRPr lang="en-US"/>
        </a:p>
      </dgm:t>
    </dgm:pt>
    <dgm:pt modelId="{6A07EB17-8FA9-4783-9F6E-B0A0B1D9471F}" type="sibTrans" cxnId="{93DE7FFB-5AA3-4DF1-8FB8-2FBE4AA289AB}">
      <dgm:prSet/>
      <dgm:spPr/>
      <dgm:t>
        <a:bodyPr/>
        <a:lstStyle/>
        <a:p>
          <a:endParaRPr lang="en-US"/>
        </a:p>
      </dgm:t>
    </dgm:pt>
    <dgm:pt modelId="{9DDB4E55-2754-4666-B094-732B15574198}">
      <dgm:prSet/>
      <dgm:spPr/>
      <dgm:t>
        <a:bodyPr/>
        <a:lstStyle/>
        <a:p>
          <a:r>
            <a:rPr lang="en-US" dirty="0"/>
            <a:t>Scikit-Learn models</a:t>
          </a:r>
        </a:p>
      </dgm:t>
    </dgm:pt>
    <dgm:pt modelId="{E14711C9-86A3-4EFB-9E57-21397E2C06E3}" type="parTrans" cxnId="{9EFF9838-8DA1-4222-9AE1-5B29C899ED1F}">
      <dgm:prSet/>
      <dgm:spPr/>
      <dgm:t>
        <a:bodyPr/>
        <a:lstStyle/>
        <a:p>
          <a:endParaRPr lang="en-US"/>
        </a:p>
      </dgm:t>
    </dgm:pt>
    <dgm:pt modelId="{145BE8C0-D9D3-42F3-BA47-11813B31C60C}" type="sibTrans" cxnId="{9EFF9838-8DA1-4222-9AE1-5B29C899ED1F}">
      <dgm:prSet/>
      <dgm:spPr/>
      <dgm:t>
        <a:bodyPr/>
        <a:lstStyle/>
        <a:p>
          <a:endParaRPr lang="en-US"/>
        </a:p>
      </dgm:t>
    </dgm:pt>
    <dgm:pt modelId="{1E850D39-567A-4302-AFE0-AAC4C91E6420}">
      <dgm:prSet/>
      <dgm:spPr/>
      <dgm:t>
        <a:bodyPr/>
        <a:lstStyle/>
        <a:p>
          <a:r>
            <a:rPr lang="en-US"/>
            <a:t>Evaluation of ML Models</a:t>
          </a:r>
        </a:p>
      </dgm:t>
    </dgm:pt>
    <dgm:pt modelId="{BB1086E8-98E2-4B15-8AE5-9E934BEAF08B}" type="parTrans" cxnId="{F2375D43-C99D-45CD-BB5D-2C12F4C6B380}">
      <dgm:prSet/>
      <dgm:spPr/>
      <dgm:t>
        <a:bodyPr/>
        <a:lstStyle/>
        <a:p>
          <a:endParaRPr lang="en-US"/>
        </a:p>
      </dgm:t>
    </dgm:pt>
    <dgm:pt modelId="{9AD704E5-0FAE-4DF0-BC97-9EBB495468CC}" type="sibTrans" cxnId="{F2375D43-C99D-45CD-BB5D-2C12F4C6B380}">
      <dgm:prSet/>
      <dgm:spPr/>
      <dgm:t>
        <a:bodyPr/>
        <a:lstStyle/>
        <a:p>
          <a:endParaRPr lang="en-US"/>
        </a:p>
      </dgm:t>
    </dgm:pt>
    <dgm:pt modelId="{5C402B32-704D-4C81-B5C2-200F4C88A69C}">
      <dgm:prSet/>
      <dgm:spPr/>
      <dgm:t>
        <a:bodyPr/>
        <a:lstStyle/>
        <a:p>
          <a:r>
            <a:rPr lang="en-US"/>
            <a:t>Resources </a:t>
          </a:r>
        </a:p>
      </dgm:t>
    </dgm:pt>
    <dgm:pt modelId="{7EC248FB-8495-413C-9AD5-A19C4EE3C29A}" type="parTrans" cxnId="{FAF221B6-8FD0-4601-8932-07444771C20D}">
      <dgm:prSet/>
      <dgm:spPr/>
      <dgm:t>
        <a:bodyPr/>
        <a:lstStyle/>
        <a:p>
          <a:endParaRPr lang="en-US"/>
        </a:p>
      </dgm:t>
    </dgm:pt>
    <dgm:pt modelId="{AAE405EC-A69F-4CF1-8A9A-A5545BBF1977}" type="sibTrans" cxnId="{FAF221B6-8FD0-4601-8932-07444771C20D}">
      <dgm:prSet/>
      <dgm:spPr/>
      <dgm:t>
        <a:bodyPr/>
        <a:lstStyle/>
        <a:p>
          <a:endParaRPr lang="en-US"/>
        </a:p>
      </dgm:t>
    </dgm:pt>
    <dgm:pt modelId="{793832BB-4944-094A-9959-1680D6E4E792}" type="pres">
      <dgm:prSet presAssocID="{51555B6D-B803-44B7-994B-6E70A9504880}" presName="linear" presStyleCnt="0">
        <dgm:presLayoutVars>
          <dgm:dir/>
          <dgm:animLvl val="lvl"/>
          <dgm:resizeHandles val="exact"/>
        </dgm:presLayoutVars>
      </dgm:prSet>
      <dgm:spPr/>
    </dgm:pt>
    <dgm:pt modelId="{D442E4BB-B728-9D4B-A715-4C57A3C0A3E8}" type="pres">
      <dgm:prSet presAssocID="{E9739448-F9D8-48A8-A96F-ED4AAC1D5806}" presName="parentLin" presStyleCnt="0"/>
      <dgm:spPr/>
    </dgm:pt>
    <dgm:pt modelId="{60DB8213-C61C-424B-AE4B-53D8E0C9BB42}" type="pres">
      <dgm:prSet presAssocID="{E9739448-F9D8-48A8-A96F-ED4AAC1D5806}" presName="parentLeftMargin" presStyleLbl="node1" presStyleIdx="0" presStyleCnt="5"/>
      <dgm:spPr/>
    </dgm:pt>
    <dgm:pt modelId="{BEDD0F66-E015-534C-9F35-4D35B02470E6}" type="pres">
      <dgm:prSet presAssocID="{E9739448-F9D8-48A8-A96F-ED4AAC1D5806}" presName="parentText" presStyleLbl="node1" presStyleIdx="0" presStyleCnt="5">
        <dgm:presLayoutVars>
          <dgm:chMax val="0"/>
          <dgm:bulletEnabled val="1"/>
        </dgm:presLayoutVars>
      </dgm:prSet>
      <dgm:spPr/>
    </dgm:pt>
    <dgm:pt modelId="{A2CE738C-06A9-D748-9851-BAABAF2191FA}" type="pres">
      <dgm:prSet presAssocID="{E9739448-F9D8-48A8-A96F-ED4AAC1D5806}" presName="negativeSpace" presStyleCnt="0"/>
      <dgm:spPr/>
    </dgm:pt>
    <dgm:pt modelId="{EF3BE65C-B9CD-1842-B8B6-0E24DDCF4555}" type="pres">
      <dgm:prSet presAssocID="{E9739448-F9D8-48A8-A96F-ED4AAC1D5806}" presName="childText" presStyleLbl="conFgAcc1" presStyleIdx="0" presStyleCnt="5">
        <dgm:presLayoutVars>
          <dgm:bulletEnabled val="1"/>
        </dgm:presLayoutVars>
      </dgm:prSet>
      <dgm:spPr/>
    </dgm:pt>
    <dgm:pt modelId="{BE64F23F-C9AC-334D-AF09-9CDCE463FF01}" type="pres">
      <dgm:prSet presAssocID="{D8A84A58-B7F6-4DB8-8138-A0F667201346}" presName="spaceBetweenRectangles" presStyleCnt="0"/>
      <dgm:spPr/>
    </dgm:pt>
    <dgm:pt modelId="{A999C97F-771D-A942-9F8F-633672EA274E}" type="pres">
      <dgm:prSet presAssocID="{BAF07E0F-8018-48A8-A079-A0BCC92FFB8A}" presName="parentLin" presStyleCnt="0"/>
      <dgm:spPr/>
    </dgm:pt>
    <dgm:pt modelId="{5294497E-200D-6047-9FB3-18BF0F6C0723}" type="pres">
      <dgm:prSet presAssocID="{BAF07E0F-8018-48A8-A079-A0BCC92FFB8A}" presName="parentLeftMargin" presStyleLbl="node1" presStyleIdx="0" presStyleCnt="5"/>
      <dgm:spPr/>
    </dgm:pt>
    <dgm:pt modelId="{BA8D7080-622E-E448-AE79-18ED879DB00A}" type="pres">
      <dgm:prSet presAssocID="{BAF07E0F-8018-48A8-A079-A0BCC92FFB8A}" presName="parentText" presStyleLbl="node1" presStyleIdx="1" presStyleCnt="5">
        <dgm:presLayoutVars>
          <dgm:chMax val="0"/>
          <dgm:bulletEnabled val="1"/>
        </dgm:presLayoutVars>
      </dgm:prSet>
      <dgm:spPr/>
    </dgm:pt>
    <dgm:pt modelId="{37CE57FC-D848-AF43-8DF5-0D3FD29C5D3F}" type="pres">
      <dgm:prSet presAssocID="{BAF07E0F-8018-48A8-A079-A0BCC92FFB8A}" presName="negativeSpace" presStyleCnt="0"/>
      <dgm:spPr/>
    </dgm:pt>
    <dgm:pt modelId="{4C6A0698-0658-064D-AF2B-2C1C1A5663B3}" type="pres">
      <dgm:prSet presAssocID="{BAF07E0F-8018-48A8-A079-A0BCC92FFB8A}" presName="childText" presStyleLbl="conFgAcc1" presStyleIdx="1" presStyleCnt="5">
        <dgm:presLayoutVars>
          <dgm:bulletEnabled val="1"/>
        </dgm:presLayoutVars>
      </dgm:prSet>
      <dgm:spPr/>
    </dgm:pt>
    <dgm:pt modelId="{AC9E7C10-7AD9-3B43-AA38-6DD75587CC62}" type="pres">
      <dgm:prSet presAssocID="{6A07EB17-8FA9-4783-9F6E-B0A0B1D9471F}" presName="spaceBetweenRectangles" presStyleCnt="0"/>
      <dgm:spPr/>
    </dgm:pt>
    <dgm:pt modelId="{6DB30561-1E8A-D142-B38C-28A895B02298}" type="pres">
      <dgm:prSet presAssocID="{9DDB4E55-2754-4666-B094-732B15574198}" presName="parentLin" presStyleCnt="0"/>
      <dgm:spPr/>
    </dgm:pt>
    <dgm:pt modelId="{6C59DF88-B41C-534E-BD30-9C37896EFE08}" type="pres">
      <dgm:prSet presAssocID="{9DDB4E55-2754-4666-B094-732B15574198}" presName="parentLeftMargin" presStyleLbl="node1" presStyleIdx="1" presStyleCnt="5"/>
      <dgm:spPr/>
    </dgm:pt>
    <dgm:pt modelId="{FB4AE26E-78A7-4947-91C8-2ECAFEB42EC9}" type="pres">
      <dgm:prSet presAssocID="{9DDB4E55-2754-4666-B094-732B15574198}" presName="parentText" presStyleLbl="node1" presStyleIdx="2" presStyleCnt="5">
        <dgm:presLayoutVars>
          <dgm:chMax val="0"/>
          <dgm:bulletEnabled val="1"/>
        </dgm:presLayoutVars>
      </dgm:prSet>
      <dgm:spPr/>
    </dgm:pt>
    <dgm:pt modelId="{FC423349-1042-6248-A2CE-0B831E0CA1B3}" type="pres">
      <dgm:prSet presAssocID="{9DDB4E55-2754-4666-B094-732B15574198}" presName="negativeSpace" presStyleCnt="0"/>
      <dgm:spPr/>
    </dgm:pt>
    <dgm:pt modelId="{B35F41D7-22C7-9E42-B8B1-2289B64E2664}" type="pres">
      <dgm:prSet presAssocID="{9DDB4E55-2754-4666-B094-732B15574198}" presName="childText" presStyleLbl="conFgAcc1" presStyleIdx="2" presStyleCnt="5">
        <dgm:presLayoutVars>
          <dgm:bulletEnabled val="1"/>
        </dgm:presLayoutVars>
      </dgm:prSet>
      <dgm:spPr/>
    </dgm:pt>
    <dgm:pt modelId="{4780BDFA-70C7-CE4D-8A57-D2137DFFE97F}" type="pres">
      <dgm:prSet presAssocID="{145BE8C0-D9D3-42F3-BA47-11813B31C60C}" presName="spaceBetweenRectangles" presStyleCnt="0"/>
      <dgm:spPr/>
    </dgm:pt>
    <dgm:pt modelId="{4250DC05-031A-8A40-99FC-EA28B82112C5}" type="pres">
      <dgm:prSet presAssocID="{1E850D39-567A-4302-AFE0-AAC4C91E6420}" presName="parentLin" presStyleCnt="0"/>
      <dgm:spPr/>
    </dgm:pt>
    <dgm:pt modelId="{E6636DCA-6794-9645-B1A6-3561561AAEFE}" type="pres">
      <dgm:prSet presAssocID="{1E850D39-567A-4302-AFE0-AAC4C91E6420}" presName="parentLeftMargin" presStyleLbl="node1" presStyleIdx="2" presStyleCnt="5"/>
      <dgm:spPr/>
    </dgm:pt>
    <dgm:pt modelId="{8A6A8AB4-41D0-C548-B125-59D65CCC3BC4}" type="pres">
      <dgm:prSet presAssocID="{1E850D39-567A-4302-AFE0-AAC4C91E6420}" presName="parentText" presStyleLbl="node1" presStyleIdx="3" presStyleCnt="5">
        <dgm:presLayoutVars>
          <dgm:chMax val="0"/>
          <dgm:bulletEnabled val="1"/>
        </dgm:presLayoutVars>
      </dgm:prSet>
      <dgm:spPr/>
    </dgm:pt>
    <dgm:pt modelId="{2A14A5BA-1D44-0847-878F-53003234D3BD}" type="pres">
      <dgm:prSet presAssocID="{1E850D39-567A-4302-AFE0-AAC4C91E6420}" presName="negativeSpace" presStyleCnt="0"/>
      <dgm:spPr/>
    </dgm:pt>
    <dgm:pt modelId="{6124C763-557F-DF4A-AC48-9E7C52E35FCB}" type="pres">
      <dgm:prSet presAssocID="{1E850D39-567A-4302-AFE0-AAC4C91E6420}" presName="childText" presStyleLbl="conFgAcc1" presStyleIdx="3" presStyleCnt="5">
        <dgm:presLayoutVars>
          <dgm:bulletEnabled val="1"/>
        </dgm:presLayoutVars>
      </dgm:prSet>
      <dgm:spPr/>
    </dgm:pt>
    <dgm:pt modelId="{99F38ECA-21BC-4F46-ABEF-34345288AA71}" type="pres">
      <dgm:prSet presAssocID="{9AD704E5-0FAE-4DF0-BC97-9EBB495468CC}" presName="spaceBetweenRectangles" presStyleCnt="0"/>
      <dgm:spPr/>
    </dgm:pt>
    <dgm:pt modelId="{1B3C514B-5575-8549-9DB9-416CD482EDDB}" type="pres">
      <dgm:prSet presAssocID="{5C402B32-704D-4C81-B5C2-200F4C88A69C}" presName="parentLin" presStyleCnt="0"/>
      <dgm:spPr/>
    </dgm:pt>
    <dgm:pt modelId="{DE25CC5B-B216-564C-90C7-5A18650E83FD}" type="pres">
      <dgm:prSet presAssocID="{5C402B32-704D-4C81-B5C2-200F4C88A69C}" presName="parentLeftMargin" presStyleLbl="node1" presStyleIdx="3" presStyleCnt="5"/>
      <dgm:spPr/>
    </dgm:pt>
    <dgm:pt modelId="{F962CDD2-BBD2-7D4A-B06D-3474DE9250AC}" type="pres">
      <dgm:prSet presAssocID="{5C402B32-704D-4C81-B5C2-200F4C88A69C}" presName="parentText" presStyleLbl="node1" presStyleIdx="4" presStyleCnt="5">
        <dgm:presLayoutVars>
          <dgm:chMax val="0"/>
          <dgm:bulletEnabled val="1"/>
        </dgm:presLayoutVars>
      </dgm:prSet>
      <dgm:spPr/>
    </dgm:pt>
    <dgm:pt modelId="{5BC76C18-DE3D-F64F-8C29-7D9FD532046F}" type="pres">
      <dgm:prSet presAssocID="{5C402B32-704D-4C81-B5C2-200F4C88A69C}" presName="negativeSpace" presStyleCnt="0"/>
      <dgm:spPr/>
    </dgm:pt>
    <dgm:pt modelId="{71DB2E0C-99C2-1047-BFE0-6785DD5F5DBF}" type="pres">
      <dgm:prSet presAssocID="{5C402B32-704D-4C81-B5C2-200F4C88A69C}" presName="childText" presStyleLbl="conFgAcc1" presStyleIdx="4" presStyleCnt="5">
        <dgm:presLayoutVars>
          <dgm:bulletEnabled val="1"/>
        </dgm:presLayoutVars>
      </dgm:prSet>
      <dgm:spPr/>
    </dgm:pt>
  </dgm:ptLst>
  <dgm:cxnLst>
    <dgm:cxn modelId="{3269C724-2297-B947-9DEB-C497AC8AB7A0}" type="presOf" srcId="{9DDB4E55-2754-4666-B094-732B15574198}" destId="{6C59DF88-B41C-534E-BD30-9C37896EFE08}" srcOrd="0" destOrd="0" presId="urn:microsoft.com/office/officeart/2005/8/layout/list1"/>
    <dgm:cxn modelId="{9EFF9838-8DA1-4222-9AE1-5B29C899ED1F}" srcId="{51555B6D-B803-44B7-994B-6E70A9504880}" destId="{9DDB4E55-2754-4666-B094-732B15574198}" srcOrd="2" destOrd="0" parTransId="{E14711C9-86A3-4EFB-9E57-21397E2C06E3}" sibTransId="{145BE8C0-D9D3-42F3-BA47-11813B31C60C}"/>
    <dgm:cxn modelId="{F2375D43-C99D-45CD-BB5D-2C12F4C6B380}" srcId="{51555B6D-B803-44B7-994B-6E70A9504880}" destId="{1E850D39-567A-4302-AFE0-AAC4C91E6420}" srcOrd="3" destOrd="0" parTransId="{BB1086E8-98E2-4B15-8AE5-9E934BEAF08B}" sibTransId="{9AD704E5-0FAE-4DF0-BC97-9EBB495468CC}"/>
    <dgm:cxn modelId="{73AAC351-F00E-4A90-AEAD-88EB0F88D411}" srcId="{E9739448-F9D8-48A8-A96F-ED4AAC1D5806}" destId="{3EBCED5C-B5FD-486F-BAB7-C75FF83EEA8C}" srcOrd="2" destOrd="0" parTransId="{C6E79159-7DE9-406C-A872-A7E7D1D6875E}" sibTransId="{EF3F6A49-37EC-4B21-97E4-7FA172DF7C19}"/>
    <dgm:cxn modelId="{CC255F5F-0BEF-9742-BA4C-66F1AA9EE83D}" type="presOf" srcId="{5C402B32-704D-4C81-B5C2-200F4C88A69C}" destId="{F962CDD2-BBD2-7D4A-B06D-3474DE9250AC}" srcOrd="1" destOrd="0" presId="urn:microsoft.com/office/officeart/2005/8/layout/list1"/>
    <dgm:cxn modelId="{FEB0FD6B-7FC0-445E-9AB2-B53B32D3E67F}" srcId="{E9739448-F9D8-48A8-A96F-ED4AAC1D5806}" destId="{A4F6A387-5FC7-40A1-A922-EFADF960B0CC}" srcOrd="0" destOrd="0" parTransId="{F727FF82-8758-43B6-A3FB-6E67762C2D0E}" sibTransId="{84455C9B-0636-4C69-A07A-8A5D3F23F108}"/>
    <dgm:cxn modelId="{AF9F6B6C-6EB8-A740-B065-029489CE965B}" type="presOf" srcId="{BAF07E0F-8018-48A8-A079-A0BCC92FFB8A}" destId="{5294497E-200D-6047-9FB3-18BF0F6C0723}" srcOrd="0" destOrd="0" presId="urn:microsoft.com/office/officeart/2005/8/layout/list1"/>
    <dgm:cxn modelId="{42637E71-D54F-6146-B9EC-3CD02E9AA30C}" type="presOf" srcId="{1E850D39-567A-4302-AFE0-AAC4C91E6420}" destId="{8A6A8AB4-41D0-C548-B125-59D65CCC3BC4}" srcOrd="1" destOrd="0" presId="urn:microsoft.com/office/officeart/2005/8/layout/list1"/>
    <dgm:cxn modelId="{824DB071-B9AE-A447-ABC4-40EE32601586}" type="presOf" srcId="{A4F6A387-5FC7-40A1-A922-EFADF960B0CC}" destId="{EF3BE65C-B9CD-1842-B8B6-0E24DDCF4555}" srcOrd="0" destOrd="0" presId="urn:microsoft.com/office/officeart/2005/8/layout/list1"/>
    <dgm:cxn modelId="{D139F580-3122-834F-9B7A-8F41D3E67B4C}" type="presOf" srcId="{51555B6D-B803-44B7-994B-6E70A9504880}" destId="{793832BB-4944-094A-9959-1680D6E4E792}" srcOrd="0" destOrd="0" presId="urn:microsoft.com/office/officeart/2005/8/layout/list1"/>
    <dgm:cxn modelId="{ACCF3083-893B-4F58-9A18-0E0A75B873E1}" srcId="{E9739448-F9D8-48A8-A96F-ED4AAC1D5806}" destId="{1486E6DE-7A61-48ED-8BBE-20E7F63A311B}" srcOrd="1" destOrd="0" parTransId="{85C4002F-F942-4C99-B3A9-C7AA5D2D378A}" sibTransId="{0B7748B4-6417-4E1E-9D96-A6619173B01C}"/>
    <dgm:cxn modelId="{9E506E83-7AB1-624E-A9D5-914E617C669E}" type="presOf" srcId="{BAF07E0F-8018-48A8-A079-A0BCC92FFB8A}" destId="{BA8D7080-622E-E448-AE79-18ED879DB00A}" srcOrd="1" destOrd="0" presId="urn:microsoft.com/office/officeart/2005/8/layout/list1"/>
    <dgm:cxn modelId="{5BB1469C-0642-AD45-AF0E-371D94A50F13}" type="presOf" srcId="{1E850D39-567A-4302-AFE0-AAC4C91E6420}" destId="{E6636DCA-6794-9645-B1A6-3561561AAEFE}" srcOrd="0" destOrd="0" presId="urn:microsoft.com/office/officeart/2005/8/layout/list1"/>
    <dgm:cxn modelId="{FAF221B6-8FD0-4601-8932-07444771C20D}" srcId="{51555B6D-B803-44B7-994B-6E70A9504880}" destId="{5C402B32-704D-4C81-B5C2-200F4C88A69C}" srcOrd="4" destOrd="0" parTransId="{7EC248FB-8495-413C-9AD5-A19C4EE3C29A}" sibTransId="{AAE405EC-A69F-4CF1-8A9A-A5545BBF1977}"/>
    <dgm:cxn modelId="{752813BB-3096-524F-B683-9B7E5CEF09D2}" type="presOf" srcId="{E9739448-F9D8-48A8-A96F-ED4AAC1D5806}" destId="{BEDD0F66-E015-534C-9F35-4D35B02470E6}" srcOrd="1" destOrd="0" presId="urn:microsoft.com/office/officeart/2005/8/layout/list1"/>
    <dgm:cxn modelId="{7BAEEBD9-C57F-704F-97B3-842D9B8A5C46}" type="presOf" srcId="{5C402B32-704D-4C81-B5C2-200F4C88A69C}" destId="{DE25CC5B-B216-564C-90C7-5A18650E83FD}" srcOrd="0" destOrd="0" presId="urn:microsoft.com/office/officeart/2005/8/layout/list1"/>
    <dgm:cxn modelId="{056E75DE-96A2-D84D-80D9-9D6BC3668B52}" type="presOf" srcId="{1486E6DE-7A61-48ED-8BBE-20E7F63A311B}" destId="{EF3BE65C-B9CD-1842-B8B6-0E24DDCF4555}" srcOrd="0" destOrd="1" presId="urn:microsoft.com/office/officeart/2005/8/layout/list1"/>
    <dgm:cxn modelId="{789F34E8-AA96-414E-93C5-47F661CFB3DD}" type="presOf" srcId="{3EBCED5C-B5FD-486F-BAB7-C75FF83EEA8C}" destId="{EF3BE65C-B9CD-1842-B8B6-0E24DDCF4555}" srcOrd="0" destOrd="2" presId="urn:microsoft.com/office/officeart/2005/8/layout/list1"/>
    <dgm:cxn modelId="{354694E9-1662-514A-B236-9B70A4642283}" type="presOf" srcId="{E9739448-F9D8-48A8-A96F-ED4AAC1D5806}" destId="{60DB8213-C61C-424B-AE4B-53D8E0C9BB42}" srcOrd="0" destOrd="0" presId="urn:microsoft.com/office/officeart/2005/8/layout/list1"/>
    <dgm:cxn modelId="{CD19EDEF-8FC6-476C-B56B-85523006CF2C}" srcId="{51555B6D-B803-44B7-994B-6E70A9504880}" destId="{E9739448-F9D8-48A8-A96F-ED4AAC1D5806}" srcOrd="0" destOrd="0" parTransId="{907A4F28-744B-4595-B786-1EF0B3F9DEBC}" sibTransId="{D8A84A58-B7F6-4DB8-8138-A0F667201346}"/>
    <dgm:cxn modelId="{3CC956F9-A5B1-E249-B3C4-15E8D540F75D}" type="presOf" srcId="{9DDB4E55-2754-4666-B094-732B15574198}" destId="{FB4AE26E-78A7-4947-91C8-2ECAFEB42EC9}" srcOrd="1" destOrd="0" presId="urn:microsoft.com/office/officeart/2005/8/layout/list1"/>
    <dgm:cxn modelId="{93DE7FFB-5AA3-4DF1-8FB8-2FBE4AA289AB}" srcId="{51555B6D-B803-44B7-994B-6E70A9504880}" destId="{BAF07E0F-8018-48A8-A079-A0BCC92FFB8A}" srcOrd="1" destOrd="0" parTransId="{B71C6B42-3377-4CFB-BD6F-CBB2AC281F13}" sibTransId="{6A07EB17-8FA9-4783-9F6E-B0A0B1D9471F}"/>
    <dgm:cxn modelId="{B043651B-28CE-5248-A45A-DA2C2A80DC6D}" type="presParOf" srcId="{793832BB-4944-094A-9959-1680D6E4E792}" destId="{D442E4BB-B728-9D4B-A715-4C57A3C0A3E8}" srcOrd="0" destOrd="0" presId="urn:microsoft.com/office/officeart/2005/8/layout/list1"/>
    <dgm:cxn modelId="{CE7C9CAC-4BE6-CE45-8D20-8C3EF3EE5485}" type="presParOf" srcId="{D442E4BB-B728-9D4B-A715-4C57A3C0A3E8}" destId="{60DB8213-C61C-424B-AE4B-53D8E0C9BB42}" srcOrd="0" destOrd="0" presId="urn:microsoft.com/office/officeart/2005/8/layout/list1"/>
    <dgm:cxn modelId="{F9B4485C-C830-C244-AB91-9E10DF4C2549}" type="presParOf" srcId="{D442E4BB-B728-9D4B-A715-4C57A3C0A3E8}" destId="{BEDD0F66-E015-534C-9F35-4D35B02470E6}" srcOrd="1" destOrd="0" presId="urn:microsoft.com/office/officeart/2005/8/layout/list1"/>
    <dgm:cxn modelId="{09120AE2-3D32-9B45-B2E7-59F880F208FE}" type="presParOf" srcId="{793832BB-4944-094A-9959-1680D6E4E792}" destId="{A2CE738C-06A9-D748-9851-BAABAF2191FA}" srcOrd="1" destOrd="0" presId="urn:microsoft.com/office/officeart/2005/8/layout/list1"/>
    <dgm:cxn modelId="{E00FA6AC-DA9F-3446-BD5C-95D2B8F0A052}" type="presParOf" srcId="{793832BB-4944-094A-9959-1680D6E4E792}" destId="{EF3BE65C-B9CD-1842-B8B6-0E24DDCF4555}" srcOrd="2" destOrd="0" presId="urn:microsoft.com/office/officeart/2005/8/layout/list1"/>
    <dgm:cxn modelId="{FDB01243-159C-3048-8008-9B00FA737878}" type="presParOf" srcId="{793832BB-4944-094A-9959-1680D6E4E792}" destId="{BE64F23F-C9AC-334D-AF09-9CDCE463FF01}" srcOrd="3" destOrd="0" presId="urn:microsoft.com/office/officeart/2005/8/layout/list1"/>
    <dgm:cxn modelId="{94795480-7573-6145-BEAF-74F763A65D48}" type="presParOf" srcId="{793832BB-4944-094A-9959-1680D6E4E792}" destId="{A999C97F-771D-A942-9F8F-633672EA274E}" srcOrd="4" destOrd="0" presId="urn:microsoft.com/office/officeart/2005/8/layout/list1"/>
    <dgm:cxn modelId="{F091B1A2-3FDC-1C4A-9515-77D1CDF341F0}" type="presParOf" srcId="{A999C97F-771D-A942-9F8F-633672EA274E}" destId="{5294497E-200D-6047-9FB3-18BF0F6C0723}" srcOrd="0" destOrd="0" presId="urn:microsoft.com/office/officeart/2005/8/layout/list1"/>
    <dgm:cxn modelId="{09ADE148-0DAA-3046-B6B5-684B4C06DF63}" type="presParOf" srcId="{A999C97F-771D-A942-9F8F-633672EA274E}" destId="{BA8D7080-622E-E448-AE79-18ED879DB00A}" srcOrd="1" destOrd="0" presId="urn:microsoft.com/office/officeart/2005/8/layout/list1"/>
    <dgm:cxn modelId="{DF85350A-25A2-864E-AF92-B7139824CEED}" type="presParOf" srcId="{793832BB-4944-094A-9959-1680D6E4E792}" destId="{37CE57FC-D848-AF43-8DF5-0D3FD29C5D3F}" srcOrd="5" destOrd="0" presId="urn:microsoft.com/office/officeart/2005/8/layout/list1"/>
    <dgm:cxn modelId="{463F616E-42F2-1045-85D7-F28DA7B385EB}" type="presParOf" srcId="{793832BB-4944-094A-9959-1680D6E4E792}" destId="{4C6A0698-0658-064D-AF2B-2C1C1A5663B3}" srcOrd="6" destOrd="0" presId="urn:microsoft.com/office/officeart/2005/8/layout/list1"/>
    <dgm:cxn modelId="{9614676F-A060-CF4C-9644-7C697C2AFAA4}" type="presParOf" srcId="{793832BB-4944-094A-9959-1680D6E4E792}" destId="{AC9E7C10-7AD9-3B43-AA38-6DD75587CC62}" srcOrd="7" destOrd="0" presId="urn:microsoft.com/office/officeart/2005/8/layout/list1"/>
    <dgm:cxn modelId="{CADE8796-0C13-164E-AA36-E795484214BE}" type="presParOf" srcId="{793832BB-4944-094A-9959-1680D6E4E792}" destId="{6DB30561-1E8A-D142-B38C-28A895B02298}" srcOrd="8" destOrd="0" presId="urn:microsoft.com/office/officeart/2005/8/layout/list1"/>
    <dgm:cxn modelId="{B5EB898A-C067-D743-89B7-24E00BE95332}" type="presParOf" srcId="{6DB30561-1E8A-D142-B38C-28A895B02298}" destId="{6C59DF88-B41C-534E-BD30-9C37896EFE08}" srcOrd="0" destOrd="0" presId="urn:microsoft.com/office/officeart/2005/8/layout/list1"/>
    <dgm:cxn modelId="{0AD34DE9-7EE3-E446-9443-3A22DFE54A7D}" type="presParOf" srcId="{6DB30561-1E8A-D142-B38C-28A895B02298}" destId="{FB4AE26E-78A7-4947-91C8-2ECAFEB42EC9}" srcOrd="1" destOrd="0" presId="urn:microsoft.com/office/officeart/2005/8/layout/list1"/>
    <dgm:cxn modelId="{F4C4C85D-0382-E744-AE01-4059B2A84B96}" type="presParOf" srcId="{793832BB-4944-094A-9959-1680D6E4E792}" destId="{FC423349-1042-6248-A2CE-0B831E0CA1B3}" srcOrd="9" destOrd="0" presId="urn:microsoft.com/office/officeart/2005/8/layout/list1"/>
    <dgm:cxn modelId="{3DE826E4-24A7-FD49-B1AA-775E6DB17833}" type="presParOf" srcId="{793832BB-4944-094A-9959-1680D6E4E792}" destId="{B35F41D7-22C7-9E42-B8B1-2289B64E2664}" srcOrd="10" destOrd="0" presId="urn:microsoft.com/office/officeart/2005/8/layout/list1"/>
    <dgm:cxn modelId="{18AA0C1E-CD1A-A447-BB41-297F585ADE6D}" type="presParOf" srcId="{793832BB-4944-094A-9959-1680D6E4E792}" destId="{4780BDFA-70C7-CE4D-8A57-D2137DFFE97F}" srcOrd="11" destOrd="0" presId="urn:microsoft.com/office/officeart/2005/8/layout/list1"/>
    <dgm:cxn modelId="{C2D07097-0125-1C4E-A125-46CDE3A92D2C}" type="presParOf" srcId="{793832BB-4944-094A-9959-1680D6E4E792}" destId="{4250DC05-031A-8A40-99FC-EA28B82112C5}" srcOrd="12" destOrd="0" presId="urn:microsoft.com/office/officeart/2005/8/layout/list1"/>
    <dgm:cxn modelId="{363B0D90-40EA-F747-A518-48336D0EB3F9}" type="presParOf" srcId="{4250DC05-031A-8A40-99FC-EA28B82112C5}" destId="{E6636DCA-6794-9645-B1A6-3561561AAEFE}" srcOrd="0" destOrd="0" presId="urn:microsoft.com/office/officeart/2005/8/layout/list1"/>
    <dgm:cxn modelId="{1992198A-D35B-9B49-A1EC-EE2EB8FE72DF}" type="presParOf" srcId="{4250DC05-031A-8A40-99FC-EA28B82112C5}" destId="{8A6A8AB4-41D0-C548-B125-59D65CCC3BC4}" srcOrd="1" destOrd="0" presId="urn:microsoft.com/office/officeart/2005/8/layout/list1"/>
    <dgm:cxn modelId="{A6E7971C-60B1-2943-B214-A227D24D118F}" type="presParOf" srcId="{793832BB-4944-094A-9959-1680D6E4E792}" destId="{2A14A5BA-1D44-0847-878F-53003234D3BD}" srcOrd="13" destOrd="0" presId="urn:microsoft.com/office/officeart/2005/8/layout/list1"/>
    <dgm:cxn modelId="{4DC23ED0-1ED2-2148-97D4-D131298B105C}" type="presParOf" srcId="{793832BB-4944-094A-9959-1680D6E4E792}" destId="{6124C763-557F-DF4A-AC48-9E7C52E35FCB}" srcOrd="14" destOrd="0" presId="urn:microsoft.com/office/officeart/2005/8/layout/list1"/>
    <dgm:cxn modelId="{8EEE2656-C191-2141-870A-D6A43BEC5467}" type="presParOf" srcId="{793832BB-4944-094A-9959-1680D6E4E792}" destId="{99F38ECA-21BC-4F46-ABEF-34345288AA71}" srcOrd="15" destOrd="0" presId="urn:microsoft.com/office/officeart/2005/8/layout/list1"/>
    <dgm:cxn modelId="{702C8BCE-FCC7-3747-860D-EAF7B3B22F0D}" type="presParOf" srcId="{793832BB-4944-094A-9959-1680D6E4E792}" destId="{1B3C514B-5575-8549-9DB9-416CD482EDDB}" srcOrd="16" destOrd="0" presId="urn:microsoft.com/office/officeart/2005/8/layout/list1"/>
    <dgm:cxn modelId="{54BA004A-1720-E041-BAF6-1354057CBCCF}" type="presParOf" srcId="{1B3C514B-5575-8549-9DB9-416CD482EDDB}" destId="{DE25CC5B-B216-564C-90C7-5A18650E83FD}" srcOrd="0" destOrd="0" presId="urn:microsoft.com/office/officeart/2005/8/layout/list1"/>
    <dgm:cxn modelId="{E8C1E3F8-A6D1-564A-B2DC-AE55ED462578}" type="presParOf" srcId="{1B3C514B-5575-8549-9DB9-416CD482EDDB}" destId="{F962CDD2-BBD2-7D4A-B06D-3474DE9250AC}" srcOrd="1" destOrd="0" presId="urn:microsoft.com/office/officeart/2005/8/layout/list1"/>
    <dgm:cxn modelId="{0C67F63E-A53A-2240-9C94-FE5F1DA1A946}" type="presParOf" srcId="{793832BB-4944-094A-9959-1680D6E4E792}" destId="{5BC76C18-DE3D-F64F-8C29-7D9FD532046F}" srcOrd="17" destOrd="0" presId="urn:microsoft.com/office/officeart/2005/8/layout/list1"/>
    <dgm:cxn modelId="{60013E13-0C8A-B94B-88F0-5742DAFC3AFD}" type="presParOf" srcId="{793832BB-4944-094A-9959-1680D6E4E792}" destId="{71DB2E0C-99C2-1047-BFE0-6785DD5F5DBF}"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C31923-6752-4710-9DC7-F921CC065487}"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7FC7F218-B189-4B0B-A881-DC4546E00125}">
      <dgm:prSet phldrT="[Text]"/>
      <dgm:spPr>
        <a:solidFill>
          <a:schemeClr val="accent5">
            <a:lumMod val="75000"/>
          </a:schemeClr>
        </a:solidFill>
      </dgm:spPr>
      <dgm:t>
        <a:bodyPr/>
        <a:lstStyle/>
        <a:p>
          <a:r>
            <a:rPr lang="en-US" dirty="0"/>
            <a:t>1. Problem Formulation</a:t>
          </a:r>
        </a:p>
      </dgm:t>
    </dgm:pt>
    <dgm:pt modelId="{D4565381-16B4-411B-A65A-6DD0248CECDF}" type="parTrans" cxnId="{D6BFAA13-86F9-42C0-B07D-9B4E318217FF}">
      <dgm:prSet/>
      <dgm:spPr/>
      <dgm:t>
        <a:bodyPr/>
        <a:lstStyle/>
        <a:p>
          <a:endParaRPr lang="en-US"/>
        </a:p>
      </dgm:t>
    </dgm:pt>
    <dgm:pt modelId="{C92EB811-FACD-4047-A88D-8BC7327101B9}" type="sibTrans" cxnId="{D6BFAA13-86F9-42C0-B07D-9B4E318217FF}">
      <dgm:prSet/>
      <dgm:spPr/>
      <dgm:t>
        <a:bodyPr/>
        <a:lstStyle/>
        <a:p>
          <a:endParaRPr lang="en-US"/>
        </a:p>
      </dgm:t>
    </dgm:pt>
    <dgm:pt modelId="{52A3C85D-8A4D-451D-BF9D-D0B712CCB926}">
      <dgm:prSet phldrT="[Text]"/>
      <dgm:spPr/>
      <dgm:t>
        <a:bodyPr/>
        <a:lstStyle/>
        <a:p>
          <a:r>
            <a:rPr lang="en-US" dirty="0"/>
            <a:t>2. Data Gathering &amp; Structuring </a:t>
          </a:r>
        </a:p>
      </dgm:t>
    </dgm:pt>
    <dgm:pt modelId="{6FE5E3D4-DA7A-40F9-A561-88337BCAA039}" type="parTrans" cxnId="{E52FA294-C9C1-49E1-8CAE-C234DED7B3F3}">
      <dgm:prSet/>
      <dgm:spPr/>
      <dgm:t>
        <a:bodyPr/>
        <a:lstStyle/>
        <a:p>
          <a:endParaRPr lang="en-US"/>
        </a:p>
      </dgm:t>
    </dgm:pt>
    <dgm:pt modelId="{3E72318E-20E0-4E24-800F-F9188286FCE6}" type="sibTrans" cxnId="{E52FA294-C9C1-49E1-8CAE-C234DED7B3F3}">
      <dgm:prSet/>
      <dgm:spPr/>
      <dgm:t>
        <a:bodyPr/>
        <a:lstStyle/>
        <a:p>
          <a:endParaRPr lang="en-US"/>
        </a:p>
      </dgm:t>
    </dgm:pt>
    <dgm:pt modelId="{FE9E4DD5-9BBE-4FC0-91E1-2CDB8A7862E1}">
      <dgm:prSet phldrT="[Text]"/>
      <dgm:spPr>
        <a:solidFill>
          <a:schemeClr val="accent2">
            <a:lumMod val="60000"/>
            <a:lumOff val="40000"/>
          </a:schemeClr>
        </a:solidFill>
      </dgm:spPr>
      <dgm:t>
        <a:bodyPr/>
        <a:lstStyle/>
        <a:p>
          <a:r>
            <a:rPr lang="en-US" dirty="0"/>
            <a:t>12. Periodic Retraining</a:t>
          </a:r>
        </a:p>
      </dgm:t>
    </dgm:pt>
    <dgm:pt modelId="{FCC43420-C181-427D-954C-5748A3A2FED5}" type="parTrans" cxnId="{87D46BF8-29D2-4D24-9A7C-AF7314438C44}">
      <dgm:prSet/>
      <dgm:spPr/>
      <dgm:t>
        <a:bodyPr/>
        <a:lstStyle/>
        <a:p>
          <a:endParaRPr lang="en-US"/>
        </a:p>
      </dgm:t>
    </dgm:pt>
    <dgm:pt modelId="{C17EF12E-0C97-4CE9-B353-3BF290412429}" type="sibTrans" cxnId="{87D46BF8-29D2-4D24-9A7C-AF7314438C44}">
      <dgm:prSet/>
      <dgm:spPr/>
      <dgm:t>
        <a:bodyPr/>
        <a:lstStyle/>
        <a:p>
          <a:endParaRPr lang="en-US"/>
        </a:p>
      </dgm:t>
    </dgm:pt>
    <dgm:pt modelId="{C7AB0920-22F2-4956-AD2A-9FC46A5184C3}">
      <dgm:prSet phldrT="[Text]"/>
      <dgm:spPr/>
      <dgm:t>
        <a:bodyPr/>
        <a:lstStyle/>
        <a:p>
          <a:r>
            <a:rPr lang="en-US" dirty="0"/>
            <a:t>3. Data Exploration </a:t>
          </a:r>
        </a:p>
      </dgm:t>
    </dgm:pt>
    <dgm:pt modelId="{36E9EEBF-C2F8-4B2B-854F-B012148D3DFB}" type="parTrans" cxnId="{3477C330-5479-42B9-ACDE-74CF45EF856D}">
      <dgm:prSet/>
      <dgm:spPr/>
      <dgm:t>
        <a:bodyPr/>
        <a:lstStyle/>
        <a:p>
          <a:endParaRPr lang="en-US"/>
        </a:p>
      </dgm:t>
    </dgm:pt>
    <dgm:pt modelId="{8CEF55A1-51BA-4863-9867-EB3792420D14}" type="sibTrans" cxnId="{3477C330-5479-42B9-ACDE-74CF45EF856D}">
      <dgm:prSet/>
      <dgm:spPr/>
      <dgm:t>
        <a:bodyPr/>
        <a:lstStyle/>
        <a:p>
          <a:endParaRPr lang="en-US"/>
        </a:p>
      </dgm:t>
    </dgm:pt>
    <dgm:pt modelId="{DB531630-5658-46B0-9B8C-129B9E52398B}">
      <dgm:prSet phldrT="[Text]"/>
      <dgm:spPr/>
      <dgm:t>
        <a:bodyPr/>
        <a:lstStyle/>
        <a:p>
          <a:r>
            <a:rPr lang="en-US" dirty="0"/>
            <a:t>4. Feature Engineering </a:t>
          </a:r>
        </a:p>
      </dgm:t>
    </dgm:pt>
    <dgm:pt modelId="{26A720B2-AA6F-4C44-92DF-E392E1C93F09}" type="parTrans" cxnId="{DE8B3F20-AA9D-46DA-8BDA-1E0A064775AC}">
      <dgm:prSet/>
      <dgm:spPr/>
      <dgm:t>
        <a:bodyPr/>
        <a:lstStyle/>
        <a:p>
          <a:endParaRPr lang="en-US"/>
        </a:p>
      </dgm:t>
    </dgm:pt>
    <dgm:pt modelId="{4A557EB2-66AE-42FB-AEC2-270FF1FB4BD5}" type="sibTrans" cxnId="{DE8B3F20-AA9D-46DA-8BDA-1E0A064775AC}">
      <dgm:prSet/>
      <dgm:spPr/>
      <dgm:t>
        <a:bodyPr/>
        <a:lstStyle/>
        <a:p>
          <a:endParaRPr lang="en-US"/>
        </a:p>
      </dgm:t>
    </dgm:pt>
    <dgm:pt modelId="{8E612444-DC6A-4777-B981-10C3C04FF4F6}">
      <dgm:prSet phldrT="[Text]"/>
      <dgm:spPr>
        <a:solidFill>
          <a:schemeClr val="accent5">
            <a:lumMod val="60000"/>
            <a:lumOff val="40000"/>
          </a:schemeClr>
        </a:solidFill>
      </dgm:spPr>
      <dgm:t>
        <a:bodyPr/>
        <a:lstStyle/>
        <a:p>
          <a:r>
            <a:rPr lang="en-US" dirty="0">
              <a:solidFill>
                <a:schemeClr val="accent4">
                  <a:lumMod val="75000"/>
                  <a:lumOff val="25000"/>
                </a:schemeClr>
              </a:solidFill>
            </a:rPr>
            <a:t>5. Multi-Model Training </a:t>
          </a:r>
        </a:p>
      </dgm:t>
    </dgm:pt>
    <dgm:pt modelId="{0AE2641B-285E-4293-9AE1-EE7B2D2B14F3}" type="parTrans" cxnId="{A2614508-BF66-410D-B5D3-CD7A30C15A91}">
      <dgm:prSet/>
      <dgm:spPr/>
      <dgm:t>
        <a:bodyPr/>
        <a:lstStyle/>
        <a:p>
          <a:endParaRPr lang="en-US"/>
        </a:p>
      </dgm:t>
    </dgm:pt>
    <dgm:pt modelId="{16EFB955-4E49-4413-B192-28A0C1487426}" type="sibTrans" cxnId="{A2614508-BF66-410D-B5D3-CD7A30C15A91}">
      <dgm:prSet/>
      <dgm:spPr/>
      <dgm:t>
        <a:bodyPr/>
        <a:lstStyle/>
        <a:p>
          <a:endParaRPr lang="en-US"/>
        </a:p>
      </dgm:t>
    </dgm:pt>
    <dgm:pt modelId="{B72425D2-462F-4C30-A581-99939FCAFB35}">
      <dgm:prSet phldrT="[Text]"/>
      <dgm:spPr/>
      <dgm:t>
        <a:bodyPr/>
        <a:lstStyle/>
        <a:p>
          <a:r>
            <a:rPr lang="en-US" dirty="0"/>
            <a:t>6. Model Evaluation </a:t>
          </a:r>
        </a:p>
      </dgm:t>
    </dgm:pt>
    <dgm:pt modelId="{BE8C78A9-08BB-4CC7-8632-38D73D817E26}" type="parTrans" cxnId="{235907B9-29E5-4931-9F7F-4F5F6EF17E29}">
      <dgm:prSet/>
      <dgm:spPr/>
      <dgm:t>
        <a:bodyPr/>
        <a:lstStyle/>
        <a:p>
          <a:endParaRPr lang="en-US"/>
        </a:p>
      </dgm:t>
    </dgm:pt>
    <dgm:pt modelId="{B6725623-425A-4566-87F6-4CC344146626}" type="sibTrans" cxnId="{235907B9-29E5-4931-9F7F-4F5F6EF17E29}">
      <dgm:prSet/>
      <dgm:spPr/>
      <dgm:t>
        <a:bodyPr/>
        <a:lstStyle/>
        <a:p>
          <a:endParaRPr lang="en-US"/>
        </a:p>
      </dgm:t>
    </dgm:pt>
    <dgm:pt modelId="{058BA22E-88B5-464F-876C-606372428BEF}">
      <dgm:prSet phldrT="[Text]"/>
      <dgm:spPr/>
      <dgm:t>
        <a:bodyPr/>
        <a:lstStyle/>
        <a:p>
          <a:r>
            <a:rPr lang="en-US" dirty="0"/>
            <a:t>8. Model Calibration</a:t>
          </a:r>
        </a:p>
      </dgm:t>
    </dgm:pt>
    <dgm:pt modelId="{9DFA7319-A269-4CFF-A630-D64FA16B6D5B}" type="parTrans" cxnId="{F20CFAF1-80C7-4F87-BF9F-8FD58DC91B91}">
      <dgm:prSet/>
      <dgm:spPr/>
      <dgm:t>
        <a:bodyPr/>
        <a:lstStyle/>
        <a:p>
          <a:endParaRPr lang="en-US"/>
        </a:p>
      </dgm:t>
    </dgm:pt>
    <dgm:pt modelId="{E3A99DD3-7F10-49DB-BF53-0F64AC34828F}" type="sibTrans" cxnId="{F20CFAF1-80C7-4F87-BF9F-8FD58DC91B91}">
      <dgm:prSet/>
      <dgm:spPr/>
      <dgm:t>
        <a:bodyPr/>
        <a:lstStyle/>
        <a:p>
          <a:endParaRPr lang="en-US"/>
        </a:p>
      </dgm:t>
    </dgm:pt>
    <dgm:pt modelId="{EB949087-E72D-49E4-9C5A-43614F537E7B}">
      <dgm:prSet phldrT="[Text]"/>
      <dgm:spPr/>
      <dgm:t>
        <a:bodyPr/>
        <a:lstStyle/>
        <a:p>
          <a:r>
            <a:rPr lang="en-US" dirty="0"/>
            <a:t>10. Model Integration </a:t>
          </a:r>
        </a:p>
      </dgm:t>
    </dgm:pt>
    <dgm:pt modelId="{FD369B63-0A81-46B4-8840-145EC9C1D1EB}" type="parTrans" cxnId="{43099909-A5C5-452D-85CF-29CDDFFAAB59}">
      <dgm:prSet/>
      <dgm:spPr/>
      <dgm:t>
        <a:bodyPr/>
        <a:lstStyle/>
        <a:p>
          <a:endParaRPr lang="en-US"/>
        </a:p>
      </dgm:t>
    </dgm:pt>
    <dgm:pt modelId="{3333681B-297D-4189-8EDE-3359643A4BC4}" type="sibTrans" cxnId="{43099909-A5C5-452D-85CF-29CDDFFAAB59}">
      <dgm:prSet/>
      <dgm:spPr/>
      <dgm:t>
        <a:bodyPr/>
        <a:lstStyle/>
        <a:p>
          <a:endParaRPr lang="en-US"/>
        </a:p>
      </dgm:t>
    </dgm:pt>
    <dgm:pt modelId="{ACC46C14-4C6B-4A78-9DD1-2AC368986A0B}">
      <dgm:prSet phldrT="[Text]"/>
      <dgm:spPr/>
      <dgm:t>
        <a:bodyPr/>
        <a:lstStyle/>
        <a:p>
          <a:r>
            <a:rPr lang="en-US" dirty="0"/>
            <a:t>11. Model Monitoring </a:t>
          </a:r>
        </a:p>
      </dgm:t>
    </dgm:pt>
    <dgm:pt modelId="{884FED5E-066A-4CF3-B4CD-5CA589098EEE}" type="parTrans" cxnId="{600CDA1C-A964-40AF-8635-9030B96E71FA}">
      <dgm:prSet/>
      <dgm:spPr/>
      <dgm:t>
        <a:bodyPr/>
        <a:lstStyle/>
        <a:p>
          <a:endParaRPr lang="en-US"/>
        </a:p>
      </dgm:t>
    </dgm:pt>
    <dgm:pt modelId="{4449B00B-5F63-4881-AA72-B5A87BB74A90}" type="sibTrans" cxnId="{600CDA1C-A964-40AF-8635-9030B96E71FA}">
      <dgm:prSet/>
      <dgm:spPr/>
      <dgm:t>
        <a:bodyPr/>
        <a:lstStyle/>
        <a:p>
          <a:endParaRPr lang="en-US"/>
        </a:p>
      </dgm:t>
    </dgm:pt>
    <dgm:pt modelId="{46E2FE83-B320-4BB7-A35C-CF1FED374417}">
      <dgm:prSet phldrT="[Text]"/>
      <dgm:spPr/>
      <dgm:t>
        <a:bodyPr/>
        <a:lstStyle/>
        <a:p>
          <a:r>
            <a:rPr lang="en-US" dirty="0"/>
            <a:t>7. Model Interpretability</a:t>
          </a:r>
        </a:p>
      </dgm:t>
    </dgm:pt>
    <dgm:pt modelId="{DC734B7C-4360-4462-AD08-20E643928643}" type="parTrans" cxnId="{0A126B88-A2CD-4362-A93A-F1232422CD35}">
      <dgm:prSet/>
      <dgm:spPr/>
      <dgm:t>
        <a:bodyPr/>
        <a:lstStyle/>
        <a:p>
          <a:endParaRPr lang="en-US"/>
        </a:p>
      </dgm:t>
    </dgm:pt>
    <dgm:pt modelId="{02ACD796-83FA-4CDC-96F0-2ABAE7386154}" type="sibTrans" cxnId="{0A126B88-A2CD-4362-A93A-F1232422CD35}">
      <dgm:prSet/>
      <dgm:spPr/>
      <dgm:t>
        <a:bodyPr/>
        <a:lstStyle/>
        <a:p>
          <a:endParaRPr lang="en-US"/>
        </a:p>
      </dgm:t>
    </dgm:pt>
    <dgm:pt modelId="{1CC8D0DD-4F27-4B0E-8FAD-5A1EAF57BE15}">
      <dgm:prSet phldrT="[Text]"/>
      <dgm:spPr>
        <a:solidFill>
          <a:schemeClr val="accent6">
            <a:lumMod val="60000"/>
            <a:lumOff val="40000"/>
          </a:schemeClr>
        </a:solidFill>
      </dgm:spPr>
      <dgm:t>
        <a:bodyPr/>
        <a:lstStyle/>
        <a:p>
          <a:r>
            <a:rPr lang="en-US" dirty="0"/>
            <a:t>9. Model Documentation</a:t>
          </a:r>
        </a:p>
      </dgm:t>
    </dgm:pt>
    <dgm:pt modelId="{2D86124A-2EE5-4214-9DF3-38EF8C47A7CF}" type="parTrans" cxnId="{A3363B50-25AF-4B38-B6B3-49D1BE4EE2AC}">
      <dgm:prSet/>
      <dgm:spPr/>
      <dgm:t>
        <a:bodyPr/>
        <a:lstStyle/>
        <a:p>
          <a:endParaRPr lang="en-US"/>
        </a:p>
      </dgm:t>
    </dgm:pt>
    <dgm:pt modelId="{FCD04EAA-E73A-468A-B788-ADCF0B558684}" type="sibTrans" cxnId="{A3363B50-25AF-4B38-B6B3-49D1BE4EE2AC}">
      <dgm:prSet/>
      <dgm:spPr/>
      <dgm:t>
        <a:bodyPr/>
        <a:lstStyle/>
        <a:p>
          <a:endParaRPr lang="en-US"/>
        </a:p>
      </dgm:t>
    </dgm:pt>
    <dgm:pt modelId="{45F830F1-01F8-4256-BE41-C9E2722706AA}" type="pres">
      <dgm:prSet presAssocID="{3DC31923-6752-4710-9DC7-F921CC065487}" presName="Name0" presStyleCnt="0">
        <dgm:presLayoutVars>
          <dgm:dir/>
          <dgm:resizeHandles/>
        </dgm:presLayoutVars>
      </dgm:prSet>
      <dgm:spPr/>
    </dgm:pt>
    <dgm:pt modelId="{C9FB49EB-5737-4318-A5A3-E09800910314}" type="pres">
      <dgm:prSet presAssocID="{7FC7F218-B189-4B0B-A881-DC4546E00125}" presName="compNode" presStyleCnt="0"/>
      <dgm:spPr/>
    </dgm:pt>
    <dgm:pt modelId="{D8C1BB40-7ADC-42FF-9BE1-9B1984A2727C}" type="pres">
      <dgm:prSet presAssocID="{7FC7F218-B189-4B0B-A881-DC4546E00125}" presName="dummyConnPt" presStyleCnt="0"/>
      <dgm:spPr/>
    </dgm:pt>
    <dgm:pt modelId="{2E9FA2F2-37B4-438D-829E-AB6E2EA70DD3}" type="pres">
      <dgm:prSet presAssocID="{7FC7F218-B189-4B0B-A881-DC4546E00125}" presName="node" presStyleLbl="node1" presStyleIdx="0" presStyleCnt="12">
        <dgm:presLayoutVars>
          <dgm:bulletEnabled val="1"/>
        </dgm:presLayoutVars>
      </dgm:prSet>
      <dgm:spPr/>
    </dgm:pt>
    <dgm:pt modelId="{D9E03BE0-F9BF-463D-948E-828DA36A9DB9}" type="pres">
      <dgm:prSet presAssocID="{C92EB811-FACD-4047-A88D-8BC7327101B9}" presName="sibTrans" presStyleLbl="bgSibTrans2D1" presStyleIdx="0" presStyleCnt="11"/>
      <dgm:spPr/>
    </dgm:pt>
    <dgm:pt modelId="{FFB96F8B-BCD7-4FB2-A64B-30AB41796B56}" type="pres">
      <dgm:prSet presAssocID="{52A3C85D-8A4D-451D-BF9D-D0B712CCB926}" presName="compNode" presStyleCnt="0"/>
      <dgm:spPr/>
    </dgm:pt>
    <dgm:pt modelId="{A60A6889-DB10-40FA-943B-6EC76A3B86C0}" type="pres">
      <dgm:prSet presAssocID="{52A3C85D-8A4D-451D-BF9D-D0B712CCB926}" presName="dummyConnPt" presStyleCnt="0"/>
      <dgm:spPr/>
    </dgm:pt>
    <dgm:pt modelId="{48B9AEBB-C547-4ADB-9ACD-FB6322B982CF}" type="pres">
      <dgm:prSet presAssocID="{52A3C85D-8A4D-451D-BF9D-D0B712CCB926}" presName="node" presStyleLbl="node1" presStyleIdx="1" presStyleCnt="12">
        <dgm:presLayoutVars>
          <dgm:bulletEnabled val="1"/>
        </dgm:presLayoutVars>
      </dgm:prSet>
      <dgm:spPr/>
    </dgm:pt>
    <dgm:pt modelId="{22C5F0AE-119A-4FF5-955A-11F487BB3E36}" type="pres">
      <dgm:prSet presAssocID="{3E72318E-20E0-4E24-800F-F9188286FCE6}" presName="sibTrans" presStyleLbl="bgSibTrans2D1" presStyleIdx="1" presStyleCnt="11"/>
      <dgm:spPr/>
    </dgm:pt>
    <dgm:pt modelId="{D3FFD850-0213-4F6D-9509-796F3F5772F0}" type="pres">
      <dgm:prSet presAssocID="{C7AB0920-22F2-4956-AD2A-9FC46A5184C3}" presName="compNode" presStyleCnt="0"/>
      <dgm:spPr/>
    </dgm:pt>
    <dgm:pt modelId="{2FF69D6E-8BA9-472B-8EC5-0C18573F7521}" type="pres">
      <dgm:prSet presAssocID="{C7AB0920-22F2-4956-AD2A-9FC46A5184C3}" presName="dummyConnPt" presStyleCnt="0"/>
      <dgm:spPr/>
    </dgm:pt>
    <dgm:pt modelId="{04D82AA3-6CE0-4F8A-8382-EC3AE64E90A6}" type="pres">
      <dgm:prSet presAssocID="{C7AB0920-22F2-4956-AD2A-9FC46A5184C3}" presName="node" presStyleLbl="node1" presStyleIdx="2" presStyleCnt="12" custLinFactNeighborY="1904">
        <dgm:presLayoutVars>
          <dgm:bulletEnabled val="1"/>
        </dgm:presLayoutVars>
      </dgm:prSet>
      <dgm:spPr/>
    </dgm:pt>
    <dgm:pt modelId="{EC6F95F9-672C-465A-B9EB-55D8DE1349E0}" type="pres">
      <dgm:prSet presAssocID="{8CEF55A1-51BA-4863-9867-EB3792420D14}" presName="sibTrans" presStyleLbl="bgSibTrans2D1" presStyleIdx="2" presStyleCnt="11"/>
      <dgm:spPr/>
    </dgm:pt>
    <dgm:pt modelId="{3DE9ED17-4236-400C-AFB6-35C18763F5E3}" type="pres">
      <dgm:prSet presAssocID="{DB531630-5658-46B0-9B8C-129B9E52398B}" presName="compNode" presStyleCnt="0"/>
      <dgm:spPr/>
    </dgm:pt>
    <dgm:pt modelId="{243D9857-3317-4738-B657-E9289F2516E6}" type="pres">
      <dgm:prSet presAssocID="{DB531630-5658-46B0-9B8C-129B9E52398B}" presName="dummyConnPt" presStyleCnt="0"/>
      <dgm:spPr/>
    </dgm:pt>
    <dgm:pt modelId="{C4F5AE33-4303-4913-86DE-A2EB71EDBF06}" type="pres">
      <dgm:prSet presAssocID="{DB531630-5658-46B0-9B8C-129B9E52398B}" presName="node" presStyleLbl="node1" presStyleIdx="3" presStyleCnt="12">
        <dgm:presLayoutVars>
          <dgm:bulletEnabled val="1"/>
        </dgm:presLayoutVars>
      </dgm:prSet>
      <dgm:spPr/>
    </dgm:pt>
    <dgm:pt modelId="{E26C392B-D61C-417E-9BB0-3A03FEFF90F5}" type="pres">
      <dgm:prSet presAssocID="{4A557EB2-66AE-42FB-AEC2-270FF1FB4BD5}" presName="sibTrans" presStyleLbl="bgSibTrans2D1" presStyleIdx="3" presStyleCnt="11"/>
      <dgm:spPr/>
    </dgm:pt>
    <dgm:pt modelId="{E917F748-98A6-441D-9800-25D8AB0D92DD}" type="pres">
      <dgm:prSet presAssocID="{8E612444-DC6A-4777-B981-10C3C04FF4F6}" presName="compNode" presStyleCnt="0"/>
      <dgm:spPr/>
    </dgm:pt>
    <dgm:pt modelId="{148FCF9B-C0EF-4F64-AE88-93A2BA314CD8}" type="pres">
      <dgm:prSet presAssocID="{8E612444-DC6A-4777-B981-10C3C04FF4F6}" presName="dummyConnPt" presStyleCnt="0"/>
      <dgm:spPr/>
    </dgm:pt>
    <dgm:pt modelId="{BDECA7B7-BE88-44CC-BE08-84002C053050}" type="pres">
      <dgm:prSet presAssocID="{8E612444-DC6A-4777-B981-10C3C04FF4F6}" presName="node" presStyleLbl="node1" presStyleIdx="4" presStyleCnt="12">
        <dgm:presLayoutVars>
          <dgm:bulletEnabled val="1"/>
        </dgm:presLayoutVars>
      </dgm:prSet>
      <dgm:spPr/>
    </dgm:pt>
    <dgm:pt modelId="{BCFA2337-2519-44BF-8C1C-A89272E08B45}" type="pres">
      <dgm:prSet presAssocID="{16EFB955-4E49-4413-B192-28A0C1487426}" presName="sibTrans" presStyleLbl="bgSibTrans2D1" presStyleIdx="4" presStyleCnt="11"/>
      <dgm:spPr/>
    </dgm:pt>
    <dgm:pt modelId="{17F44AA8-F5CE-44D5-88F3-B4FC845AD241}" type="pres">
      <dgm:prSet presAssocID="{B72425D2-462F-4C30-A581-99939FCAFB35}" presName="compNode" presStyleCnt="0"/>
      <dgm:spPr/>
    </dgm:pt>
    <dgm:pt modelId="{6F124A3E-CAFA-4E71-B2B5-1DE703287460}" type="pres">
      <dgm:prSet presAssocID="{B72425D2-462F-4C30-A581-99939FCAFB35}" presName="dummyConnPt" presStyleCnt="0"/>
      <dgm:spPr/>
    </dgm:pt>
    <dgm:pt modelId="{486D409B-86A2-4BC8-B9C4-8D60F80213F4}" type="pres">
      <dgm:prSet presAssocID="{B72425D2-462F-4C30-A581-99939FCAFB35}" presName="node" presStyleLbl="node1" presStyleIdx="5" presStyleCnt="12">
        <dgm:presLayoutVars>
          <dgm:bulletEnabled val="1"/>
        </dgm:presLayoutVars>
      </dgm:prSet>
      <dgm:spPr/>
    </dgm:pt>
    <dgm:pt modelId="{601B3EC7-BA89-44DC-8657-748D76AAE661}" type="pres">
      <dgm:prSet presAssocID="{B6725623-425A-4566-87F6-4CC344146626}" presName="sibTrans" presStyleLbl="bgSibTrans2D1" presStyleIdx="5" presStyleCnt="11"/>
      <dgm:spPr/>
    </dgm:pt>
    <dgm:pt modelId="{C014E061-F0B5-4206-963C-5A0EFC3C0570}" type="pres">
      <dgm:prSet presAssocID="{46E2FE83-B320-4BB7-A35C-CF1FED374417}" presName="compNode" presStyleCnt="0"/>
      <dgm:spPr/>
    </dgm:pt>
    <dgm:pt modelId="{FC35F757-FD1E-4149-925D-0292705ECD31}" type="pres">
      <dgm:prSet presAssocID="{46E2FE83-B320-4BB7-A35C-CF1FED374417}" presName="dummyConnPt" presStyleCnt="0"/>
      <dgm:spPr/>
    </dgm:pt>
    <dgm:pt modelId="{FBF48EAA-7AF8-4426-A81C-2DD58D6D17B7}" type="pres">
      <dgm:prSet presAssocID="{46E2FE83-B320-4BB7-A35C-CF1FED374417}" presName="node" presStyleLbl="node1" presStyleIdx="6" presStyleCnt="12">
        <dgm:presLayoutVars>
          <dgm:bulletEnabled val="1"/>
        </dgm:presLayoutVars>
      </dgm:prSet>
      <dgm:spPr/>
    </dgm:pt>
    <dgm:pt modelId="{96B7452D-282D-42C6-8049-18EB71297A9B}" type="pres">
      <dgm:prSet presAssocID="{02ACD796-83FA-4CDC-96F0-2ABAE7386154}" presName="sibTrans" presStyleLbl="bgSibTrans2D1" presStyleIdx="6" presStyleCnt="11"/>
      <dgm:spPr/>
    </dgm:pt>
    <dgm:pt modelId="{9428553C-EA5C-4147-8AF0-5713012DEB22}" type="pres">
      <dgm:prSet presAssocID="{058BA22E-88B5-464F-876C-606372428BEF}" presName="compNode" presStyleCnt="0"/>
      <dgm:spPr/>
    </dgm:pt>
    <dgm:pt modelId="{428FEC00-38CB-4E4C-9A1F-E7F8A195BD3B}" type="pres">
      <dgm:prSet presAssocID="{058BA22E-88B5-464F-876C-606372428BEF}" presName="dummyConnPt" presStyleCnt="0"/>
      <dgm:spPr/>
    </dgm:pt>
    <dgm:pt modelId="{03C63491-3F86-45F2-ADA8-BBCC8B4185A6}" type="pres">
      <dgm:prSet presAssocID="{058BA22E-88B5-464F-876C-606372428BEF}" presName="node" presStyleLbl="node1" presStyleIdx="7" presStyleCnt="12">
        <dgm:presLayoutVars>
          <dgm:bulletEnabled val="1"/>
        </dgm:presLayoutVars>
      </dgm:prSet>
      <dgm:spPr/>
    </dgm:pt>
    <dgm:pt modelId="{DE1A1961-B0BA-4D39-823B-FF4D8C7C1189}" type="pres">
      <dgm:prSet presAssocID="{E3A99DD3-7F10-49DB-BF53-0F64AC34828F}" presName="sibTrans" presStyleLbl="bgSibTrans2D1" presStyleIdx="7" presStyleCnt="11"/>
      <dgm:spPr/>
    </dgm:pt>
    <dgm:pt modelId="{00108DBB-4C7F-415B-A839-801D702D1256}" type="pres">
      <dgm:prSet presAssocID="{1CC8D0DD-4F27-4B0E-8FAD-5A1EAF57BE15}" presName="compNode" presStyleCnt="0"/>
      <dgm:spPr/>
    </dgm:pt>
    <dgm:pt modelId="{BD219E71-F3A4-4C80-BE89-6A0B9E0C00C3}" type="pres">
      <dgm:prSet presAssocID="{1CC8D0DD-4F27-4B0E-8FAD-5A1EAF57BE15}" presName="dummyConnPt" presStyleCnt="0"/>
      <dgm:spPr/>
    </dgm:pt>
    <dgm:pt modelId="{D5DC46EE-B2D3-4C95-8579-79B016778269}" type="pres">
      <dgm:prSet presAssocID="{1CC8D0DD-4F27-4B0E-8FAD-5A1EAF57BE15}" presName="node" presStyleLbl="node1" presStyleIdx="8" presStyleCnt="12">
        <dgm:presLayoutVars>
          <dgm:bulletEnabled val="1"/>
        </dgm:presLayoutVars>
      </dgm:prSet>
      <dgm:spPr/>
    </dgm:pt>
    <dgm:pt modelId="{2931B010-1DFB-477C-8EB6-BD80BE25019C}" type="pres">
      <dgm:prSet presAssocID="{FCD04EAA-E73A-468A-B788-ADCF0B558684}" presName="sibTrans" presStyleLbl="bgSibTrans2D1" presStyleIdx="8" presStyleCnt="11"/>
      <dgm:spPr/>
    </dgm:pt>
    <dgm:pt modelId="{40830876-B4B3-44A5-A064-FAD77FBFC069}" type="pres">
      <dgm:prSet presAssocID="{EB949087-E72D-49E4-9C5A-43614F537E7B}" presName="compNode" presStyleCnt="0"/>
      <dgm:spPr/>
    </dgm:pt>
    <dgm:pt modelId="{1EF847BC-11D0-4DAC-8050-EAC3CFCE6BB2}" type="pres">
      <dgm:prSet presAssocID="{EB949087-E72D-49E4-9C5A-43614F537E7B}" presName="dummyConnPt" presStyleCnt="0"/>
      <dgm:spPr/>
    </dgm:pt>
    <dgm:pt modelId="{FE6B3D8E-A5CC-41DC-9333-B48A2070C928}" type="pres">
      <dgm:prSet presAssocID="{EB949087-E72D-49E4-9C5A-43614F537E7B}" presName="node" presStyleLbl="node1" presStyleIdx="9" presStyleCnt="12">
        <dgm:presLayoutVars>
          <dgm:bulletEnabled val="1"/>
        </dgm:presLayoutVars>
      </dgm:prSet>
      <dgm:spPr/>
    </dgm:pt>
    <dgm:pt modelId="{53464712-F557-428C-AFFD-AB65EB8A8932}" type="pres">
      <dgm:prSet presAssocID="{3333681B-297D-4189-8EDE-3359643A4BC4}" presName="sibTrans" presStyleLbl="bgSibTrans2D1" presStyleIdx="9" presStyleCnt="11"/>
      <dgm:spPr/>
    </dgm:pt>
    <dgm:pt modelId="{DD85CBA4-8264-4B7B-920D-BECB28196752}" type="pres">
      <dgm:prSet presAssocID="{ACC46C14-4C6B-4A78-9DD1-2AC368986A0B}" presName="compNode" presStyleCnt="0"/>
      <dgm:spPr/>
    </dgm:pt>
    <dgm:pt modelId="{4CEEDD88-0FAF-463E-B54F-058E7674A577}" type="pres">
      <dgm:prSet presAssocID="{ACC46C14-4C6B-4A78-9DD1-2AC368986A0B}" presName="dummyConnPt" presStyleCnt="0"/>
      <dgm:spPr/>
    </dgm:pt>
    <dgm:pt modelId="{93F7E7EC-6B9A-44CC-94EC-F85508203ACA}" type="pres">
      <dgm:prSet presAssocID="{ACC46C14-4C6B-4A78-9DD1-2AC368986A0B}" presName="node" presStyleLbl="node1" presStyleIdx="10" presStyleCnt="12">
        <dgm:presLayoutVars>
          <dgm:bulletEnabled val="1"/>
        </dgm:presLayoutVars>
      </dgm:prSet>
      <dgm:spPr/>
    </dgm:pt>
    <dgm:pt modelId="{8606C976-DFD7-4931-9253-8AFA8400432C}" type="pres">
      <dgm:prSet presAssocID="{4449B00B-5F63-4881-AA72-B5A87BB74A90}" presName="sibTrans" presStyleLbl="bgSibTrans2D1" presStyleIdx="10" presStyleCnt="11"/>
      <dgm:spPr/>
    </dgm:pt>
    <dgm:pt modelId="{776D879E-7E0A-4023-B685-35934F2A4616}" type="pres">
      <dgm:prSet presAssocID="{FE9E4DD5-9BBE-4FC0-91E1-2CDB8A7862E1}" presName="compNode" presStyleCnt="0"/>
      <dgm:spPr/>
    </dgm:pt>
    <dgm:pt modelId="{D9A91D4C-5C19-4547-BC73-EBA4174D0118}" type="pres">
      <dgm:prSet presAssocID="{FE9E4DD5-9BBE-4FC0-91E1-2CDB8A7862E1}" presName="dummyConnPt" presStyleCnt="0"/>
      <dgm:spPr/>
    </dgm:pt>
    <dgm:pt modelId="{0B4CDCFA-F4C0-401B-B7B0-0562853EFCC7}" type="pres">
      <dgm:prSet presAssocID="{FE9E4DD5-9BBE-4FC0-91E1-2CDB8A7862E1}" presName="node" presStyleLbl="node1" presStyleIdx="11" presStyleCnt="12">
        <dgm:presLayoutVars>
          <dgm:bulletEnabled val="1"/>
        </dgm:presLayoutVars>
      </dgm:prSet>
      <dgm:spPr/>
    </dgm:pt>
  </dgm:ptLst>
  <dgm:cxnLst>
    <dgm:cxn modelId="{69ACF402-00A3-414F-A62A-BAC98FF578D4}" type="presOf" srcId="{8CEF55A1-51BA-4863-9867-EB3792420D14}" destId="{EC6F95F9-672C-465A-B9EB-55D8DE1349E0}" srcOrd="0" destOrd="0" presId="urn:microsoft.com/office/officeart/2005/8/layout/bProcess4"/>
    <dgm:cxn modelId="{EA172406-9A12-4942-A27E-D412F877E8ED}" type="presOf" srcId="{EB949087-E72D-49E4-9C5A-43614F537E7B}" destId="{FE6B3D8E-A5CC-41DC-9333-B48A2070C928}" srcOrd="0" destOrd="0" presId="urn:microsoft.com/office/officeart/2005/8/layout/bProcess4"/>
    <dgm:cxn modelId="{A2614508-BF66-410D-B5D3-CD7A30C15A91}" srcId="{3DC31923-6752-4710-9DC7-F921CC065487}" destId="{8E612444-DC6A-4777-B981-10C3C04FF4F6}" srcOrd="4" destOrd="0" parTransId="{0AE2641B-285E-4293-9AE1-EE7B2D2B14F3}" sibTransId="{16EFB955-4E49-4413-B192-28A0C1487426}"/>
    <dgm:cxn modelId="{43099909-A5C5-452D-85CF-29CDDFFAAB59}" srcId="{3DC31923-6752-4710-9DC7-F921CC065487}" destId="{EB949087-E72D-49E4-9C5A-43614F537E7B}" srcOrd="9" destOrd="0" parTransId="{FD369B63-0A81-46B4-8840-145EC9C1D1EB}" sibTransId="{3333681B-297D-4189-8EDE-3359643A4BC4}"/>
    <dgm:cxn modelId="{B89C6B0D-9DDB-49C8-880C-2B4A775ED57B}" type="presOf" srcId="{8E612444-DC6A-4777-B981-10C3C04FF4F6}" destId="{BDECA7B7-BE88-44CC-BE08-84002C053050}" srcOrd="0" destOrd="0" presId="urn:microsoft.com/office/officeart/2005/8/layout/bProcess4"/>
    <dgm:cxn modelId="{D6BFAA13-86F9-42C0-B07D-9B4E318217FF}" srcId="{3DC31923-6752-4710-9DC7-F921CC065487}" destId="{7FC7F218-B189-4B0B-A881-DC4546E00125}" srcOrd="0" destOrd="0" parTransId="{D4565381-16B4-411B-A65A-6DD0248CECDF}" sibTransId="{C92EB811-FACD-4047-A88D-8BC7327101B9}"/>
    <dgm:cxn modelId="{B3B1C21B-0DA7-4753-A664-0C401F6FCB2F}" type="presOf" srcId="{ACC46C14-4C6B-4A78-9DD1-2AC368986A0B}" destId="{93F7E7EC-6B9A-44CC-94EC-F85508203ACA}" srcOrd="0" destOrd="0" presId="urn:microsoft.com/office/officeart/2005/8/layout/bProcess4"/>
    <dgm:cxn modelId="{600CDA1C-A964-40AF-8635-9030B96E71FA}" srcId="{3DC31923-6752-4710-9DC7-F921CC065487}" destId="{ACC46C14-4C6B-4A78-9DD1-2AC368986A0B}" srcOrd="10" destOrd="0" parTransId="{884FED5E-066A-4CF3-B4CD-5CA589098EEE}" sibTransId="{4449B00B-5F63-4881-AA72-B5A87BB74A90}"/>
    <dgm:cxn modelId="{DE8B3F20-AA9D-46DA-8BDA-1E0A064775AC}" srcId="{3DC31923-6752-4710-9DC7-F921CC065487}" destId="{DB531630-5658-46B0-9B8C-129B9E52398B}" srcOrd="3" destOrd="0" parTransId="{26A720B2-AA6F-4C44-92DF-E392E1C93F09}" sibTransId="{4A557EB2-66AE-42FB-AEC2-270FF1FB4BD5}"/>
    <dgm:cxn modelId="{DAAD132B-2127-445A-A8BB-1A10598AB993}" type="presOf" srcId="{1CC8D0DD-4F27-4B0E-8FAD-5A1EAF57BE15}" destId="{D5DC46EE-B2D3-4C95-8579-79B016778269}" srcOrd="0" destOrd="0" presId="urn:microsoft.com/office/officeart/2005/8/layout/bProcess4"/>
    <dgm:cxn modelId="{29AF022F-8AF4-44AC-8059-A870DF88A747}" type="presOf" srcId="{FE9E4DD5-9BBE-4FC0-91E1-2CDB8A7862E1}" destId="{0B4CDCFA-F4C0-401B-B7B0-0562853EFCC7}" srcOrd="0" destOrd="0" presId="urn:microsoft.com/office/officeart/2005/8/layout/bProcess4"/>
    <dgm:cxn modelId="{3477C330-5479-42B9-ACDE-74CF45EF856D}" srcId="{3DC31923-6752-4710-9DC7-F921CC065487}" destId="{C7AB0920-22F2-4956-AD2A-9FC46A5184C3}" srcOrd="2" destOrd="0" parTransId="{36E9EEBF-C2F8-4B2B-854F-B012148D3DFB}" sibTransId="{8CEF55A1-51BA-4863-9867-EB3792420D14}"/>
    <dgm:cxn modelId="{89721F32-6D3C-43FF-A3D0-F0679D4F6AFE}" type="presOf" srcId="{3DC31923-6752-4710-9DC7-F921CC065487}" destId="{45F830F1-01F8-4256-BE41-C9E2722706AA}" srcOrd="0" destOrd="0" presId="urn:microsoft.com/office/officeart/2005/8/layout/bProcess4"/>
    <dgm:cxn modelId="{BD48A034-CAFC-4657-9922-A395A6972D9F}" type="presOf" srcId="{E3A99DD3-7F10-49DB-BF53-0F64AC34828F}" destId="{DE1A1961-B0BA-4D39-823B-FF4D8C7C1189}" srcOrd="0" destOrd="0" presId="urn:microsoft.com/office/officeart/2005/8/layout/bProcess4"/>
    <dgm:cxn modelId="{6B223749-D610-4E3F-8B5E-82648EB70E30}" type="presOf" srcId="{3E72318E-20E0-4E24-800F-F9188286FCE6}" destId="{22C5F0AE-119A-4FF5-955A-11F487BB3E36}" srcOrd="0" destOrd="0" presId="urn:microsoft.com/office/officeart/2005/8/layout/bProcess4"/>
    <dgm:cxn modelId="{7C2A6A4A-4838-4BF4-BB6D-9D4A0719C8D5}" type="presOf" srcId="{4A557EB2-66AE-42FB-AEC2-270FF1FB4BD5}" destId="{E26C392B-D61C-417E-9BB0-3A03FEFF90F5}" srcOrd="0" destOrd="0" presId="urn:microsoft.com/office/officeart/2005/8/layout/bProcess4"/>
    <dgm:cxn modelId="{A3363B50-25AF-4B38-B6B3-49D1BE4EE2AC}" srcId="{3DC31923-6752-4710-9DC7-F921CC065487}" destId="{1CC8D0DD-4F27-4B0E-8FAD-5A1EAF57BE15}" srcOrd="8" destOrd="0" parTransId="{2D86124A-2EE5-4214-9DF3-38EF8C47A7CF}" sibTransId="{FCD04EAA-E73A-468A-B788-ADCF0B558684}"/>
    <dgm:cxn modelId="{6F1B4C59-F249-4499-9D91-21801C776DCD}" type="presOf" srcId="{4449B00B-5F63-4881-AA72-B5A87BB74A90}" destId="{8606C976-DFD7-4931-9253-8AFA8400432C}" srcOrd="0" destOrd="0" presId="urn:microsoft.com/office/officeart/2005/8/layout/bProcess4"/>
    <dgm:cxn modelId="{C571FD86-D678-4B15-9677-86EAB39FA203}" type="presOf" srcId="{C92EB811-FACD-4047-A88D-8BC7327101B9}" destId="{D9E03BE0-F9BF-463D-948E-828DA36A9DB9}" srcOrd="0" destOrd="0" presId="urn:microsoft.com/office/officeart/2005/8/layout/bProcess4"/>
    <dgm:cxn modelId="{0A126B88-A2CD-4362-A93A-F1232422CD35}" srcId="{3DC31923-6752-4710-9DC7-F921CC065487}" destId="{46E2FE83-B320-4BB7-A35C-CF1FED374417}" srcOrd="6" destOrd="0" parTransId="{DC734B7C-4360-4462-AD08-20E643928643}" sibTransId="{02ACD796-83FA-4CDC-96F0-2ABAE7386154}"/>
    <dgm:cxn modelId="{E52FA294-C9C1-49E1-8CAE-C234DED7B3F3}" srcId="{3DC31923-6752-4710-9DC7-F921CC065487}" destId="{52A3C85D-8A4D-451D-BF9D-D0B712CCB926}" srcOrd="1" destOrd="0" parTransId="{6FE5E3D4-DA7A-40F9-A561-88337BCAA039}" sibTransId="{3E72318E-20E0-4E24-800F-F9188286FCE6}"/>
    <dgm:cxn modelId="{0A43169B-405A-411E-BCAF-B178D74B9199}" type="presOf" srcId="{B6725623-425A-4566-87F6-4CC344146626}" destId="{601B3EC7-BA89-44DC-8657-748D76AAE661}" srcOrd="0" destOrd="0" presId="urn:microsoft.com/office/officeart/2005/8/layout/bProcess4"/>
    <dgm:cxn modelId="{7B5C289D-17D7-405B-9C90-BFAA1E1F087B}" type="presOf" srcId="{DB531630-5658-46B0-9B8C-129B9E52398B}" destId="{C4F5AE33-4303-4913-86DE-A2EB71EDBF06}" srcOrd="0" destOrd="0" presId="urn:microsoft.com/office/officeart/2005/8/layout/bProcess4"/>
    <dgm:cxn modelId="{11AC5EA7-8E12-495B-8E97-B4D95660FDFD}" type="presOf" srcId="{3333681B-297D-4189-8EDE-3359643A4BC4}" destId="{53464712-F557-428C-AFFD-AB65EB8A8932}" srcOrd="0" destOrd="0" presId="urn:microsoft.com/office/officeart/2005/8/layout/bProcess4"/>
    <dgm:cxn modelId="{46B94BB0-97FE-42EB-90ED-52AB4D2B65C0}" type="presOf" srcId="{B72425D2-462F-4C30-A581-99939FCAFB35}" destId="{486D409B-86A2-4BC8-B9C4-8D60F80213F4}" srcOrd="0" destOrd="0" presId="urn:microsoft.com/office/officeart/2005/8/layout/bProcess4"/>
    <dgm:cxn modelId="{235907B9-29E5-4931-9F7F-4F5F6EF17E29}" srcId="{3DC31923-6752-4710-9DC7-F921CC065487}" destId="{B72425D2-462F-4C30-A581-99939FCAFB35}" srcOrd="5" destOrd="0" parTransId="{BE8C78A9-08BB-4CC7-8632-38D73D817E26}" sibTransId="{B6725623-425A-4566-87F6-4CC344146626}"/>
    <dgm:cxn modelId="{D7FECEBC-667A-415C-8DFF-82BA5A4FA994}" type="presOf" srcId="{52A3C85D-8A4D-451D-BF9D-D0B712CCB926}" destId="{48B9AEBB-C547-4ADB-9ACD-FB6322B982CF}" srcOrd="0" destOrd="0" presId="urn:microsoft.com/office/officeart/2005/8/layout/bProcess4"/>
    <dgm:cxn modelId="{92FAFACF-C361-42EC-8E3A-64D576559AF6}" type="presOf" srcId="{02ACD796-83FA-4CDC-96F0-2ABAE7386154}" destId="{96B7452D-282D-42C6-8049-18EB71297A9B}" srcOrd="0" destOrd="0" presId="urn:microsoft.com/office/officeart/2005/8/layout/bProcess4"/>
    <dgm:cxn modelId="{ED825CD0-3C63-4315-AB24-B3863A409BC0}" type="presOf" srcId="{058BA22E-88B5-464F-876C-606372428BEF}" destId="{03C63491-3F86-45F2-ADA8-BBCC8B4185A6}" srcOrd="0" destOrd="0" presId="urn:microsoft.com/office/officeart/2005/8/layout/bProcess4"/>
    <dgm:cxn modelId="{EB7ED6D1-705D-4154-8CB6-2AFC663125E6}" type="presOf" srcId="{16EFB955-4E49-4413-B192-28A0C1487426}" destId="{BCFA2337-2519-44BF-8C1C-A89272E08B45}" srcOrd="0" destOrd="0" presId="urn:microsoft.com/office/officeart/2005/8/layout/bProcess4"/>
    <dgm:cxn modelId="{22F9EEDF-2BB2-4665-BDA5-1A9CC6C34482}" type="presOf" srcId="{7FC7F218-B189-4B0B-A881-DC4546E00125}" destId="{2E9FA2F2-37B4-438D-829E-AB6E2EA70DD3}" srcOrd="0" destOrd="0" presId="urn:microsoft.com/office/officeart/2005/8/layout/bProcess4"/>
    <dgm:cxn modelId="{F1D189EA-80D4-4A54-8D38-BA9D8CC8CDC7}" type="presOf" srcId="{C7AB0920-22F2-4956-AD2A-9FC46A5184C3}" destId="{04D82AA3-6CE0-4F8A-8382-EC3AE64E90A6}" srcOrd="0" destOrd="0" presId="urn:microsoft.com/office/officeart/2005/8/layout/bProcess4"/>
    <dgm:cxn modelId="{6B5001ED-14F8-4AC8-8251-1E6CD383C450}" type="presOf" srcId="{FCD04EAA-E73A-468A-B788-ADCF0B558684}" destId="{2931B010-1DFB-477C-8EB6-BD80BE25019C}" srcOrd="0" destOrd="0" presId="urn:microsoft.com/office/officeart/2005/8/layout/bProcess4"/>
    <dgm:cxn modelId="{F20CFAF1-80C7-4F87-BF9F-8FD58DC91B91}" srcId="{3DC31923-6752-4710-9DC7-F921CC065487}" destId="{058BA22E-88B5-464F-876C-606372428BEF}" srcOrd="7" destOrd="0" parTransId="{9DFA7319-A269-4CFF-A630-D64FA16B6D5B}" sibTransId="{E3A99DD3-7F10-49DB-BF53-0F64AC34828F}"/>
    <dgm:cxn modelId="{E94B72F4-CCF8-407A-8F1C-E17DBCB7B460}" type="presOf" srcId="{46E2FE83-B320-4BB7-A35C-CF1FED374417}" destId="{FBF48EAA-7AF8-4426-A81C-2DD58D6D17B7}" srcOrd="0" destOrd="0" presId="urn:microsoft.com/office/officeart/2005/8/layout/bProcess4"/>
    <dgm:cxn modelId="{87D46BF8-29D2-4D24-9A7C-AF7314438C44}" srcId="{3DC31923-6752-4710-9DC7-F921CC065487}" destId="{FE9E4DD5-9BBE-4FC0-91E1-2CDB8A7862E1}" srcOrd="11" destOrd="0" parTransId="{FCC43420-C181-427D-954C-5748A3A2FED5}" sibTransId="{C17EF12E-0C97-4CE9-B353-3BF290412429}"/>
    <dgm:cxn modelId="{0C2BA796-E584-402B-BD5F-AF76E52DAA52}" type="presParOf" srcId="{45F830F1-01F8-4256-BE41-C9E2722706AA}" destId="{C9FB49EB-5737-4318-A5A3-E09800910314}" srcOrd="0" destOrd="0" presId="urn:microsoft.com/office/officeart/2005/8/layout/bProcess4"/>
    <dgm:cxn modelId="{6AC6E8D7-1F11-4BCD-A712-43AA496AB251}" type="presParOf" srcId="{C9FB49EB-5737-4318-A5A3-E09800910314}" destId="{D8C1BB40-7ADC-42FF-9BE1-9B1984A2727C}" srcOrd="0" destOrd="0" presId="urn:microsoft.com/office/officeart/2005/8/layout/bProcess4"/>
    <dgm:cxn modelId="{5C8B1BD1-E581-4A9C-A0DD-97E4F5F620CB}" type="presParOf" srcId="{C9FB49EB-5737-4318-A5A3-E09800910314}" destId="{2E9FA2F2-37B4-438D-829E-AB6E2EA70DD3}" srcOrd="1" destOrd="0" presId="urn:microsoft.com/office/officeart/2005/8/layout/bProcess4"/>
    <dgm:cxn modelId="{0A0312B7-D8A0-4E89-8802-1123AEF59DFC}" type="presParOf" srcId="{45F830F1-01F8-4256-BE41-C9E2722706AA}" destId="{D9E03BE0-F9BF-463D-948E-828DA36A9DB9}" srcOrd="1" destOrd="0" presId="urn:microsoft.com/office/officeart/2005/8/layout/bProcess4"/>
    <dgm:cxn modelId="{A9BEDB7D-B26E-40B3-A208-7968172D8C56}" type="presParOf" srcId="{45F830F1-01F8-4256-BE41-C9E2722706AA}" destId="{FFB96F8B-BCD7-4FB2-A64B-30AB41796B56}" srcOrd="2" destOrd="0" presId="urn:microsoft.com/office/officeart/2005/8/layout/bProcess4"/>
    <dgm:cxn modelId="{D8915F77-D2E8-4F20-ABF8-B681CFAED528}" type="presParOf" srcId="{FFB96F8B-BCD7-4FB2-A64B-30AB41796B56}" destId="{A60A6889-DB10-40FA-943B-6EC76A3B86C0}" srcOrd="0" destOrd="0" presId="urn:microsoft.com/office/officeart/2005/8/layout/bProcess4"/>
    <dgm:cxn modelId="{65365B86-B200-4BE3-B252-8A72E9EC83AF}" type="presParOf" srcId="{FFB96F8B-BCD7-4FB2-A64B-30AB41796B56}" destId="{48B9AEBB-C547-4ADB-9ACD-FB6322B982CF}" srcOrd="1" destOrd="0" presId="urn:microsoft.com/office/officeart/2005/8/layout/bProcess4"/>
    <dgm:cxn modelId="{C7F030FB-6E20-41B0-B82D-369938944D9C}" type="presParOf" srcId="{45F830F1-01F8-4256-BE41-C9E2722706AA}" destId="{22C5F0AE-119A-4FF5-955A-11F487BB3E36}" srcOrd="3" destOrd="0" presId="urn:microsoft.com/office/officeart/2005/8/layout/bProcess4"/>
    <dgm:cxn modelId="{675BFE1D-8990-40DE-BD57-BC4D7CDEF7CB}" type="presParOf" srcId="{45F830F1-01F8-4256-BE41-C9E2722706AA}" destId="{D3FFD850-0213-4F6D-9509-796F3F5772F0}" srcOrd="4" destOrd="0" presId="urn:microsoft.com/office/officeart/2005/8/layout/bProcess4"/>
    <dgm:cxn modelId="{07EDFBC9-3A3F-4D80-871B-F111F4B08B62}" type="presParOf" srcId="{D3FFD850-0213-4F6D-9509-796F3F5772F0}" destId="{2FF69D6E-8BA9-472B-8EC5-0C18573F7521}" srcOrd="0" destOrd="0" presId="urn:microsoft.com/office/officeart/2005/8/layout/bProcess4"/>
    <dgm:cxn modelId="{88DD08EE-5D81-4775-82B0-F58E9E41D3B8}" type="presParOf" srcId="{D3FFD850-0213-4F6D-9509-796F3F5772F0}" destId="{04D82AA3-6CE0-4F8A-8382-EC3AE64E90A6}" srcOrd="1" destOrd="0" presId="urn:microsoft.com/office/officeart/2005/8/layout/bProcess4"/>
    <dgm:cxn modelId="{BA64E13E-0F26-4C3B-A9FE-0D9E4D5592D1}" type="presParOf" srcId="{45F830F1-01F8-4256-BE41-C9E2722706AA}" destId="{EC6F95F9-672C-465A-B9EB-55D8DE1349E0}" srcOrd="5" destOrd="0" presId="urn:microsoft.com/office/officeart/2005/8/layout/bProcess4"/>
    <dgm:cxn modelId="{2CECF19C-C304-4959-A850-495EA1220D38}" type="presParOf" srcId="{45F830F1-01F8-4256-BE41-C9E2722706AA}" destId="{3DE9ED17-4236-400C-AFB6-35C18763F5E3}" srcOrd="6" destOrd="0" presId="urn:microsoft.com/office/officeart/2005/8/layout/bProcess4"/>
    <dgm:cxn modelId="{A2CD0FD9-A91B-4D3C-B7ED-AF6EABB6C2EA}" type="presParOf" srcId="{3DE9ED17-4236-400C-AFB6-35C18763F5E3}" destId="{243D9857-3317-4738-B657-E9289F2516E6}" srcOrd="0" destOrd="0" presId="urn:microsoft.com/office/officeart/2005/8/layout/bProcess4"/>
    <dgm:cxn modelId="{E3DE1833-03C8-40BB-B6B1-D464324C68D1}" type="presParOf" srcId="{3DE9ED17-4236-400C-AFB6-35C18763F5E3}" destId="{C4F5AE33-4303-4913-86DE-A2EB71EDBF06}" srcOrd="1" destOrd="0" presId="urn:microsoft.com/office/officeart/2005/8/layout/bProcess4"/>
    <dgm:cxn modelId="{685B4620-2B5E-4244-90B4-6FD77D6679D6}" type="presParOf" srcId="{45F830F1-01F8-4256-BE41-C9E2722706AA}" destId="{E26C392B-D61C-417E-9BB0-3A03FEFF90F5}" srcOrd="7" destOrd="0" presId="urn:microsoft.com/office/officeart/2005/8/layout/bProcess4"/>
    <dgm:cxn modelId="{AE1DD90B-2810-4DD5-A159-4B1EFC3B038D}" type="presParOf" srcId="{45F830F1-01F8-4256-BE41-C9E2722706AA}" destId="{E917F748-98A6-441D-9800-25D8AB0D92DD}" srcOrd="8" destOrd="0" presId="urn:microsoft.com/office/officeart/2005/8/layout/bProcess4"/>
    <dgm:cxn modelId="{CB8EF22D-45C7-4C4B-85F4-8DCFDA109649}" type="presParOf" srcId="{E917F748-98A6-441D-9800-25D8AB0D92DD}" destId="{148FCF9B-C0EF-4F64-AE88-93A2BA314CD8}" srcOrd="0" destOrd="0" presId="urn:microsoft.com/office/officeart/2005/8/layout/bProcess4"/>
    <dgm:cxn modelId="{EAB57D5D-CBBD-41DF-BD0C-1BEFF22DD8EC}" type="presParOf" srcId="{E917F748-98A6-441D-9800-25D8AB0D92DD}" destId="{BDECA7B7-BE88-44CC-BE08-84002C053050}" srcOrd="1" destOrd="0" presId="urn:microsoft.com/office/officeart/2005/8/layout/bProcess4"/>
    <dgm:cxn modelId="{32E23773-0948-44C3-A409-102FB30B808B}" type="presParOf" srcId="{45F830F1-01F8-4256-BE41-C9E2722706AA}" destId="{BCFA2337-2519-44BF-8C1C-A89272E08B45}" srcOrd="9" destOrd="0" presId="urn:microsoft.com/office/officeart/2005/8/layout/bProcess4"/>
    <dgm:cxn modelId="{1A6E8E20-ACCC-47D4-A00C-774BC55D47D4}" type="presParOf" srcId="{45F830F1-01F8-4256-BE41-C9E2722706AA}" destId="{17F44AA8-F5CE-44D5-88F3-B4FC845AD241}" srcOrd="10" destOrd="0" presId="urn:microsoft.com/office/officeart/2005/8/layout/bProcess4"/>
    <dgm:cxn modelId="{863DB46C-AA04-4EFF-9619-811394F42830}" type="presParOf" srcId="{17F44AA8-F5CE-44D5-88F3-B4FC845AD241}" destId="{6F124A3E-CAFA-4E71-B2B5-1DE703287460}" srcOrd="0" destOrd="0" presId="urn:microsoft.com/office/officeart/2005/8/layout/bProcess4"/>
    <dgm:cxn modelId="{F962214E-9EF9-40E9-BAAE-ED529063E33E}" type="presParOf" srcId="{17F44AA8-F5CE-44D5-88F3-B4FC845AD241}" destId="{486D409B-86A2-4BC8-B9C4-8D60F80213F4}" srcOrd="1" destOrd="0" presId="urn:microsoft.com/office/officeart/2005/8/layout/bProcess4"/>
    <dgm:cxn modelId="{3387FE7E-4C8B-47AF-9B11-4DD58210626E}" type="presParOf" srcId="{45F830F1-01F8-4256-BE41-C9E2722706AA}" destId="{601B3EC7-BA89-44DC-8657-748D76AAE661}" srcOrd="11" destOrd="0" presId="urn:microsoft.com/office/officeart/2005/8/layout/bProcess4"/>
    <dgm:cxn modelId="{32566764-FE36-4C63-9722-29A4CE575399}" type="presParOf" srcId="{45F830F1-01F8-4256-BE41-C9E2722706AA}" destId="{C014E061-F0B5-4206-963C-5A0EFC3C0570}" srcOrd="12" destOrd="0" presId="urn:microsoft.com/office/officeart/2005/8/layout/bProcess4"/>
    <dgm:cxn modelId="{7F3B0828-566E-4326-B8DE-801BE1EBED91}" type="presParOf" srcId="{C014E061-F0B5-4206-963C-5A0EFC3C0570}" destId="{FC35F757-FD1E-4149-925D-0292705ECD31}" srcOrd="0" destOrd="0" presId="urn:microsoft.com/office/officeart/2005/8/layout/bProcess4"/>
    <dgm:cxn modelId="{EC372F7B-D8DE-4431-B7BB-7F4889CC96BA}" type="presParOf" srcId="{C014E061-F0B5-4206-963C-5A0EFC3C0570}" destId="{FBF48EAA-7AF8-4426-A81C-2DD58D6D17B7}" srcOrd="1" destOrd="0" presId="urn:microsoft.com/office/officeart/2005/8/layout/bProcess4"/>
    <dgm:cxn modelId="{23789E8D-1E3A-4447-B22B-8265F5A593E8}" type="presParOf" srcId="{45F830F1-01F8-4256-BE41-C9E2722706AA}" destId="{96B7452D-282D-42C6-8049-18EB71297A9B}" srcOrd="13" destOrd="0" presId="urn:microsoft.com/office/officeart/2005/8/layout/bProcess4"/>
    <dgm:cxn modelId="{E94C82C1-7F67-471A-AB15-5D5C1F7D932F}" type="presParOf" srcId="{45F830F1-01F8-4256-BE41-C9E2722706AA}" destId="{9428553C-EA5C-4147-8AF0-5713012DEB22}" srcOrd="14" destOrd="0" presId="urn:microsoft.com/office/officeart/2005/8/layout/bProcess4"/>
    <dgm:cxn modelId="{F8E0068F-7E09-4A2A-97F9-B7BB07A4647F}" type="presParOf" srcId="{9428553C-EA5C-4147-8AF0-5713012DEB22}" destId="{428FEC00-38CB-4E4C-9A1F-E7F8A195BD3B}" srcOrd="0" destOrd="0" presId="urn:microsoft.com/office/officeart/2005/8/layout/bProcess4"/>
    <dgm:cxn modelId="{2C10844A-C9FD-4F4E-9D28-C3EB0DAD0222}" type="presParOf" srcId="{9428553C-EA5C-4147-8AF0-5713012DEB22}" destId="{03C63491-3F86-45F2-ADA8-BBCC8B4185A6}" srcOrd="1" destOrd="0" presId="urn:microsoft.com/office/officeart/2005/8/layout/bProcess4"/>
    <dgm:cxn modelId="{822FEF1D-6B19-4D4C-98E1-CF01484C4CAC}" type="presParOf" srcId="{45F830F1-01F8-4256-BE41-C9E2722706AA}" destId="{DE1A1961-B0BA-4D39-823B-FF4D8C7C1189}" srcOrd="15" destOrd="0" presId="urn:microsoft.com/office/officeart/2005/8/layout/bProcess4"/>
    <dgm:cxn modelId="{3D42D4E5-AC6D-4E40-80E8-A4A5A031390F}" type="presParOf" srcId="{45F830F1-01F8-4256-BE41-C9E2722706AA}" destId="{00108DBB-4C7F-415B-A839-801D702D1256}" srcOrd="16" destOrd="0" presId="urn:microsoft.com/office/officeart/2005/8/layout/bProcess4"/>
    <dgm:cxn modelId="{3FAC3319-EAA9-4FE7-B7A8-7AA0237A93E6}" type="presParOf" srcId="{00108DBB-4C7F-415B-A839-801D702D1256}" destId="{BD219E71-F3A4-4C80-BE89-6A0B9E0C00C3}" srcOrd="0" destOrd="0" presId="urn:microsoft.com/office/officeart/2005/8/layout/bProcess4"/>
    <dgm:cxn modelId="{6DF49128-E6E9-46A3-920B-D791086E7D7E}" type="presParOf" srcId="{00108DBB-4C7F-415B-A839-801D702D1256}" destId="{D5DC46EE-B2D3-4C95-8579-79B016778269}" srcOrd="1" destOrd="0" presId="urn:microsoft.com/office/officeart/2005/8/layout/bProcess4"/>
    <dgm:cxn modelId="{7BD526FF-DAEE-461E-B775-3C7FD0EBAEF0}" type="presParOf" srcId="{45F830F1-01F8-4256-BE41-C9E2722706AA}" destId="{2931B010-1DFB-477C-8EB6-BD80BE25019C}" srcOrd="17" destOrd="0" presId="urn:microsoft.com/office/officeart/2005/8/layout/bProcess4"/>
    <dgm:cxn modelId="{1C8A2CF2-88FC-493E-B72F-4C3547A4478C}" type="presParOf" srcId="{45F830F1-01F8-4256-BE41-C9E2722706AA}" destId="{40830876-B4B3-44A5-A064-FAD77FBFC069}" srcOrd="18" destOrd="0" presId="urn:microsoft.com/office/officeart/2005/8/layout/bProcess4"/>
    <dgm:cxn modelId="{C049ACB8-B308-48D2-8849-213F7FAD1366}" type="presParOf" srcId="{40830876-B4B3-44A5-A064-FAD77FBFC069}" destId="{1EF847BC-11D0-4DAC-8050-EAC3CFCE6BB2}" srcOrd="0" destOrd="0" presId="urn:microsoft.com/office/officeart/2005/8/layout/bProcess4"/>
    <dgm:cxn modelId="{48F9E093-EE20-49B7-8D16-DA5AD636461C}" type="presParOf" srcId="{40830876-B4B3-44A5-A064-FAD77FBFC069}" destId="{FE6B3D8E-A5CC-41DC-9333-B48A2070C928}" srcOrd="1" destOrd="0" presId="urn:microsoft.com/office/officeart/2005/8/layout/bProcess4"/>
    <dgm:cxn modelId="{CED2BF5A-6246-4BEF-92A4-D5716586EBDD}" type="presParOf" srcId="{45F830F1-01F8-4256-BE41-C9E2722706AA}" destId="{53464712-F557-428C-AFFD-AB65EB8A8932}" srcOrd="19" destOrd="0" presId="urn:microsoft.com/office/officeart/2005/8/layout/bProcess4"/>
    <dgm:cxn modelId="{3B8A7E55-5786-4BFF-8C74-FAC061C52E3D}" type="presParOf" srcId="{45F830F1-01F8-4256-BE41-C9E2722706AA}" destId="{DD85CBA4-8264-4B7B-920D-BECB28196752}" srcOrd="20" destOrd="0" presId="urn:microsoft.com/office/officeart/2005/8/layout/bProcess4"/>
    <dgm:cxn modelId="{D5BF0906-98CD-4E61-958C-6AD7D6C4195C}" type="presParOf" srcId="{DD85CBA4-8264-4B7B-920D-BECB28196752}" destId="{4CEEDD88-0FAF-463E-B54F-058E7674A577}" srcOrd="0" destOrd="0" presId="urn:microsoft.com/office/officeart/2005/8/layout/bProcess4"/>
    <dgm:cxn modelId="{4BC34FDD-B015-48E5-942C-83B08AE350F2}" type="presParOf" srcId="{DD85CBA4-8264-4B7B-920D-BECB28196752}" destId="{93F7E7EC-6B9A-44CC-94EC-F85508203ACA}" srcOrd="1" destOrd="0" presId="urn:microsoft.com/office/officeart/2005/8/layout/bProcess4"/>
    <dgm:cxn modelId="{9A28B340-183D-4FDD-AE38-2C258A68BF33}" type="presParOf" srcId="{45F830F1-01F8-4256-BE41-C9E2722706AA}" destId="{8606C976-DFD7-4931-9253-8AFA8400432C}" srcOrd="21" destOrd="0" presId="urn:microsoft.com/office/officeart/2005/8/layout/bProcess4"/>
    <dgm:cxn modelId="{4A9FF84D-D563-4D53-81D3-D257135DDE03}" type="presParOf" srcId="{45F830F1-01F8-4256-BE41-C9E2722706AA}" destId="{776D879E-7E0A-4023-B685-35934F2A4616}" srcOrd="22" destOrd="0" presId="urn:microsoft.com/office/officeart/2005/8/layout/bProcess4"/>
    <dgm:cxn modelId="{65ECD825-4AB3-426A-B7CB-5255DB9BBAEB}" type="presParOf" srcId="{776D879E-7E0A-4023-B685-35934F2A4616}" destId="{D9A91D4C-5C19-4547-BC73-EBA4174D0118}" srcOrd="0" destOrd="0" presId="urn:microsoft.com/office/officeart/2005/8/layout/bProcess4"/>
    <dgm:cxn modelId="{72E85252-F7AF-4F7A-A2E7-7FA87B59A316}" type="presParOf" srcId="{776D879E-7E0A-4023-B685-35934F2A4616}" destId="{0B4CDCFA-F4C0-401B-B7B0-0562853EFCC7}" srcOrd="1" destOrd="0" presId="urn:microsoft.com/office/officeart/2005/8/layout/b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BD7F09A-3CAA-48E4-8A1F-606BEAF48589}" type="doc">
      <dgm:prSet loTypeId="urn:microsoft.com/office/officeart/2005/8/layout/vList5" loCatId="list" qsTypeId="urn:microsoft.com/office/officeart/2005/8/quickstyle/simple2" qsCatId="simple" csTypeId="urn:microsoft.com/office/officeart/2005/8/colors/accent3_2" csCatId="accent3"/>
      <dgm:spPr/>
      <dgm:t>
        <a:bodyPr/>
        <a:lstStyle/>
        <a:p>
          <a:endParaRPr lang="en-US"/>
        </a:p>
      </dgm:t>
    </dgm:pt>
    <dgm:pt modelId="{643CBC27-82E2-4CD9-837A-99EB98BC2D9C}">
      <dgm:prSet/>
      <dgm:spPr/>
      <dgm:t>
        <a:bodyPr/>
        <a:lstStyle/>
        <a:p>
          <a:r>
            <a:rPr lang="en-US"/>
            <a:t>Supervised Learning </a:t>
          </a:r>
        </a:p>
      </dgm:t>
    </dgm:pt>
    <dgm:pt modelId="{A1CA6236-2A07-417D-90C2-CBCE500B79C9}" type="parTrans" cxnId="{FB5BF4B3-32FD-4B10-A67B-05167834A972}">
      <dgm:prSet/>
      <dgm:spPr/>
      <dgm:t>
        <a:bodyPr/>
        <a:lstStyle/>
        <a:p>
          <a:endParaRPr lang="en-US"/>
        </a:p>
      </dgm:t>
    </dgm:pt>
    <dgm:pt modelId="{A699DFA6-A057-470E-9E57-F2E7CFE8CABE}" type="sibTrans" cxnId="{FB5BF4B3-32FD-4B10-A67B-05167834A972}">
      <dgm:prSet/>
      <dgm:spPr/>
      <dgm:t>
        <a:bodyPr/>
        <a:lstStyle/>
        <a:p>
          <a:endParaRPr lang="en-US"/>
        </a:p>
      </dgm:t>
    </dgm:pt>
    <dgm:pt modelId="{340E772F-A839-433E-A106-3C0EF35D7C33}">
      <dgm:prSet/>
      <dgm:spPr/>
      <dgm:t>
        <a:bodyPr/>
        <a:lstStyle/>
        <a:p>
          <a:r>
            <a:rPr lang="en-US"/>
            <a:t>Estimation / Regression (continuous outcome) </a:t>
          </a:r>
        </a:p>
      </dgm:t>
    </dgm:pt>
    <dgm:pt modelId="{E7A7BACE-BF8E-478A-9A8C-798626C845E2}" type="parTrans" cxnId="{D4EDDB97-CD8D-493D-8405-446FDB6B74C9}">
      <dgm:prSet/>
      <dgm:spPr/>
      <dgm:t>
        <a:bodyPr/>
        <a:lstStyle/>
        <a:p>
          <a:endParaRPr lang="en-US"/>
        </a:p>
      </dgm:t>
    </dgm:pt>
    <dgm:pt modelId="{194F1673-D27B-4C61-80F5-BB226860E62C}" type="sibTrans" cxnId="{D4EDDB97-CD8D-493D-8405-446FDB6B74C9}">
      <dgm:prSet/>
      <dgm:spPr/>
      <dgm:t>
        <a:bodyPr/>
        <a:lstStyle/>
        <a:p>
          <a:endParaRPr lang="en-US"/>
        </a:p>
      </dgm:t>
    </dgm:pt>
    <dgm:pt modelId="{9417E75B-39C8-47D6-A930-B383482912E1}">
      <dgm:prSet/>
      <dgm:spPr/>
      <dgm:t>
        <a:bodyPr/>
        <a:lstStyle/>
        <a:p>
          <a:r>
            <a:rPr lang="en-US"/>
            <a:t>Classification (binary or multi-class outcome)    </a:t>
          </a:r>
        </a:p>
      </dgm:t>
    </dgm:pt>
    <dgm:pt modelId="{CE1D4704-301A-472A-9716-BABB5F459727}" type="parTrans" cxnId="{E0EC4866-2E08-41B0-925D-AF40FEEDC2A3}">
      <dgm:prSet/>
      <dgm:spPr/>
      <dgm:t>
        <a:bodyPr/>
        <a:lstStyle/>
        <a:p>
          <a:endParaRPr lang="en-US"/>
        </a:p>
      </dgm:t>
    </dgm:pt>
    <dgm:pt modelId="{1DDE6FBE-A168-47C4-B111-8FEC3CDDB61A}" type="sibTrans" cxnId="{E0EC4866-2E08-41B0-925D-AF40FEEDC2A3}">
      <dgm:prSet/>
      <dgm:spPr/>
      <dgm:t>
        <a:bodyPr/>
        <a:lstStyle/>
        <a:p>
          <a:endParaRPr lang="en-US"/>
        </a:p>
      </dgm:t>
    </dgm:pt>
    <dgm:pt modelId="{A7180E09-7F28-43CC-B39D-86FF03ED1F27}">
      <dgm:prSet/>
      <dgm:spPr/>
      <dgm:t>
        <a:bodyPr/>
        <a:lstStyle/>
        <a:p>
          <a:r>
            <a:rPr lang="en-US"/>
            <a:t>Unsupervised Learning </a:t>
          </a:r>
        </a:p>
      </dgm:t>
    </dgm:pt>
    <dgm:pt modelId="{1DBB1402-E02E-4A24-989C-10FF1AC9BF3D}" type="parTrans" cxnId="{937295FD-86DE-4A8E-B24E-9A9B84CE9DE7}">
      <dgm:prSet/>
      <dgm:spPr/>
      <dgm:t>
        <a:bodyPr/>
        <a:lstStyle/>
        <a:p>
          <a:endParaRPr lang="en-US"/>
        </a:p>
      </dgm:t>
    </dgm:pt>
    <dgm:pt modelId="{A809BFA5-BBDB-4BB4-BF20-0731531C2E61}" type="sibTrans" cxnId="{937295FD-86DE-4A8E-B24E-9A9B84CE9DE7}">
      <dgm:prSet/>
      <dgm:spPr/>
      <dgm:t>
        <a:bodyPr/>
        <a:lstStyle/>
        <a:p>
          <a:endParaRPr lang="en-US"/>
        </a:p>
      </dgm:t>
    </dgm:pt>
    <dgm:pt modelId="{06A8F918-D49B-4DAF-B2B8-C949BFF99830}">
      <dgm:prSet/>
      <dgm:spPr/>
      <dgm:t>
        <a:bodyPr/>
        <a:lstStyle/>
        <a:p>
          <a:r>
            <a:rPr lang="en-US"/>
            <a:t>Dimension Reduction </a:t>
          </a:r>
        </a:p>
      </dgm:t>
    </dgm:pt>
    <dgm:pt modelId="{0368821C-7BDA-49D9-827E-C45F17A2933F}" type="parTrans" cxnId="{E3C53A99-1EB4-4920-89E9-A9B4199A3CC3}">
      <dgm:prSet/>
      <dgm:spPr/>
      <dgm:t>
        <a:bodyPr/>
        <a:lstStyle/>
        <a:p>
          <a:endParaRPr lang="en-US"/>
        </a:p>
      </dgm:t>
    </dgm:pt>
    <dgm:pt modelId="{756FEBBE-4AC6-4BB9-B404-64E2F42FCC53}" type="sibTrans" cxnId="{E3C53A99-1EB4-4920-89E9-A9B4199A3CC3}">
      <dgm:prSet/>
      <dgm:spPr/>
      <dgm:t>
        <a:bodyPr/>
        <a:lstStyle/>
        <a:p>
          <a:endParaRPr lang="en-US"/>
        </a:p>
      </dgm:t>
    </dgm:pt>
    <dgm:pt modelId="{35FFB644-CF59-4040-815C-1A7DA8B93052}">
      <dgm:prSet/>
      <dgm:spPr/>
      <dgm:t>
        <a:bodyPr/>
        <a:lstStyle/>
        <a:p>
          <a:r>
            <a:rPr lang="en-US"/>
            <a:t>Segmentation/Clustering </a:t>
          </a:r>
        </a:p>
      </dgm:t>
    </dgm:pt>
    <dgm:pt modelId="{A61ABEF1-838B-4C1E-B29B-72CCD5AEA6F8}" type="parTrans" cxnId="{42C406FE-9EC7-4A16-80A2-0EA7504B35D3}">
      <dgm:prSet/>
      <dgm:spPr/>
      <dgm:t>
        <a:bodyPr/>
        <a:lstStyle/>
        <a:p>
          <a:endParaRPr lang="en-US"/>
        </a:p>
      </dgm:t>
    </dgm:pt>
    <dgm:pt modelId="{718614A4-D253-4F9D-A609-14B977308EDE}" type="sibTrans" cxnId="{42C406FE-9EC7-4A16-80A2-0EA7504B35D3}">
      <dgm:prSet/>
      <dgm:spPr/>
      <dgm:t>
        <a:bodyPr/>
        <a:lstStyle/>
        <a:p>
          <a:endParaRPr lang="en-US"/>
        </a:p>
      </dgm:t>
    </dgm:pt>
    <dgm:pt modelId="{1DAFCAC5-56D8-4AF1-BF1A-DE2A62FD7E50}">
      <dgm:prSet/>
      <dgm:spPr/>
      <dgm:t>
        <a:bodyPr/>
        <a:lstStyle/>
        <a:p>
          <a:r>
            <a:rPr lang="en-US"/>
            <a:t>Anomaly Detection </a:t>
          </a:r>
        </a:p>
      </dgm:t>
    </dgm:pt>
    <dgm:pt modelId="{3400987C-16A1-4560-9392-6061F7674F70}" type="parTrans" cxnId="{F6598A8A-F9BB-4C59-9A6D-89D75383116D}">
      <dgm:prSet/>
      <dgm:spPr/>
      <dgm:t>
        <a:bodyPr/>
        <a:lstStyle/>
        <a:p>
          <a:endParaRPr lang="en-US"/>
        </a:p>
      </dgm:t>
    </dgm:pt>
    <dgm:pt modelId="{939E97F7-52A5-4BDB-BC79-3E3F5ECC9A04}" type="sibTrans" cxnId="{F6598A8A-F9BB-4C59-9A6D-89D75383116D}">
      <dgm:prSet/>
      <dgm:spPr/>
      <dgm:t>
        <a:bodyPr/>
        <a:lstStyle/>
        <a:p>
          <a:endParaRPr lang="en-US"/>
        </a:p>
      </dgm:t>
    </dgm:pt>
    <dgm:pt modelId="{148E74C1-858C-4E54-8C05-8E4CED5A7EB9}">
      <dgm:prSet/>
      <dgm:spPr/>
      <dgm:t>
        <a:bodyPr/>
        <a:lstStyle/>
        <a:p>
          <a:r>
            <a:rPr lang="en-US"/>
            <a:t>Recommender Systems </a:t>
          </a:r>
        </a:p>
      </dgm:t>
    </dgm:pt>
    <dgm:pt modelId="{DC318B8F-C0D7-4D07-AAFF-3808F4432D35}" type="parTrans" cxnId="{9CC7D19D-2EEA-437A-8310-C1031FA308DA}">
      <dgm:prSet/>
      <dgm:spPr/>
      <dgm:t>
        <a:bodyPr/>
        <a:lstStyle/>
        <a:p>
          <a:endParaRPr lang="en-US"/>
        </a:p>
      </dgm:t>
    </dgm:pt>
    <dgm:pt modelId="{7104F04D-4222-4DBE-A548-43F1FF8D9D0C}" type="sibTrans" cxnId="{9CC7D19D-2EEA-437A-8310-C1031FA308DA}">
      <dgm:prSet/>
      <dgm:spPr/>
      <dgm:t>
        <a:bodyPr/>
        <a:lstStyle/>
        <a:p>
          <a:endParaRPr lang="en-US"/>
        </a:p>
      </dgm:t>
    </dgm:pt>
    <dgm:pt modelId="{01048ED7-8D08-44A4-86FB-AA3D870E1EB8}">
      <dgm:prSet/>
      <dgm:spPr/>
      <dgm:t>
        <a:bodyPr/>
        <a:lstStyle/>
        <a:p>
          <a:r>
            <a:rPr lang="en-US"/>
            <a:t>Predict ratings a user might give to a specific item. These predictions will then be ranked and returned to the user. </a:t>
          </a:r>
        </a:p>
      </dgm:t>
    </dgm:pt>
    <dgm:pt modelId="{9AF2A7BB-B773-49C3-B32A-0152C4A3CBC7}" type="parTrans" cxnId="{B1C1D460-AE2A-482B-A892-6790F0AF119F}">
      <dgm:prSet/>
      <dgm:spPr/>
      <dgm:t>
        <a:bodyPr/>
        <a:lstStyle/>
        <a:p>
          <a:endParaRPr lang="en-US"/>
        </a:p>
      </dgm:t>
    </dgm:pt>
    <dgm:pt modelId="{8A82CCBE-7CDE-424E-8048-DB6BC7192187}" type="sibTrans" cxnId="{B1C1D460-AE2A-482B-A892-6790F0AF119F}">
      <dgm:prSet/>
      <dgm:spPr/>
      <dgm:t>
        <a:bodyPr/>
        <a:lstStyle/>
        <a:p>
          <a:endParaRPr lang="en-US"/>
        </a:p>
      </dgm:t>
    </dgm:pt>
    <dgm:pt modelId="{F16CFA17-602F-4E73-9E1D-A6B1AB7C692C}">
      <dgm:prSet/>
      <dgm:spPr/>
      <dgm:t>
        <a:bodyPr/>
        <a:lstStyle/>
        <a:p>
          <a:r>
            <a:rPr lang="en-US"/>
            <a:t>Reinforcement Learning </a:t>
          </a:r>
        </a:p>
      </dgm:t>
    </dgm:pt>
    <dgm:pt modelId="{B360B87B-3411-44B0-A545-4E0EBC650916}" type="parTrans" cxnId="{21F6487D-5042-4832-B050-4CCBADD184BD}">
      <dgm:prSet/>
      <dgm:spPr/>
      <dgm:t>
        <a:bodyPr/>
        <a:lstStyle/>
        <a:p>
          <a:endParaRPr lang="en-US"/>
        </a:p>
      </dgm:t>
    </dgm:pt>
    <dgm:pt modelId="{36B75037-4148-47B1-9B96-B6BF3897540F}" type="sibTrans" cxnId="{21F6487D-5042-4832-B050-4CCBADD184BD}">
      <dgm:prSet/>
      <dgm:spPr/>
      <dgm:t>
        <a:bodyPr/>
        <a:lstStyle/>
        <a:p>
          <a:endParaRPr lang="en-US"/>
        </a:p>
      </dgm:t>
    </dgm:pt>
    <dgm:pt modelId="{E656D47E-8E99-4064-A24C-C6A7FAD3D52C}">
      <dgm:prSet/>
      <dgm:spPr/>
      <dgm:t>
        <a:bodyPr/>
        <a:lstStyle/>
        <a:p>
          <a:r>
            <a:rPr lang="en-US"/>
            <a:t>Taking suitable action to maximize reward for given  situation</a:t>
          </a:r>
        </a:p>
      </dgm:t>
    </dgm:pt>
    <dgm:pt modelId="{DEDD4070-4AE2-4E09-A027-012A1AB4C7D2}" type="parTrans" cxnId="{4A38D90C-B614-45EC-BA36-AD1BC349C7C8}">
      <dgm:prSet/>
      <dgm:spPr/>
      <dgm:t>
        <a:bodyPr/>
        <a:lstStyle/>
        <a:p>
          <a:endParaRPr lang="en-US"/>
        </a:p>
      </dgm:t>
    </dgm:pt>
    <dgm:pt modelId="{4331C886-BFBC-4A3D-A8C7-E84C75555039}" type="sibTrans" cxnId="{4A38D90C-B614-45EC-BA36-AD1BC349C7C8}">
      <dgm:prSet/>
      <dgm:spPr/>
      <dgm:t>
        <a:bodyPr/>
        <a:lstStyle/>
        <a:p>
          <a:endParaRPr lang="en-US"/>
        </a:p>
      </dgm:t>
    </dgm:pt>
    <dgm:pt modelId="{295D4160-9DAB-FB49-9D34-EB27C5658A20}" type="pres">
      <dgm:prSet presAssocID="{DBD7F09A-3CAA-48E4-8A1F-606BEAF48589}" presName="Name0" presStyleCnt="0">
        <dgm:presLayoutVars>
          <dgm:dir/>
          <dgm:animLvl val="lvl"/>
          <dgm:resizeHandles val="exact"/>
        </dgm:presLayoutVars>
      </dgm:prSet>
      <dgm:spPr/>
    </dgm:pt>
    <dgm:pt modelId="{6F85A894-AC57-5541-A15C-C27ED7F37F84}" type="pres">
      <dgm:prSet presAssocID="{643CBC27-82E2-4CD9-837A-99EB98BC2D9C}" presName="linNode" presStyleCnt="0"/>
      <dgm:spPr/>
    </dgm:pt>
    <dgm:pt modelId="{EDD1CAA1-F638-EF42-B976-A6A7404CE048}" type="pres">
      <dgm:prSet presAssocID="{643CBC27-82E2-4CD9-837A-99EB98BC2D9C}" presName="parentText" presStyleLbl="node1" presStyleIdx="0" presStyleCnt="4">
        <dgm:presLayoutVars>
          <dgm:chMax val="1"/>
          <dgm:bulletEnabled val="1"/>
        </dgm:presLayoutVars>
      </dgm:prSet>
      <dgm:spPr/>
    </dgm:pt>
    <dgm:pt modelId="{7A6C2D8F-8B9A-5C49-B8D9-330B4C320213}" type="pres">
      <dgm:prSet presAssocID="{643CBC27-82E2-4CD9-837A-99EB98BC2D9C}" presName="descendantText" presStyleLbl="alignAccFollowNode1" presStyleIdx="0" presStyleCnt="4">
        <dgm:presLayoutVars>
          <dgm:bulletEnabled val="1"/>
        </dgm:presLayoutVars>
      </dgm:prSet>
      <dgm:spPr/>
    </dgm:pt>
    <dgm:pt modelId="{052E8908-04AF-BD42-A782-176954702DA3}" type="pres">
      <dgm:prSet presAssocID="{A699DFA6-A057-470E-9E57-F2E7CFE8CABE}" presName="sp" presStyleCnt="0"/>
      <dgm:spPr/>
    </dgm:pt>
    <dgm:pt modelId="{A3F75442-79A3-3C47-97DD-3714AA5521B4}" type="pres">
      <dgm:prSet presAssocID="{A7180E09-7F28-43CC-B39D-86FF03ED1F27}" presName="linNode" presStyleCnt="0"/>
      <dgm:spPr/>
    </dgm:pt>
    <dgm:pt modelId="{2311C7A6-4679-A641-A00E-E318D8414070}" type="pres">
      <dgm:prSet presAssocID="{A7180E09-7F28-43CC-B39D-86FF03ED1F27}" presName="parentText" presStyleLbl="node1" presStyleIdx="1" presStyleCnt="4">
        <dgm:presLayoutVars>
          <dgm:chMax val="1"/>
          <dgm:bulletEnabled val="1"/>
        </dgm:presLayoutVars>
      </dgm:prSet>
      <dgm:spPr/>
    </dgm:pt>
    <dgm:pt modelId="{F50EAD6A-9527-024C-8193-CE600B0EA4B3}" type="pres">
      <dgm:prSet presAssocID="{A7180E09-7F28-43CC-B39D-86FF03ED1F27}" presName="descendantText" presStyleLbl="alignAccFollowNode1" presStyleIdx="1" presStyleCnt="4">
        <dgm:presLayoutVars>
          <dgm:bulletEnabled val="1"/>
        </dgm:presLayoutVars>
      </dgm:prSet>
      <dgm:spPr/>
    </dgm:pt>
    <dgm:pt modelId="{E4E06C74-5026-184C-B59E-1E248819DB90}" type="pres">
      <dgm:prSet presAssocID="{A809BFA5-BBDB-4BB4-BF20-0731531C2E61}" presName="sp" presStyleCnt="0"/>
      <dgm:spPr/>
    </dgm:pt>
    <dgm:pt modelId="{467860F9-64C6-0A4D-8DE3-75D9B18185C3}" type="pres">
      <dgm:prSet presAssocID="{148E74C1-858C-4E54-8C05-8E4CED5A7EB9}" presName="linNode" presStyleCnt="0"/>
      <dgm:spPr/>
    </dgm:pt>
    <dgm:pt modelId="{AD759F15-2C03-3C41-A656-4BE48D2ED0F0}" type="pres">
      <dgm:prSet presAssocID="{148E74C1-858C-4E54-8C05-8E4CED5A7EB9}" presName="parentText" presStyleLbl="node1" presStyleIdx="2" presStyleCnt="4">
        <dgm:presLayoutVars>
          <dgm:chMax val="1"/>
          <dgm:bulletEnabled val="1"/>
        </dgm:presLayoutVars>
      </dgm:prSet>
      <dgm:spPr/>
    </dgm:pt>
    <dgm:pt modelId="{41D0994F-F467-4149-8B55-E368B9E7A180}" type="pres">
      <dgm:prSet presAssocID="{148E74C1-858C-4E54-8C05-8E4CED5A7EB9}" presName="descendantText" presStyleLbl="alignAccFollowNode1" presStyleIdx="2" presStyleCnt="4">
        <dgm:presLayoutVars>
          <dgm:bulletEnabled val="1"/>
        </dgm:presLayoutVars>
      </dgm:prSet>
      <dgm:spPr/>
    </dgm:pt>
    <dgm:pt modelId="{3BDE14F7-0CA7-0049-87E0-93FF1F39B099}" type="pres">
      <dgm:prSet presAssocID="{7104F04D-4222-4DBE-A548-43F1FF8D9D0C}" presName="sp" presStyleCnt="0"/>
      <dgm:spPr/>
    </dgm:pt>
    <dgm:pt modelId="{1C92D6E6-B481-8C4A-AC03-DA3EF6731705}" type="pres">
      <dgm:prSet presAssocID="{F16CFA17-602F-4E73-9E1D-A6B1AB7C692C}" presName="linNode" presStyleCnt="0"/>
      <dgm:spPr/>
    </dgm:pt>
    <dgm:pt modelId="{0DC2FA22-94B6-494D-A2DD-520118ACCBA3}" type="pres">
      <dgm:prSet presAssocID="{F16CFA17-602F-4E73-9E1D-A6B1AB7C692C}" presName="parentText" presStyleLbl="node1" presStyleIdx="3" presStyleCnt="4">
        <dgm:presLayoutVars>
          <dgm:chMax val="1"/>
          <dgm:bulletEnabled val="1"/>
        </dgm:presLayoutVars>
      </dgm:prSet>
      <dgm:spPr/>
    </dgm:pt>
    <dgm:pt modelId="{B7149D3A-6524-2442-A5E0-83D0C448760A}" type="pres">
      <dgm:prSet presAssocID="{F16CFA17-602F-4E73-9E1D-A6B1AB7C692C}" presName="descendantText" presStyleLbl="alignAccFollowNode1" presStyleIdx="3" presStyleCnt="4">
        <dgm:presLayoutVars>
          <dgm:bulletEnabled val="1"/>
        </dgm:presLayoutVars>
      </dgm:prSet>
      <dgm:spPr/>
    </dgm:pt>
  </dgm:ptLst>
  <dgm:cxnLst>
    <dgm:cxn modelId="{4A38D90C-B614-45EC-BA36-AD1BC349C7C8}" srcId="{F16CFA17-602F-4E73-9E1D-A6B1AB7C692C}" destId="{E656D47E-8E99-4064-A24C-C6A7FAD3D52C}" srcOrd="0" destOrd="0" parTransId="{DEDD4070-4AE2-4E09-A027-012A1AB4C7D2}" sibTransId="{4331C886-BFBC-4A3D-A8C7-E84C75555039}"/>
    <dgm:cxn modelId="{C7D06E34-F606-BE46-AA00-DEF63DBC3C9B}" type="presOf" srcId="{340E772F-A839-433E-A106-3C0EF35D7C33}" destId="{7A6C2D8F-8B9A-5C49-B8D9-330B4C320213}" srcOrd="0" destOrd="0" presId="urn:microsoft.com/office/officeart/2005/8/layout/vList5"/>
    <dgm:cxn modelId="{7D3BCB4D-83D1-714C-9B71-429AAF9E2047}" type="presOf" srcId="{E656D47E-8E99-4064-A24C-C6A7FAD3D52C}" destId="{B7149D3A-6524-2442-A5E0-83D0C448760A}" srcOrd="0" destOrd="0" presId="urn:microsoft.com/office/officeart/2005/8/layout/vList5"/>
    <dgm:cxn modelId="{B1C1D460-AE2A-482B-A892-6790F0AF119F}" srcId="{148E74C1-858C-4E54-8C05-8E4CED5A7EB9}" destId="{01048ED7-8D08-44A4-86FB-AA3D870E1EB8}" srcOrd="0" destOrd="0" parTransId="{9AF2A7BB-B773-49C3-B32A-0152C4A3CBC7}" sibTransId="{8A82CCBE-7CDE-424E-8048-DB6BC7192187}"/>
    <dgm:cxn modelId="{E0EC4866-2E08-41B0-925D-AF40FEEDC2A3}" srcId="{643CBC27-82E2-4CD9-837A-99EB98BC2D9C}" destId="{9417E75B-39C8-47D6-A930-B383482912E1}" srcOrd="1" destOrd="0" parTransId="{CE1D4704-301A-472A-9716-BABB5F459727}" sibTransId="{1DDE6FBE-A168-47C4-B111-8FEC3CDDB61A}"/>
    <dgm:cxn modelId="{EDDBD86F-FDC4-5D4C-9079-297ECA9D34CC}" type="presOf" srcId="{1DAFCAC5-56D8-4AF1-BF1A-DE2A62FD7E50}" destId="{F50EAD6A-9527-024C-8193-CE600B0EA4B3}" srcOrd="0" destOrd="2" presId="urn:microsoft.com/office/officeart/2005/8/layout/vList5"/>
    <dgm:cxn modelId="{1B0D5B77-518C-BC4D-9BE4-E2ECED7C2088}" type="presOf" srcId="{DBD7F09A-3CAA-48E4-8A1F-606BEAF48589}" destId="{295D4160-9DAB-FB49-9D34-EB27C5658A20}" srcOrd="0" destOrd="0" presId="urn:microsoft.com/office/officeart/2005/8/layout/vList5"/>
    <dgm:cxn modelId="{21F6487D-5042-4832-B050-4CCBADD184BD}" srcId="{DBD7F09A-3CAA-48E4-8A1F-606BEAF48589}" destId="{F16CFA17-602F-4E73-9E1D-A6B1AB7C692C}" srcOrd="3" destOrd="0" parTransId="{B360B87B-3411-44B0-A545-4E0EBC650916}" sibTransId="{36B75037-4148-47B1-9B96-B6BF3897540F}"/>
    <dgm:cxn modelId="{F6598A8A-F9BB-4C59-9A6D-89D75383116D}" srcId="{A7180E09-7F28-43CC-B39D-86FF03ED1F27}" destId="{1DAFCAC5-56D8-4AF1-BF1A-DE2A62FD7E50}" srcOrd="2" destOrd="0" parTransId="{3400987C-16A1-4560-9392-6061F7674F70}" sibTransId="{939E97F7-52A5-4BDB-BC79-3E3F5ECC9A04}"/>
    <dgm:cxn modelId="{2B53A18C-8C1C-8B45-9533-52FB39051106}" type="presOf" srcId="{9417E75B-39C8-47D6-A930-B383482912E1}" destId="{7A6C2D8F-8B9A-5C49-B8D9-330B4C320213}" srcOrd="0" destOrd="1" presId="urn:microsoft.com/office/officeart/2005/8/layout/vList5"/>
    <dgm:cxn modelId="{9BAA3995-5BC8-4144-8885-03BA75B4A8BE}" type="presOf" srcId="{F16CFA17-602F-4E73-9E1D-A6B1AB7C692C}" destId="{0DC2FA22-94B6-494D-A2DD-520118ACCBA3}" srcOrd="0" destOrd="0" presId="urn:microsoft.com/office/officeart/2005/8/layout/vList5"/>
    <dgm:cxn modelId="{D4EDDB97-CD8D-493D-8405-446FDB6B74C9}" srcId="{643CBC27-82E2-4CD9-837A-99EB98BC2D9C}" destId="{340E772F-A839-433E-A106-3C0EF35D7C33}" srcOrd="0" destOrd="0" parTransId="{E7A7BACE-BF8E-478A-9A8C-798626C845E2}" sibTransId="{194F1673-D27B-4C61-80F5-BB226860E62C}"/>
    <dgm:cxn modelId="{E3C53A99-1EB4-4920-89E9-A9B4199A3CC3}" srcId="{A7180E09-7F28-43CC-B39D-86FF03ED1F27}" destId="{06A8F918-D49B-4DAF-B2B8-C949BFF99830}" srcOrd="0" destOrd="0" parTransId="{0368821C-7BDA-49D9-827E-C45F17A2933F}" sibTransId="{756FEBBE-4AC6-4BB9-B404-64E2F42FCC53}"/>
    <dgm:cxn modelId="{9CC7D19D-2EEA-437A-8310-C1031FA308DA}" srcId="{DBD7F09A-3CAA-48E4-8A1F-606BEAF48589}" destId="{148E74C1-858C-4E54-8C05-8E4CED5A7EB9}" srcOrd="2" destOrd="0" parTransId="{DC318B8F-C0D7-4D07-AAFF-3808F4432D35}" sibTransId="{7104F04D-4222-4DBE-A548-43F1FF8D9D0C}"/>
    <dgm:cxn modelId="{5BD820A6-9D43-7B4A-9421-F6A93C9E46B0}" type="presOf" srcId="{35FFB644-CF59-4040-815C-1A7DA8B93052}" destId="{F50EAD6A-9527-024C-8193-CE600B0EA4B3}" srcOrd="0" destOrd="1" presId="urn:microsoft.com/office/officeart/2005/8/layout/vList5"/>
    <dgm:cxn modelId="{FB5BF4B3-32FD-4B10-A67B-05167834A972}" srcId="{DBD7F09A-3CAA-48E4-8A1F-606BEAF48589}" destId="{643CBC27-82E2-4CD9-837A-99EB98BC2D9C}" srcOrd="0" destOrd="0" parTransId="{A1CA6236-2A07-417D-90C2-CBCE500B79C9}" sibTransId="{A699DFA6-A057-470E-9E57-F2E7CFE8CABE}"/>
    <dgm:cxn modelId="{D00D44BB-B60B-1B47-ABF4-041E80F03D49}" type="presOf" srcId="{01048ED7-8D08-44A4-86FB-AA3D870E1EB8}" destId="{41D0994F-F467-4149-8B55-E368B9E7A180}" srcOrd="0" destOrd="0" presId="urn:microsoft.com/office/officeart/2005/8/layout/vList5"/>
    <dgm:cxn modelId="{326669BD-11F1-2B49-96E3-D1EB671AF608}" type="presOf" srcId="{643CBC27-82E2-4CD9-837A-99EB98BC2D9C}" destId="{EDD1CAA1-F638-EF42-B976-A6A7404CE048}" srcOrd="0" destOrd="0" presId="urn:microsoft.com/office/officeart/2005/8/layout/vList5"/>
    <dgm:cxn modelId="{95983BD2-D2EB-924F-AD84-ACF936BF2C5A}" type="presOf" srcId="{148E74C1-858C-4E54-8C05-8E4CED5A7EB9}" destId="{AD759F15-2C03-3C41-A656-4BE48D2ED0F0}" srcOrd="0" destOrd="0" presId="urn:microsoft.com/office/officeart/2005/8/layout/vList5"/>
    <dgm:cxn modelId="{09FDBAD3-C7EB-D94B-94BE-1F591BADAA55}" type="presOf" srcId="{A7180E09-7F28-43CC-B39D-86FF03ED1F27}" destId="{2311C7A6-4679-A641-A00E-E318D8414070}" srcOrd="0" destOrd="0" presId="urn:microsoft.com/office/officeart/2005/8/layout/vList5"/>
    <dgm:cxn modelId="{15B71CF5-66B4-124D-9BF9-85A463734CD4}" type="presOf" srcId="{06A8F918-D49B-4DAF-B2B8-C949BFF99830}" destId="{F50EAD6A-9527-024C-8193-CE600B0EA4B3}" srcOrd="0" destOrd="0" presId="urn:microsoft.com/office/officeart/2005/8/layout/vList5"/>
    <dgm:cxn modelId="{937295FD-86DE-4A8E-B24E-9A9B84CE9DE7}" srcId="{DBD7F09A-3CAA-48E4-8A1F-606BEAF48589}" destId="{A7180E09-7F28-43CC-B39D-86FF03ED1F27}" srcOrd="1" destOrd="0" parTransId="{1DBB1402-E02E-4A24-989C-10FF1AC9BF3D}" sibTransId="{A809BFA5-BBDB-4BB4-BF20-0731531C2E61}"/>
    <dgm:cxn modelId="{42C406FE-9EC7-4A16-80A2-0EA7504B35D3}" srcId="{A7180E09-7F28-43CC-B39D-86FF03ED1F27}" destId="{35FFB644-CF59-4040-815C-1A7DA8B93052}" srcOrd="1" destOrd="0" parTransId="{A61ABEF1-838B-4C1E-B29B-72CCD5AEA6F8}" sibTransId="{718614A4-D253-4F9D-A609-14B977308EDE}"/>
    <dgm:cxn modelId="{C92B438B-1D2E-C247-96EB-9DAD3212AA5C}" type="presParOf" srcId="{295D4160-9DAB-FB49-9D34-EB27C5658A20}" destId="{6F85A894-AC57-5541-A15C-C27ED7F37F84}" srcOrd="0" destOrd="0" presId="urn:microsoft.com/office/officeart/2005/8/layout/vList5"/>
    <dgm:cxn modelId="{AA9A1CBE-595D-3547-B67A-CE8ED85E2959}" type="presParOf" srcId="{6F85A894-AC57-5541-A15C-C27ED7F37F84}" destId="{EDD1CAA1-F638-EF42-B976-A6A7404CE048}" srcOrd="0" destOrd="0" presId="urn:microsoft.com/office/officeart/2005/8/layout/vList5"/>
    <dgm:cxn modelId="{D7D8C895-4CF3-0147-933F-4556DB6826CE}" type="presParOf" srcId="{6F85A894-AC57-5541-A15C-C27ED7F37F84}" destId="{7A6C2D8F-8B9A-5C49-B8D9-330B4C320213}" srcOrd="1" destOrd="0" presId="urn:microsoft.com/office/officeart/2005/8/layout/vList5"/>
    <dgm:cxn modelId="{6AD172EC-E584-F140-91C2-55AE192C6FA9}" type="presParOf" srcId="{295D4160-9DAB-FB49-9D34-EB27C5658A20}" destId="{052E8908-04AF-BD42-A782-176954702DA3}" srcOrd="1" destOrd="0" presId="urn:microsoft.com/office/officeart/2005/8/layout/vList5"/>
    <dgm:cxn modelId="{D8C8CE2E-DF39-F047-802B-24F11BA36461}" type="presParOf" srcId="{295D4160-9DAB-FB49-9D34-EB27C5658A20}" destId="{A3F75442-79A3-3C47-97DD-3714AA5521B4}" srcOrd="2" destOrd="0" presId="urn:microsoft.com/office/officeart/2005/8/layout/vList5"/>
    <dgm:cxn modelId="{0E1EA1D5-6CA5-794A-B4DD-9ECFA1BCD3D6}" type="presParOf" srcId="{A3F75442-79A3-3C47-97DD-3714AA5521B4}" destId="{2311C7A6-4679-A641-A00E-E318D8414070}" srcOrd="0" destOrd="0" presId="urn:microsoft.com/office/officeart/2005/8/layout/vList5"/>
    <dgm:cxn modelId="{024E124C-1D9C-F54B-B72F-D384F9D28849}" type="presParOf" srcId="{A3F75442-79A3-3C47-97DD-3714AA5521B4}" destId="{F50EAD6A-9527-024C-8193-CE600B0EA4B3}" srcOrd="1" destOrd="0" presId="urn:microsoft.com/office/officeart/2005/8/layout/vList5"/>
    <dgm:cxn modelId="{356A5FF9-5D77-A145-8231-B9B876295746}" type="presParOf" srcId="{295D4160-9DAB-FB49-9D34-EB27C5658A20}" destId="{E4E06C74-5026-184C-B59E-1E248819DB90}" srcOrd="3" destOrd="0" presId="urn:microsoft.com/office/officeart/2005/8/layout/vList5"/>
    <dgm:cxn modelId="{07F91D4C-735B-B844-9F3D-D3009F2687D7}" type="presParOf" srcId="{295D4160-9DAB-FB49-9D34-EB27C5658A20}" destId="{467860F9-64C6-0A4D-8DE3-75D9B18185C3}" srcOrd="4" destOrd="0" presId="urn:microsoft.com/office/officeart/2005/8/layout/vList5"/>
    <dgm:cxn modelId="{5C061ECB-481E-DD42-BFB0-796311D39859}" type="presParOf" srcId="{467860F9-64C6-0A4D-8DE3-75D9B18185C3}" destId="{AD759F15-2C03-3C41-A656-4BE48D2ED0F0}" srcOrd="0" destOrd="0" presId="urn:microsoft.com/office/officeart/2005/8/layout/vList5"/>
    <dgm:cxn modelId="{A99D5008-BA9E-694E-A000-3D1FA3E4B8AD}" type="presParOf" srcId="{467860F9-64C6-0A4D-8DE3-75D9B18185C3}" destId="{41D0994F-F467-4149-8B55-E368B9E7A180}" srcOrd="1" destOrd="0" presId="urn:microsoft.com/office/officeart/2005/8/layout/vList5"/>
    <dgm:cxn modelId="{83FA7887-17C7-374F-9E04-AF805643EBEB}" type="presParOf" srcId="{295D4160-9DAB-FB49-9D34-EB27C5658A20}" destId="{3BDE14F7-0CA7-0049-87E0-93FF1F39B099}" srcOrd="5" destOrd="0" presId="urn:microsoft.com/office/officeart/2005/8/layout/vList5"/>
    <dgm:cxn modelId="{16342651-38B9-6145-9402-D463060B8791}" type="presParOf" srcId="{295D4160-9DAB-FB49-9D34-EB27C5658A20}" destId="{1C92D6E6-B481-8C4A-AC03-DA3EF6731705}" srcOrd="6" destOrd="0" presId="urn:microsoft.com/office/officeart/2005/8/layout/vList5"/>
    <dgm:cxn modelId="{9764F2A0-5D3D-E941-9D05-0377FBD08BB9}" type="presParOf" srcId="{1C92D6E6-B481-8C4A-AC03-DA3EF6731705}" destId="{0DC2FA22-94B6-494D-A2DD-520118ACCBA3}" srcOrd="0" destOrd="0" presId="urn:microsoft.com/office/officeart/2005/8/layout/vList5"/>
    <dgm:cxn modelId="{9706F7CA-8E11-8245-B85A-3E04AEC44D19}" type="presParOf" srcId="{1C92D6E6-B481-8C4A-AC03-DA3EF6731705}" destId="{B7149D3A-6524-2442-A5E0-83D0C448760A}"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3BE65C-B9CD-1842-B8B6-0E24DDCF4555}">
      <dsp:nvSpPr>
        <dsp:cNvPr id="0" name=""/>
        <dsp:cNvSpPr/>
      </dsp:nvSpPr>
      <dsp:spPr>
        <a:xfrm>
          <a:off x="0" y="415691"/>
          <a:ext cx="6129865" cy="1521449"/>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75746" tIns="437388" rIns="475746" bIns="149352" numCol="1" spcCol="1270" anchor="t" anchorCtr="0">
          <a:noAutofit/>
        </a:bodyPr>
        <a:lstStyle/>
        <a:p>
          <a:pPr marL="228600" lvl="1" indent="-228600" algn="l" defTabSz="933450">
            <a:lnSpc>
              <a:spcPct val="90000"/>
            </a:lnSpc>
            <a:spcBef>
              <a:spcPct val="0"/>
            </a:spcBef>
            <a:spcAft>
              <a:spcPct val="15000"/>
            </a:spcAft>
            <a:buChar char="•"/>
          </a:pPr>
          <a:r>
            <a:rPr lang="en-US" sz="2100" kern="1200"/>
            <a:t>Book</a:t>
          </a:r>
        </a:p>
        <a:p>
          <a:pPr marL="228600" lvl="1" indent="-228600" algn="l" defTabSz="933450">
            <a:lnSpc>
              <a:spcPct val="90000"/>
            </a:lnSpc>
            <a:spcBef>
              <a:spcPct val="0"/>
            </a:spcBef>
            <a:spcAft>
              <a:spcPct val="15000"/>
            </a:spcAft>
            <a:buChar char="•"/>
          </a:pPr>
          <a:r>
            <a:rPr lang="en-US" sz="2100" kern="1200"/>
            <a:t>Grading</a:t>
          </a:r>
        </a:p>
        <a:p>
          <a:pPr marL="228600" lvl="1" indent="-228600" algn="l" defTabSz="933450">
            <a:lnSpc>
              <a:spcPct val="90000"/>
            </a:lnSpc>
            <a:spcBef>
              <a:spcPct val="0"/>
            </a:spcBef>
            <a:spcAft>
              <a:spcPct val="15000"/>
            </a:spcAft>
            <a:buChar char="•"/>
          </a:pPr>
          <a:r>
            <a:rPr lang="en-US" sz="2100" kern="1200"/>
            <a:t>What to turn in</a:t>
          </a:r>
        </a:p>
      </dsp:txBody>
      <dsp:txXfrm>
        <a:off x="0" y="415691"/>
        <a:ext cx="6129865" cy="1521449"/>
      </dsp:txXfrm>
    </dsp:sp>
    <dsp:sp modelId="{BEDD0F66-E015-534C-9F35-4D35B02470E6}">
      <dsp:nvSpPr>
        <dsp:cNvPr id="0" name=""/>
        <dsp:cNvSpPr/>
      </dsp:nvSpPr>
      <dsp:spPr>
        <a:xfrm>
          <a:off x="306493" y="105731"/>
          <a:ext cx="4290905"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933450">
            <a:lnSpc>
              <a:spcPct val="90000"/>
            </a:lnSpc>
            <a:spcBef>
              <a:spcPct val="0"/>
            </a:spcBef>
            <a:spcAft>
              <a:spcPct val="35000"/>
            </a:spcAft>
            <a:buNone/>
          </a:pPr>
          <a:r>
            <a:rPr lang="en-US" sz="2100" kern="1200"/>
            <a:t>Syllabus</a:t>
          </a:r>
        </a:p>
      </dsp:txBody>
      <dsp:txXfrm>
        <a:off x="336755" y="135993"/>
        <a:ext cx="4230381" cy="559396"/>
      </dsp:txXfrm>
    </dsp:sp>
    <dsp:sp modelId="{4C6A0698-0658-064D-AF2B-2C1C1A5663B3}">
      <dsp:nvSpPr>
        <dsp:cNvPr id="0" name=""/>
        <dsp:cNvSpPr/>
      </dsp:nvSpPr>
      <dsp:spPr>
        <a:xfrm>
          <a:off x="0" y="2360501"/>
          <a:ext cx="6129865"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8D7080-622E-E448-AE79-18ED879DB00A}">
      <dsp:nvSpPr>
        <dsp:cNvPr id="0" name=""/>
        <dsp:cNvSpPr/>
      </dsp:nvSpPr>
      <dsp:spPr>
        <a:xfrm>
          <a:off x="306493" y="2050541"/>
          <a:ext cx="4290905"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933450">
            <a:lnSpc>
              <a:spcPct val="90000"/>
            </a:lnSpc>
            <a:spcBef>
              <a:spcPct val="0"/>
            </a:spcBef>
            <a:spcAft>
              <a:spcPct val="35000"/>
            </a:spcAft>
            <a:buNone/>
          </a:pPr>
          <a:r>
            <a:rPr lang="en-US" sz="2100" kern="1200"/>
            <a:t>Basics of Machine Learning </a:t>
          </a:r>
        </a:p>
      </dsp:txBody>
      <dsp:txXfrm>
        <a:off x="336755" y="2080803"/>
        <a:ext cx="4230381" cy="559396"/>
      </dsp:txXfrm>
    </dsp:sp>
    <dsp:sp modelId="{B35F41D7-22C7-9E42-B8B1-2289B64E2664}">
      <dsp:nvSpPr>
        <dsp:cNvPr id="0" name=""/>
        <dsp:cNvSpPr/>
      </dsp:nvSpPr>
      <dsp:spPr>
        <a:xfrm>
          <a:off x="0" y="3313061"/>
          <a:ext cx="6129865"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4AE26E-78A7-4947-91C8-2ECAFEB42EC9}">
      <dsp:nvSpPr>
        <dsp:cNvPr id="0" name=""/>
        <dsp:cNvSpPr/>
      </dsp:nvSpPr>
      <dsp:spPr>
        <a:xfrm>
          <a:off x="306493" y="3003101"/>
          <a:ext cx="4290905"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933450">
            <a:lnSpc>
              <a:spcPct val="90000"/>
            </a:lnSpc>
            <a:spcBef>
              <a:spcPct val="0"/>
            </a:spcBef>
            <a:spcAft>
              <a:spcPct val="35000"/>
            </a:spcAft>
            <a:buNone/>
          </a:pPr>
          <a:r>
            <a:rPr lang="en-US" sz="2100" kern="1200" dirty="0"/>
            <a:t>Scikit-Learn models</a:t>
          </a:r>
        </a:p>
      </dsp:txBody>
      <dsp:txXfrm>
        <a:off x="336755" y="3033363"/>
        <a:ext cx="4230381" cy="559396"/>
      </dsp:txXfrm>
    </dsp:sp>
    <dsp:sp modelId="{6124C763-557F-DF4A-AC48-9E7C52E35FCB}">
      <dsp:nvSpPr>
        <dsp:cNvPr id="0" name=""/>
        <dsp:cNvSpPr/>
      </dsp:nvSpPr>
      <dsp:spPr>
        <a:xfrm>
          <a:off x="0" y="4265621"/>
          <a:ext cx="6129865"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6A8AB4-41D0-C548-B125-59D65CCC3BC4}">
      <dsp:nvSpPr>
        <dsp:cNvPr id="0" name=""/>
        <dsp:cNvSpPr/>
      </dsp:nvSpPr>
      <dsp:spPr>
        <a:xfrm>
          <a:off x="306493" y="3955661"/>
          <a:ext cx="4290905"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933450">
            <a:lnSpc>
              <a:spcPct val="90000"/>
            </a:lnSpc>
            <a:spcBef>
              <a:spcPct val="0"/>
            </a:spcBef>
            <a:spcAft>
              <a:spcPct val="35000"/>
            </a:spcAft>
            <a:buNone/>
          </a:pPr>
          <a:r>
            <a:rPr lang="en-US" sz="2100" kern="1200"/>
            <a:t>Evaluation of ML Models</a:t>
          </a:r>
        </a:p>
      </dsp:txBody>
      <dsp:txXfrm>
        <a:off x="336755" y="3985923"/>
        <a:ext cx="4230381" cy="559396"/>
      </dsp:txXfrm>
    </dsp:sp>
    <dsp:sp modelId="{71DB2E0C-99C2-1047-BFE0-6785DD5F5DBF}">
      <dsp:nvSpPr>
        <dsp:cNvPr id="0" name=""/>
        <dsp:cNvSpPr/>
      </dsp:nvSpPr>
      <dsp:spPr>
        <a:xfrm>
          <a:off x="0" y="5218181"/>
          <a:ext cx="6129865" cy="529200"/>
        </a:xfrm>
        <a:prstGeom prst="rect">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962CDD2-BBD2-7D4A-B06D-3474DE9250AC}">
      <dsp:nvSpPr>
        <dsp:cNvPr id="0" name=""/>
        <dsp:cNvSpPr/>
      </dsp:nvSpPr>
      <dsp:spPr>
        <a:xfrm>
          <a:off x="306493" y="4908221"/>
          <a:ext cx="4290905" cy="61992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2186" tIns="0" rIns="162186" bIns="0" numCol="1" spcCol="1270" anchor="ctr" anchorCtr="0">
          <a:noAutofit/>
        </a:bodyPr>
        <a:lstStyle/>
        <a:p>
          <a:pPr marL="0" lvl="0" indent="0" algn="l" defTabSz="933450">
            <a:lnSpc>
              <a:spcPct val="90000"/>
            </a:lnSpc>
            <a:spcBef>
              <a:spcPct val="0"/>
            </a:spcBef>
            <a:spcAft>
              <a:spcPct val="35000"/>
            </a:spcAft>
            <a:buNone/>
          </a:pPr>
          <a:r>
            <a:rPr lang="en-US" sz="2100" kern="1200"/>
            <a:t>Resources </a:t>
          </a:r>
        </a:p>
      </dsp:txBody>
      <dsp:txXfrm>
        <a:off x="336755" y="4938483"/>
        <a:ext cx="4230381" cy="5593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E03BE0-F9BF-463D-948E-828DA36A9DB9}">
      <dsp:nvSpPr>
        <dsp:cNvPr id="0" name=""/>
        <dsp:cNvSpPr/>
      </dsp:nvSpPr>
      <dsp:spPr>
        <a:xfrm rot="5400000">
          <a:off x="1851639" y="814133"/>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E9FA2F2-37B4-438D-829E-AB6E2EA70DD3}">
      <dsp:nvSpPr>
        <dsp:cNvPr id="0" name=""/>
        <dsp:cNvSpPr/>
      </dsp:nvSpPr>
      <dsp:spPr>
        <a:xfrm>
          <a:off x="2143801" y="2392"/>
          <a:ext cx="1702795" cy="1021677"/>
        </a:xfrm>
        <a:prstGeom prst="roundRect">
          <a:avLst>
            <a:gd name="adj" fmla="val 10000"/>
          </a:avLst>
        </a:prstGeom>
        <a:solidFill>
          <a:schemeClr val="accent5">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 Problem Formulation</a:t>
          </a:r>
        </a:p>
      </dsp:txBody>
      <dsp:txXfrm>
        <a:off x="2173725" y="32316"/>
        <a:ext cx="1642947" cy="961829"/>
      </dsp:txXfrm>
    </dsp:sp>
    <dsp:sp modelId="{22C5F0AE-119A-4FF5-955A-11F487BB3E36}">
      <dsp:nvSpPr>
        <dsp:cNvPr id="0" name=""/>
        <dsp:cNvSpPr/>
      </dsp:nvSpPr>
      <dsp:spPr>
        <a:xfrm rot="5400000">
          <a:off x="1841912" y="2100956"/>
          <a:ext cx="1290722"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8B9AEBB-C547-4ADB-9ACD-FB6322B982CF}">
      <dsp:nvSpPr>
        <dsp:cNvPr id="0" name=""/>
        <dsp:cNvSpPr/>
      </dsp:nvSpPr>
      <dsp:spPr>
        <a:xfrm>
          <a:off x="2143801" y="1279488"/>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2. Data Gathering &amp; Structuring </a:t>
          </a:r>
        </a:p>
      </dsp:txBody>
      <dsp:txXfrm>
        <a:off x="2173725" y="1309412"/>
        <a:ext cx="1642947" cy="961829"/>
      </dsp:txXfrm>
    </dsp:sp>
    <dsp:sp modelId="{EC6F95F9-672C-465A-B9EB-55D8DE1349E0}">
      <dsp:nvSpPr>
        <dsp:cNvPr id="0" name=""/>
        <dsp:cNvSpPr/>
      </dsp:nvSpPr>
      <dsp:spPr>
        <a:xfrm rot="5400000">
          <a:off x="1861365" y="3378052"/>
          <a:ext cx="1251816"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D82AA3-6CE0-4F8A-8382-EC3AE64E90A6}">
      <dsp:nvSpPr>
        <dsp:cNvPr id="0" name=""/>
        <dsp:cNvSpPr/>
      </dsp:nvSpPr>
      <dsp:spPr>
        <a:xfrm>
          <a:off x="2143801" y="2576037"/>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3. Data Exploration </a:t>
          </a:r>
        </a:p>
      </dsp:txBody>
      <dsp:txXfrm>
        <a:off x="2173725" y="2605961"/>
        <a:ext cx="1642947" cy="961829"/>
      </dsp:txXfrm>
    </dsp:sp>
    <dsp:sp modelId="{E26C392B-D61C-417E-9BB0-3A03FEFF90F5}">
      <dsp:nvSpPr>
        <dsp:cNvPr id="0" name=""/>
        <dsp:cNvSpPr/>
      </dsp:nvSpPr>
      <dsp:spPr>
        <a:xfrm>
          <a:off x="2490187" y="4006874"/>
          <a:ext cx="2258890"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4F5AE33-4303-4913-86DE-A2EB71EDBF06}">
      <dsp:nvSpPr>
        <dsp:cNvPr id="0" name=""/>
        <dsp:cNvSpPr/>
      </dsp:nvSpPr>
      <dsp:spPr>
        <a:xfrm>
          <a:off x="2143801" y="3833681"/>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4. Feature Engineering </a:t>
          </a:r>
        </a:p>
      </dsp:txBody>
      <dsp:txXfrm>
        <a:off x="2173725" y="3863605"/>
        <a:ext cx="1642947" cy="961829"/>
      </dsp:txXfrm>
    </dsp:sp>
    <dsp:sp modelId="{BCFA2337-2519-44BF-8C1C-A89272E08B45}">
      <dsp:nvSpPr>
        <dsp:cNvPr id="0" name=""/>
        <dsp:cNvSpPr/>
      </dsp:nvSpPr>
      <dsp:spPr>
        <a:xfrm rot="16200000">
          <a:off x="4116356" y="3368326"/>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DECA7B7-BE88-44CC-BE08-84002C053050}">
      <dsp:nvSpPr>
        <dsp:cNvPr id="0" name=""/>
        <dsp:cNvSpPr/>
      </dsp:nvSpPr>
      <dsp:spPr>
        <a:xfrm>
          <a:off x="4408518" y="3833681"/>
          <a:ext cx="1702795" cy="1021677"/>
        </a:xfrm>
        <a:prstGeom prst="roundRect">
          <a:avLst>
            <a:gd name="adj" fmla="val 10000"/>
          </a:avLst>
        </a:prstGeom>
        <a:solidFill>
          <a:schemeClr val="accent5">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solidFill>
                <a:schemeClr val="accent4">
                  <a:lumMod val="75000"/>
                  <a:lumOff val="25000"/>
                </a:schemeClr>
              </a:solidFill>
            </a:rPr>
            <a:t>5. Multi-Model Training </a:t>
          </a:r>
        </a:p>
      </dsp:txBody>
      <dsp:txXfrm>
        <a:off x="4438442" y="3863605"/>
        <a:ext cx="1642947" cy="961829"/>
      </dsp:txXfrm>
    </dsp:sp>
    <dsp:sp modelId="{601B3EC7-BA89-44DC-8657-748D76AAE661}">
      <dsp:nvSpPr>
        <dsp:cNvPr id="0" name=""/>
        <dsp:cNvSpPr/>
      </dsp:nvSpPr>
      <dsp:spPr>
        <a:xfrm rot="16200000">
          <a:off x="4116356" y="2091230"/>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86D409B-86A2-4BC8-B9C4-8D60F80213F4}">
      <dsp:nvSpPr>
        <dsp:cNvPr id="0" name=""/>
        <dsp:cNvSpPr/>
      </dsp:nvSpPr>
      <dsp:spPr>
        <a:xfrm>
          <a:off x="4408518" y="2556585"/>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6. Model Evaluation </a:t>
          </a:r>
        </a:p>
      </dsp:txBody>
      <dsp:txXfrm>
        <a:off x="4438442" y="2586509"/>
        <a:ext cx="1642947" cy="961829"/>
      </dsp:txXfrm>
    </dsp:sp>
    <dsp:sp modelId="{96B7452D-282D-42C6-8049-18EB71297A9B}">
      <dsp:nvSpPr>
        <dsp:cNvPr id="0" name=""/>
        <dsp:cNvSpPr/>
      </dsp:nvSpPr>
      <dsp:spPr>
        <a:xfrm rot="16200000">
          <a:off x="4116356" y="814133"/>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BF48EAA-7AF8-4426-A81C-2DD58D6D17B7}">
      <dsp:nvSpPr>
        <dsp:cNvPr id="0" name=""/>
        <dsp:cNvSpPr/>
      </dsp:nvSpPr>
      <dsp:spPr>
        <a:xfrm>
          <a:off x="4408518" y="1279488"/>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7. Model Interpretability</a:t>
          </a:r>
        </a:p>
      </dsp:txBody>
      <dsp:txXfrm>
        <a:off x="4438442" y="1309412"/>
        <a:ext cx="1642947" cy="961829"/>
      </dsp:txXfrm>
    </dsp:sp>
    <dsp:sp modelId="{DE1A1961-B0BA-4D39-823B-FF4D8C7C1189}">
      <dsp:nvSpPr>
        <dsp:cNvPr id="0" name=""/>
        <dsp:cNvSpPr/>
      </dsp:nvSpPr>
      <dsp:spPr>
        <a:xfrm>
          <a:off x="4754905" y="175585"/>
          <a:ext cx="2258890"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3C63491-3F86-45F2-ADA8-BBCC8B4185A6}">
      <dsp:nvSpPr>
        <dsp:cNvPr id="0" name=""/>
        <dsp:cNvSpPr/>
      </dsp:nvSpPr>
      <dsp:spPr>
        <a:xfrm>
          <a:off x="4408518" y="2392"/>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8. Model Calibration</a:t>
          </a:r>
        </a:p>
      </dsp:txBody>
      <dsp:txXfrm>
        <a:off x="4438442" y="32316"/>
        <a:ext cx="1642947" cy="961829"/>
      </dsp:txXfrm>
    </dsp:sp>
    <dsp:sp modelId="{2931B010-1DFB-477C-8EB6-BD80BE25019C}">
      <dsp:nvSpPr>
        <dsp:cNvPr id="0" name=""/>
        <dsp:cNvSpPr/>
      </dsp:nvSpPr>
      <dsp:spPr>
        <a:xfrm rot="5400000">
          <a:off x="6381074" y="814133"/>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5DC46EE-B2D3-4C95-8579-79B016778269}">
      <dsp:nvSpPr>
        <dsp:cNvPr id="0" name=""/>
        <dsp:cNvSpPr/>
      </dsp:nvSpPr>
      <dsp:spPr>
        <a:xfrm>
          <a:off x="6673236" y="2392"/>
          <a:ext cx="1702795" cy="1021677"/>
        </a:xfrm>
        <a:prstGeom prst="roundRect">
          <a:avLst>
            <a:gd name="adj" fmla="val 10000"/>
          </a:avLst>
        </a:prstGeom>
        <a:solidFill>
          <a:schemeClr val="accent6">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9. Model Documentation</a:t>
          </a:r>
        </a:p>
      </dsp:txBody>
      <dsp:txXfrm>
        <a:off x="6703160" y="32316"/>
        <a:ext cx="1642947" cy="961829"/>
      </dsp:txXfrm>
    </dsp:sp>
    <dsp:sp modelId="{53464712-F557-428C-AFFD-AB65EB8A8932}">
      <dsp:nvSpPr>
        <dsp:cNvPr id="0" name=""/>
        <dsp:cNvSpPr/>
      </dsp:nvSpPr>
      <dsp:spPr>
        <a:xfrm rot="5400000">
          <a:off x="6381074" y="2091230"/>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E6B3D8E-A5CC-41DC-9333-B48A2070C928}">
      <dsp:nvSpPr>
        <dsp:cNvPr id="0" name=""/>
        <dsp:cNvSpPr/>
      </dsp:nvSpPr>
      <dsp:spPr>
        <a:xfrm>
          <a:off x="6673236" y="1279488"/>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10. Model Integration </a:t>
          </a:r>
        </a:p>
      </dsp:txBody>
      <dsp:txXfrm>
        <a:off x="6703160" y="1309412"/>
        <a:ext cx="1642947" cy="961829"/>
      </dsp:txXfrm>
    </dsp:sp>
    <dsp:sp modelId="{8606C976-DFD7-4931-9253-8AFA8400432C}">
      <dsp:nvSpPr>
        <dsp:cNvPr id="0" name=""/>
        <dsp:cNvSpPr/>
      </dsp:nvSpPr>
      <dsp:spPr>
        <a:xfrm rot="5400000">
          <a:off x="6381074" y="3368326"/>
          <a:ext cx="1271269" cy="153251"/>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3F7E7EC-6B9A-44CC-94EC-F85508203ACA}">
      <dsp:nvSpPr>
        <dsp:cNvPr id="0" name=""/>
        <dsp:cNvSpPr/>
      </dsp:nvSpPr>
      <dsp:spPr>
        <a:xfrm>
          <a:off x="6673236" y="2556585"/>
          <a:ext cx="1702795" cy="10216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11. Model Monitoring </a:t>
          </a:r>
        </a:p>
      </dsp:txBody>
      <dsp:txXfrm>
        <a:off x="6703160" y="2586509"/>
        <a:ext cx="1642947" cy="961829"/>
      </dsp:txXfrm>
    </dsp:sp>
    <dsp:sp modelId="{0B4CDCFA-F4C0-401B-B7B0-0562853EFCC7}">
      <dsp:nvSpPr>
        <dsp:cNvPr id="0" name=""/>
        <dsp:cNvSpPr/>
      </dsp:nvSpPr>
      <dsp:spPr>
        <a:xfrm>
          <a:off x="6673236" y="3833681"/>
          <a:ext cx="1702795" cy="1021677"/>
        </a:xfrm>
        <a:prstGeom prst="roundRect">
          <a:avLst>
            <a:gd name="adj" fmla="val 10000"/>
          </a:avLst>
        </a:prstGeom>
        <a:solidFill>
          <a:schemeClr val="accent2">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12. Periodic Retraining</a:t>
          </a:r>
        </a:p>
      </dsp:txBody>
      <dsp:txXfrm>
        <a:off x="6703160" y="3863605"/>
        <a:ext cx="1642947" cy="9618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6C2D8F-8B9A-5C49-B8D9-330B4C320213}">
      <dsp:nvSpPr>
        <dsp:cNvPr id="0" name=""/>
        <dsp:cNvSpPr/>
      </dsp:nvSpPr>
      <dsp:spPr>
        <a:xfrm rot="5400000">
          <a:off x="6451942" y="-2723059"/>
          <a:ext cx="798229" cy="6448053"/>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Estimation / Regression (continuous outcome) </a:t>
          </a:r>
        </a:p>
        <a:p>
          <a:pPr marL="114300" lvl="1" indent="-114300" algn="l" defTabSz="666750">
            <a:lnSpc>
              <a:spcPct val="90000"/>
            </a:lnSpc>
            <a:spcBef>
              <a:spcPct val="0"/>
            </a:spcBef>
            <a:spcAft>
              <a:spcPct val="15000"/>
            </a:spcAft>
            <a:buChar char="•"/>
          </a:pPr>
          <a:r>
            <a:rPr lang="en-US" sz="1500" kern="1200"/>
            <a:t>Classification (binary or multi-class outcome)    </a:t>
          </a:r>
        </a:p>
      </dsp:txBody>
      <dsp:txXfrm rot="-5400000">
        <a:off x="3627030" y="140819"/>
        <a:ext cx="6409087" cy="720297"/>
      </dsp:txXfrm>
    </dsp:sp>
    <dsp:sp modelId="{EDD1CAA1-F638-EF42-B976-A6A7404CE048}">
      <dsp:nvSpPr>
        <dsp:cNvPr id="0" name=""/>
        <dsp:cNvSpPr/>
      </dsp:nvSpPr>
      <dsp:spPr>
        <a:xfrm>
          <a:off x="0" y="2074"/>
          <a:ext cx="3627030" cy="997786"/>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Supervised Learning </a:t>
          </a:r>
        </a:p>
      </dsp:txBody>
      <dsp:txXfrm>
        <a:off x="48708" y="50782"/>
        <a:ext cx="3529614" cy="900370"/>
      </dsp:txXfrm>
    </dsp:sp>
    <dsp:sp modelId="{F50EAD6A-9527-024C-8193-CE600B0EA4B3}">
      <dsp:nvSpPr>
        <dsp:cNvPr id="0" name=""/>
        <dsp:cNvSpPr/>
      </dsp:nvSpPr>
      <dsp:spPr>
        <a:xfrm rot="5400000">
          <a:off x="6451942" y="-1675383"/>
          <a:ext cx="798229" cy="6448053"/>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Dimension Reduction </a:t>
          </a:r>
        </a:p>
        <a:p>
          <a:pPr marL="114300" lvl="1" indent="-114300" algn="l" defTabSz="666750">
            <a:lnSpc>
              <a:spcPct val="90000"/>
            </a:lnSpc>
            <a:spcBef>
              <a:spcPct val="0"/>
            </a:spcBef>
            <a:spcAft>
              <a:spcPct val="15000"/>
            </a:spcAft>
            <a:buChar char="•"/>
          </a:pPr>
          <a:r>
            <a:rPr lang="en-US" sz="1500" kern="1200"/>
            <a:t>Segmentation/Clustering </a:t>
          </a:r>
        </a:p>
        <a:p>
          <a:pPr marL="114300" lvl="1" indent="-114300" algn="l" defTabSz="666750">
            <a:lnSpc>
              <a:spcPct val="90000"/>
            </a:lnSpc>
            <a:spcBef>
              <a:spcPct val="0"/>
            </a:spcBef>
            <a:spcAft>
              <a:spcPct val="15000"/>
            </a:spcAft>
            <a:buChar char="•"/>
          </a:pPr>
          <a:r>
            <a:rPr lang="en-US" sz="1500" kern="1200"/>
            <a:t>Anomaly Detection </a:t>
          </a:r>
        </a:p>
      </dsp:txBody>
      <dsp:txXfrm rot="-5400000">
        <a:off x="3627030" y="1188495"/>
        <a:ext cx="6409087" cy="720297"/>
      </dsp:txXfrm>
    </dsp:sp>
    <dsp:sp modelId="{2311C7A6-4679-A641-A00E-E318D8414070}">
      <dsp:nvSpPr>
        <dsp:cNvPr id="0" name=""/>
        <dsp:cNvSpPr/>
      </dsp:nvSpPr>
      <dsp:spPr>
        <a:xfrm>
          <a:off x="0" y="1049750"/>
          <a:ext cx="3627030" cy="997786"/>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Unsupervised Learning </a:t>
          </a:r>
        </a:p>
      </dsp:txBody>
      <dsp:txXfrm>
        <a:off x="48708" y="1098458"/>
        <a:ext cx="3529614" cy="900370"/>
      </dsp:txXfrm>
    </dsp:sp>
    <dsp:sp modelId="{41D0994F-F467-4149-8B55-E368B9E7A180}">
      <dsp:nvSpPr>
        <dsp:cNvPr id="0" name=""/>
        <dsp:cNvSpPr/>
      </dsp:nvSpPr>
      <dsp:spPr>
        <a:xfrm rot="5400000">
          <a:off x="6451942" y="-627707"/>
          <a:ext cx="798229" cy="6448053"/>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Predict ratings a user might give to a specific item. These predictions will then be ranked and returned to the user. </a:t>
          </a:r>
        </a:p>
      </dsp:txBody>
      <dsp:txXfrm rot="-5400000">
        <a:off x="3627030" y="2236171"/>
        <a:ext cx="6409087" cy="720297"/>
      </dsp:txXfrm>
    </dsp:sp>
    <dsp:sp modelId="{AD759F15-2C03-3C41-A656-4BE48D2ED0F0}">
      <dsp:nvSpPr>
        <dsp:cNvPr id="0" name=""/>
        <dsp:cNvSpPr/>
      </dsp:nvSpPr>
      <dsp:spPr>
        <a:xfrm>
          <a:off x="0" y="2097426"/>
          <a:ext cx="3627030" cy="997786"/>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Recommender Systems </a:t>
          </a:r>
        </a:p>
      </dsp:txBody>
      <dsp:txXfrm>
        <a:off x="48708" y="2146134"/>
        <a:ext cx="3529614" cy="900370"/>
      </dsp:txXfrm>
    </dsp:sp>
    <dsp:sp modelId="{B7149D3A-6524-2442-A5E0-83D0C448760A}">
      <dsp:nvSpPr>
        <dsp:cNvPr id="0" name=""/>
        <dsp:cNvSpPr/>
      </dsp:nvSpPr>
      <dsp:spPr>
        <a:xfrm rot="5400000">
          <a:off x="6451942" y="419968"/>
          <a:ext cx="798229" cy="6448053"/>
        </a:xfrm>
        <a:prstGeom prst="round2SameRect">
          <a:avLst/>
        </a:prstGeom>
        <a:solidFill>
          <a:schemeClr val="accent3">
            <a:alpha val="90000"/>
            <a:tint val="40000"/>
            <a:hueOff val="0"/>
            <a:satOff val="0"/>
            <a:lumOff val="0"/>
            <a:alphaOff val="0"/>
          </a:schemeClr>
        </a:solidFill>
        <a:ln w="25400" cap="flat" cmpd="sng" algn="ctr">
          <a:solidFill>
            <a:schemeClr val="accent3">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7150" tIns="28575" rIns="57150" bIns="28575" numCol="1" spcCol="1270" anchor="ctr" anchorCtr="0">
          <a:noAutofit/>
        </a:bodyPr>
        <a:lstStyle/>
        <a:p>
          <a:pPr marL="114300" lvl="1" indent="-114300" algn="l" defTabSz="666750">
            <a:lnSpc>
              <a:spcPct val="90000"/>
            </a:lnSpc>
            <a:spcBef>
              <a:spcPct val="0"/>
            </a:spcBef>
            <a:spcAft>
              <a:spcPct val="15000"/>
            </a:spcAft>
            <a:buChar char="•"/>
          </a:pPr>
          <a:r>
            <a:rPr lang="en-US" sz="1500" kern="1200"/>
            <a:t>Taking suitable action to maximize reward for given  situation</a:t>
          </a:r>
        </a:p>
      </dsp:txBody>
      <dsp:txXfrm rot="-5400000">
        <a:off x="3627030" y="3283846"/>
        <a:ext cx="6409087" cy="720297"/>
      </dsp:txXfrm>
    </dsp:sp>
    <dsp:sp modelId="{0DC2FA22-94B6-494D-A2DD-520118ACCBA3}">
      <dsp:nvSpPr>
        <dsp:cNvPr id="0" name=""/>
        <dsp:cNvSpPr/>
      </dsp:nvSpPr>
      <dsp:spPr>
        <a:xfrm>
          <a:off x="0" y="3145101"/>
          <a:ext cx="3627030" cy="997786"/>
        </a:xfrm>
        <a:prstGeom prst="roundRect">
          <a:avLst/>
        </a:prstGeom>
        <a:solidFill>
          <a:schemeClr val="accent3">
            <a:hueOff val="0"/>
            <a:satOff val="0"/>
            <a:lumOff val="0"/>
            <a:alphaOff val="0"/>
          </a:schemeClr>
        </a:solidFill>
        <a:ln w="3810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14300" tIns="57150" rIns="114300" bIns="57150" numCol="1" spcCol="1270" anchor="ctr" anchorCtr="0">
          <a:noAutofit/>
        </a:bodyPr>
        <a:lstStyle/>
        <a:p>
          <a:pPr marL="0" lvl="0" indent="0" algn="ctr" defTabSz="1333500">
            <a:lnSpc>
              <a:spcPct val="90000"/>
            </a:lnSpc>
            <a:spcBef>
              <a:spcPct val="0"/>
            </a:spcBef>
            <a:spcAft>
              <a:spcPct val="35000"/>
            </a:spcAft>
            <a:buNone/>
          </a:pPr>
          <a:r>
            <a:rPr lang="en-US" sz="3000" kern="1200"/>
            <a:t>Reinforcement Learning </a:t>
          </a:r>
        </a:p>
      </dsp:txBody>
      <dsp:txXfrm>
        <a:off x="48708" y="3193809"/>
        <a:ext cx="3529614" cy="90037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sz="quarter" idx="1"/>
          </p:nvPr>
        </p:nvSpPr>
        <p:spPr>
          <a:xfrm>
            <a:off x="3978132" y="0"/>
            <a:ext cx="3043343" cy="465455"/>
          </a:xfrm>
          <a:prstGeom prst="rect">
            <a:avLst/>
          </a:prstGeom>
        </p:spPr>
        <p:txBody>
          <a:bodyPr vert="horz" lIns="93324" tIns="46662" rIns="93324" bIns="46662" rtlCol="0"/>
          <a:lstStyle>
            <a:lvl1pPr algn="r">
              <a:defRPr sz="1200"/>
            </a:lvl1pPr>
          </a:lstStyle>
          <a:p>
            <a:fld id="{E4E1A7D2-3469-7E45-B1C8-FF79B7C42040}" type="datetimeFigureOut">
              <a:rPr lang="en-US" smtClean="0"/>
              <a:pPr/>
              <a:t>4/14/26</a:t>
            </a:fld>
            <a:endParaRPr lang="en-US" dirty="0"/>
          </a:p>
        </p:txBody>
      </p:sp>
      <p:sp>
        <p:nvSpPr>
          <p:cNvPr id="4" name="Footer Placeholder 3"/>
          <p:cNvSpPr>
            <a:spLocks noGrp="1"/>
          </p:cNvSpPr>
          <p:nvPr>
            <p:ph type="ftr" sz="quarter" idx="2"/>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8132" y="8842029"/>
            <a:ext cx="3043343" cy="465455"/>
          </a:xfrm>
          <a:prstGeom prst="rect">
            <a:avLst/>
          </a:prstGeom>
        </p:spPr>
        <p:txBody>
          <a:bodyPr vert="horz" lIns="93324" tIns="46662" rIns="93324" bIns="46662" rtlCol="0" anchor="b"/>
          <a:lstStyle>
            <a:lvl1pPr algn="r">
              <a:defRPr sz="1200"/>
            </a:lvl1pPr>
          </a:lstStyle>
          <a:p>
            <a:fld id="{397AD932-B17F-574E-ADBA-2D95C87F9810}" type="slidenum">
              <a:rPr lang="en-US" smtClean="0"/>
              <a:pPr/>
              <a:t>‹#›</a:t>
            </a:fld>
            <a:endParaRPr lang="en-US" dirty="0"/>
          </a:p>
        </p:txBody>
      </p:sp>
    </p:spTree>
    <p:extLst>
      <p:ext uri="{BB962C8B-B14F-4D97-AF65-F5344CB8AC3E}">
        <p14:creationId xmlns:p14="http://schemas.microsoft.com/office/powerpoint/2010/main" val="399188164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3343" cy="465455"/>
          </a:xfrm>
          <a:prstGeom prst="rect">
            <a:avLst/>
          </a:prstGeom>
        </p:spPr>
        <p:txBody>
          <a:bodyPr vert="horz" lIns="93324" tIns="46662" rIns="93324" bIns="46662" rtlCol="0"/>
          <a:lstStyle>
            <a:lvl1pPr algn="l">
              <a:defRPr sz="1200"/>
            </a:lvl1pPr>
          </a:lstStyle>
          <a:p>
            <a:endParaRPr lang="en-US" dirty="0"/>
          </a:p>
        </p:txBody>
      </p:sp>
      <p:sp>
        <p:nvSpPr>
          <p:cNvPr id="3" name="Date Placeholder 2"/>
          <p:cNvSpPr>
            <a:spLocks noGrp="1"/>
          </p:cNvSpPr>
          <p:nvPr>
            <p:ph type="dt" idx="1"/>
          </p:nvPr>
        </p:nvSpPr>
        <p:spPr>
          <a:xfrm>
            <a:off x="3978132" y="0"/>
            <a:ext cx="3043343" cy="465455"/>
          </a:xfrm>
          <a:prstGeom prst="rect">
            <a:avLst/>
          </a:prstGeom>
        </p:spPr>
        <p:txBody>
          <a:bodyPr vert="horz" lIns="93324" tIns="46662" rIns="93324" bIns="46662" rtlCol="0"/>
          <a:lstStyle>
            <a:lvl1pPr algn="r">
              <a:defRPr sz="1200"/>
            </a:lvl1pPr>
          </a:lstStyle>
          <a:p>
            <a:fld id="{FAF947A5-54F6-B649-93A6-E041982699B0}" type="datetimeFigureOut">
              <a:rPr lang="en-US" smtClean="0"/>
              <a:pPr/>
              <a:t>4/14/26</a:t>
            </a:fld>
            <a:endParaRPr lang="en-US" dirty="0"/>
          </a:p>
        </p:txBody>
      </p:sp>
      <p:sp>
        <p:nvSpPr>
          <p:cNvPr id="4" name="Slide Image Placeholder 3"/>
          <p:cNvSpPr>
            <a:spLocks noGrp="1" noRot="1" noChangeAspect="1"/>
          </p:cNvSpPr>
          <p:nvPr>
            <p:ph type="sldImg" idx="2"/>
          </p:nvPr>
        </p:nvSpPr>
        <p:spPr>
          <a:xfrm>
            <a:off x="409575" y="698500"/>
            <a:ext cx="6203950" cy="3490913"/>
          </a:xfrm>
          <a:prstGeom prst="rect">
            <a:avLst/>
          </a:prstGeom>
          <a:noFill/>
          <a:ln w="12700">
            <a:solidFill>
              <a:prstClr val="black"/>
            </a:solidFill>
          </a:ln>
        </p:spPr>
        <p:txBody>
          <a:bodyPr vert="horz" lIns="93324" tIns="46662" rIns="93324" bIns="46662" rtlCol="0" anchor="ctr"/>
          <a:lstStyle/>
          <a:p>
            <a:endParaRPr lang="en-US" dirty="0"/>
          </a:p>
        </p:txBody>
      </p:sp>
      <p:sp>
        <p:nvSpPr>
          <p:cNvPr id="5" name="Notes Placeholder 4"/>
          <p:cNvSpPr>
            <a:spLocks noGrp="1"/>
          </p:cNvSpPr>
          <p:nvPr>
            <p:ph type="body" sz="quarter" idx="3"/>
          </p:nvPr>
        </p:nvSpPr>
        <p:spPr>
          <a:xfrm>
            <a:off x="702310" y="4421823"/>
            <a:ext cx="5618480" cy="4189095"/>
          </a:xfrm>
          <a:prstGeom prst="rect">
            <a:avLst/>
          </a:prstGeom>
        </p:spPr>
        <p:txBody>
          <a:bodyPr vert="horz" lIns="93324" tIns="46662" rIns="93324" bIns="46662"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29"/>
            <a:ext cx="3043343" cy="465455"/>
          </a:xfrm>
          <a:prstGeom prst="rect">
            <a:avLst/>
          </a:prstGeom>
        </p:spPr>
        <p:txBody>
          <a:bodyPr vert="horz" lIns="93324" tIns="46662" rIns="93324" bIns="46662"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8132" y="8842029"/>
            <a:ext cx="3043343" cy="465455"/>
          </a:xfrm>
          <a:prstGeom prst="rect">
            <a:avLst/>
          </a:prstGeom>
        </p:spPr>
        <p:txBody>
          <a:bodyPr vert="horz" lIns="93324" tIns="46662" rIns="93324" bIns="46662" rtlCol="0" anchor="b"/>
          <a:lstStyle>
            <a:lvl1pPr algn="r">
              <a:defRPr sz="1200"/>
            </a:lvl1pPr>
          </a:lstStyle>
          <a:p>
            <a:fld id="{AC0E66CD-21C0-0C46-9262-75B7BC23CA89}" type="slidenum">
              <a:rPr lang="en-US" smtClean="0"/>
              <a:pPr/>
              <a:t>‹#›</a:t>
            </a:fld>
            <a:endParaRPr lang="en-US" dirty="0"/>
          </a:p>
        </p:txBody>
      </p:sp>
    </p:spTree>
    <p:extLst>
      <p:ext uri="{BB962C8B-B14F-4D97-AF65-F5344CB8AC3E}">
        <p14:creationId xmlns:p14="http://schemas.microsoft.com/office/powerpoint/2010/main" val="423460752"/>
      </p:ext>
    </p:extLst>
  </p:cSld>
  <p:clrMap bg1="lt1" tx1="dk1" bg2="lt2" tx2="dk2" accent1="accent1" accent2="accent2" accent3="accent3" accent4="accent4" accent5="accent5" accent6="accent6" hlink="hlink" folHlink="folHlink"/>
  <p:hf hd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C0E66CD-21C0-0C46-9262-75B7BC23CA89}" type="slidenum">
              <a:rPr lang="en-US" smtClean="0"/>
              <a:pPr/>
              <a:t>1</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698700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C0E66CD-21C0-0C46-9262-75B7BC23CA89}" type="slidenum">
              <a:rPr lang="en-US" smtClean="0"/>
              <a:pPr/>
              <a:t>2</a:t>
            </a:fld>
            <a:endParaRPr lang="en-US" dirty="0"/>
          </a:p>
        </p:txBody>
      </p:sp>
    </p:spTree>
    <p:extLst>
      <p:ext uri="{BB962C8B-B14F-4D97-AF65-F5344CB8AC3E}">
        <p14:creationId xmlns:p14="http://schemas.microsoft.com/office/powerpoint/2010/main" val="68216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3100" y="1181100"/>
            <a:ext cx="5664200" cy="3187700"/>
          </a:xfrm>
        </p:spPr>
      </p:sp>
      <p:sp>
        <p:nvSpPr>
          <p:cNvPr id="3" name="Notes Placeholder 2"/>
          <p:cNvSpPr>
            <a:spLocks noGrp="1"/>
          </p:cNvSpPr>
          <p:nvPr>
            <p:ph type="body" idx="1"/>
          </p:nvPr>
        </p:nvSpPr>
        <p:spPr/>
        <p:txBody>
          <a:bodyPr/>
          <a:lstStyle/>
          <a:p>
            <a:pPr fontAlgn="base"/>
            <a:r>
              <a:rPr lang="en-US" b="1" dirty="0"/>
              <a:t>You’ll also hear about statistics and artificial intelligence, data mining and data science – here is my take… and let me say this is one person’s opinion don’t’ start sending me hate mail… </a:t>
            </a:r>
          </a:p>
          <a:p>
            <a:pPr fontAlgn="base"/>
            <a:endParaRPr lang="en-US" b="1" dirty="0"/>
          </a:p>
          <a:p>
            <a:pPr fontAlgn="base"/>
            <a:r>
              <a:rPr lang="en-US" baseline="0" dirty="0"/>
              <a:t>there is no “evaluation”  or way to measure the accuracy of the algorithm – then you don’t have ML and AI </a:t>
            </a:r>
            <a:endParaRPr lang="en-US" b="1" dirty="0"/>
          </a:p>
          <a:p>
            <a:pPr fontAlgn="base"/>
            <a:endParaRPr lang="en-US" b="1" dirty="0"/>
          </a:p>
          <a:p>
            <a:pPr fontAlgn="base"/>
            <a:r>
              <a:rPr lang="en-US" b="1" dirty="0"/>
              <a:t>Statistics</a:t>
            </a:r>
            <a:r>
              <a:rPr lang="en-US" dirty="0"/>
              <a:t> is about describing distributions, and inferring relationships, testing hypothesis, deriving estimates, , and quantifying the data. – </a:t>
            </a:r>
            <a:r>
              <a:rPr lang="en-US" u="sng" dirty="0"/>
              <a:t>statistics is a science,</a:t>
            </a:r>
          </a:p>
          <a:p>
            <a:pPr fontAlgn="base"/>
            <a:r>
              <a:rPr lang="en-US" u="sng" dirty="0"/>
              <a:t> </a:t>
            </a:r>
            <a:r>
              <a:rPr lang="en-US" dirty="0"/>
              <a:t>a discipline where data mining, ml and </a:t>
            </a:r>
            <a:r>
              <a:rPr lang="en-US" dirty="0" err="1"/>
              <a:t>ai</a:t>
            </a:r>
            <a:r>
              <a:rPr lang="en-US" dirty="0"/>
              <a:t> are an amalgam of statistics and computer science. </a:t>
            </a:r>
          </a:p>
          <a:p>
            <a:pPr fontAlgn="base"/>
            <a:endParaRPr lang="en-US" b="1" dirty="0"/>
          </a:p>
          <a:p>
            <a:pPr marL="174708" indent="-186355" defTabSz="372709" fontAlgn="base">
              <a:spcBef>
                <a:spcPts val="815"/>
              </a:spcBef>
              <a:defRPr/>
            </a:pPr>
            <a:r>
              <a:rPr lang="en-US" b="1" dirty="0"/>
              <a:t>Statistical models are about description and inference not necessarily about predictive accuracy – problems like </a:t>
            </a:r>
            <a:r>
              <a:rPr lang="en-US" u="sng" dirty="0"/>
              <a:t>speech recognition, image recognition, handwriting recognition</a:t>
            </a:r>
            <a:r>
              <a:rPr lang="en-US" u="sng" baseline="0" dirty="0"/>
              <a:t> </a:t>
            </a:r>
            <a:r>
              <a:rPr lang="en-US" baseline="0" dirty="0"/>
              <a:t>are tough to </a:t>
            </a:r>
            <a:r>
              <a:rPr lang="en-US" b="1" baseline="0" dirty="0"/>
              <a:t>accurately</a:t>
            </a:r>
            <a:r>
              <a:rPr lang="en-US" baseline="0" dirty="0"/>
              <a:t> do with statistical techniques alone. However, statistical models are really useful in evaluating the effectiveness of a machine learning system. </a:t>
            </a:r>
            <a:endParaRPr lang="en-US" dirty="0"/>
          </a:p>
          <a:p>
            <a:pPr fontAlgn="base"/>
            <a:endParaRPr lang="en-US" b="1" dirty="0"/>
          </a:p>
          <a:p>
            <a:pPr fontAlgn="base"/>
            <a:r>
              <a:rPr lang="en-US" b="1" dirty="0"/>
              <a:t>Data Mining</a:t>
            </a:r>
            <a:r>
              <a:rPr lang="en-US" dirty="0"/>
              <a:t> is about using statistics and other methods to find patterns hidden in the data so that you can</a:t>
            </a:r>
            <a:r>
              <a:rPr lang="en-US" u="sng" dirty="0"/>
              <a:t> </a:t>
            </a:r>
            <a:r>
              <a:rPr lang="en-US" i="1" u="sng" dirty="0"/>
              <a:t>explain</a:t>
            </a:r>
            <a:r>
              <a:rPr lang="en-US" u="sng" dirty="0"/>
              <a:t> some phenomenon</a:t>
            </a:r>
            <a:r>
              <a:rPr lang="en-US" dirty="0"/>
              <a:t>. </a:t>
            </a:r>
          </a:p>
          <a:p>
            <a:pPr fontAlgn="base"/>
            <a:endParaRPr lang="en-US" dirty="0"/>
          </a:p>
          <a:p>
            <a:pPr fontAlgn="base"/>
            <a:r>
              <a:rPr lang="en-US" b="1" dirty="0"/>
              <a:t>Machine Learning</a:t>
            </a:r>
            <a:r>
              <a:rPr lang="en-US" dirty="0"/>
              <a:t> uses </a:t>
            </a:r>
            <a:r>
              <a:rPr lang="en-US" b="1" dirty="0"/>
              <a:t>Data Mining</a:t>
            </a:r>
            <a:r>
              <a:rPr lang="en-US" dirty="0"/>
              <a:t> techniques and other learning algorithms to build models of what is happening behind some data so that it can </a:t>
            </a:r>
            <a:r>
              <a:rPr lang="en-US" i="1" dirty="0"/>
              <a:t>predict</a:t>
            </a:r>
            <a:r>
              <a:rPr lang="en-US" dirty="0"/>
              <a:t> future outcomes. Math is the basis for many of the algorithms, but this is more towards programming.</a:t>
            </a:r>
          </a:p>
          <a:p>
            <a:pPr fontAlgn="base"/>
            <a:endParaRPr lang="en-US" dirty="0"/>
          </a:p>
          <a:p>
            <a:pPr fontAlgn="base"/>
            <a:r>
              <a:rPr lang="en-US" b="1" dirty="0"/>
              <a:t>Artificial Intelligence</a:t>
            </a:r>
            <a:r>
              <a:rPr lang="en-US" dirty="0"/>
              <a:t> uses </a:t>
            </a:r>
            <a:r>
              <a:rPr lang="en-US" u="sng" dirty="0"/>
              <a:t>many models </a:t>
            </a:r>
            <a:r>
              <a:rPr lang="en-US" dirty="0"/>
              <a:t>built by </a:t>
            </a:r>
            <a:r>
              <a:rPr lang="en-US" b="1" dirty="0"/>
              <a:t>Machine Learning</a:t>
            </a:r>
            <a:r>
              <a:rPr lang="en-US" dirty="0"/>
              <a:t> and other ways to </a:t>
            </a:r>
            <a:r>
              <a:rPr lang="en-US" b="1" i="1" dirty="0"/>
              <a:t>reason</a:t>
            </a:r>
            <a:r>
              <a:rPr lang="en-US" dirty="0"/>
              <a:t> about the world and give rise to </a:t>
            </a:r>
            <a:r>
              <a:rPr lang="en-US" u="sng" dirty="0"/>
              <a:t>intelligent </a:t>
            </a:r>
            <a:r>
              <a:rPr lang="en-US" i="1" u="sng" dirty="0"/>
              <a:t>behavior or behavior that mimics behavioral human or other interaction</a:t>
            </a:r>
            <a:r>
              <a:rPr lang="en-US" dirty="0"/>
              <a:t> whether this is playing a game or driving a robot/car. Artificial Intelligence has some goal to achieve by predicting how actions will affect the model of the world and chooses the actions that will best achieve that goal. Very programming based.</a:t>
            </a:r>
          </a:p>
          <a:p>
            <a:endParaRPr lang="en-US" dirty="0"/>
          </a:p>
          <a:p>
            <a:endParaRPr lang="en-US" dirty="0"/>
          </a:p>
          <a:p>
            <a:r>
              <a:rPr lang="en-US" dirty="0"/>
              <a:t>Anyway, the statisticians, mathematicians,</a:t>
            </a:r>
            <a:r>
              <a:rPr lang="en-US" baseline="0" dirty="0"/>
              <a:t> and scientists out there will probably take issue with my descriptions – you can send hate mail </a:t>
            </a:r>
          </a:p>
          <a:p>
            <a:pPr marL="0" indent="0">
              <a:buNone/>
            </a:pPr>
            <a:endParaRPr lang="en-US" dirty="0"/>
          </a:p>
          <a:p>
            <a:r>
              <a:rPr lang="en-US" dirty="0"/>
              <a:t>Machine Learning has </a:t>
            </a:r>
            <a:r>
              <a:rPr lang="en-US" baseline="0" dirty="0"/>
              <a:t>4 basic ingredients – to be considered Machine Learning or Computer Learning </a:t>
            </a:r>
            <a:endParaRPr lang="en-US" dirty="0"/>
          </a:p>
          <a:p>
            <a:pPr lvl="1"/>
            <a:r>
              <a:rPr lang="en-US" dirty="0"/>
              <a:t>Train</a:t>
            </a:r>
            <a:r>
              <a:rPr lang="en-US" baseline="0" dirty="0"/>
              <a:t> an algorithm to recognize some pattern </a:t>
            </a:r>
          </a:p>
          <a:p>
            <a:pPr lvl="1"/>
            <a:r>
              <a:rPr lang="en-US" baseline="0" dirty="0"/>
              <a:t>Evaluate the “accuracy” of the algorithm </a:t>
            </a:r>
          </a:p>
          <a:p>
            <a:pPr lvl="1"/>
            <a:r>
              <a:rPr lang="en-US" baseline="0" dirty="0"/>
              <a:t>Apply of the algorithm on new and unseen data within a system </a:t>
            </a:r>
          </a:p>
          <a:p>
            <a:pPr lvl="1"/>
            <a:r>
              <a:rPr lang="en-US" baseline="0" dirty="0"/>
              <a:t>Learn from outcomes of the algorithm on new and unseen data – repeating steps 1 – 3 </a:t>
            </a:r>
          </a:p>
          <a:p>
            <a:pPr lvl="1"/>
            <a:endParaRPr lang="en-US" dirty="0"/>
          </a:p>
          <a:p>
            <a:pPr lvl="1"/>
            <a:endParaRPr lang="en-US" dirty="0"/>
          </a:p>
          <a:p>
            <a:pPr lvl="1"/>
            <a:r>
              <a:rPr lang="en-US" dirty="0"/>
              <a:t>You can use this to evaluat</a:t>
            </a:r>
            <a:r>
              <a:rPr lang="en-US" baseline="0" dirty="0"/>
              <a:t>e reality from the hype… </a:t>
            </a:r>
            <a:endParaRPr lang="en-US" dirty="0"/>
          </a:p>
          <a:p>
            <a:pPr lvl="1"/>
            <a:r>
              <a:rPr lang="en-US" dirty="0"/>
              <a:t>If there is no “algorithm”</a:t>
            </a:r>
            <a:r>
              <a:rPr lang="en-US" baseline="0" dirty="0"/>
              <a:t> there is no “machine”, an algorithm can be as simple as IF this THEN that.  </a:t>
            </a:r>
          </a:p>
          <a:p>
            <a:pPr lvl="1"/>
            <a:r>
              <a:rPr lang="en-US" baseline="0" dirty="0"/>
              <a:t>If there is no evaluation then you just have a computer program </a:t>
            </a:r>
          </a:p>
          <a:p>
            <a:pPr lvl="1"/>
            <a:r>
              <a:rPr lang="en-US" baseline="0" dirty="0"/>
              <a:t>If you can’t apply it to new data you’ve just made a execute once computer program – </a:t>
            </a:r>
          </a:p>
          <a:p>
            <a:pPr lvl="1"/>
            <a:r>
              <a:rPr lang="en-US" baseline="0" dirty="0"/>
              <a:t>If you can’t learn and improve from the outcomes you just have a computer program </a:t>
            </a:r>
          </a:p>
          <a:p>
            <a:pPr lvl="1"/>
            <a:endParaRPr lang="en-US" dirty="0"/>
          </a:p>
          <a:p>
            <a:endParaRPr lang="en-US" dirty="0"/>
          </a:p>
        </p:txBody>
      </p:sp>
      <p:sp>
        <p:nvSpPr>
          <p:cNvPr id="4" name="Slide Number Placeholder 3"/>
          <p:cNvSpPr>
            <a:spLocks noGrp="1"/>
          </p:cNvSpPr>
          <p:nvPr>
            <p:ph type="sldNum" sz="quarter" idx="10"/>
          </p:nvPr>
        </p:nvSpPr>
        <p:spPr>
          <a:xfrm>
            <a:off x="3970938" y="8829967"/>
            <a:ext cx="3037840" cy="466433"/>
          </a:xfrm>
          <a:prstGeom prst="rect">
            <a:avLst/>
          </a:prstGeom>
        </p:spPr>
        <p:txBody>
          <a:bodyPr lIns="93177" tIns="46589" rIns="93177" bIns="46589"/>
          <a:lstStyle/>
          <a:p>
            <a:fld id="{A2923459-2275-4011-AB16-7B88E2DF30C7}" type="slidenum">
              <a:rPr lang="en-US" smtClean="0">
                <a:solidFill>
                  <a:srgbClr val="000000"/>
                </a:solidFill>
              </a:rPr>
              <a:pPr/>
              <a:t>8</a:t>
            </a:fld>
            <a:endParaRPr lang="en-US">
              <a:solidFill>
                <a:srgbClr val="000000"/>
              </a:solidFill>
            </a:endParaRPr>
          </a:p>
        </p:txBody>
      </p:sp>
    </p:spTree>
    <p:extLst>
      <p:ext uri="{BB962C8B-B14F-4D97-AF65-F5344CB8AC3E}">
        <p14:creationId xmlns:p14="http://schemas.microsoft.com/office/powerpoint/2010/main" val="2722372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dirty="0"/>
          </a:p>
          <a:p>
            <a:endParaRPr lang="en-US" b="0" dirty="0"/>
          </a:p>
        </p:txBody>
      </p:sp>
      <p:sp>
        <p:nvSpPr>
          <p:cNvPr id="4" name="Slide Number Placeholder 3"/>
          <p:cNvSpPr>
            <a:spLocks noGrp="1"/>
          </p:cNvSpPr>
          <p:nvPr>
            <p:ph type="sldNum" sz="quarter" idx="5"/>
          </p:nvPr>
        </p:nvSpPr>
        <p:spPr/>
        <p:txBody>
          <a:bodyPr/>
          <a:lstStyle/>
          <a:p>
            <a:fld id="{DE9AAF13-0D66-9247-8B59-91BBBED844F7}" type="slidenum">
              <a:rPr lang="en-US" smtClean="0"/>
              <a:t>9</a:t>
            </a:fld>
            <a:endParaRPr lang="en-US"/>
          </a:p>
        </p:txBody>
      </p:sp>
    </p:spTree>
    <p:extLst>
      <p:ext uri="{BB962C8B-B14F-4D97-AF65-F5344CB8AC3E}">
        <p14:creationId xmlns:p14="http://schemas.microsoft.com/office/powerpoint/2010/main" val="4096855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10</a:t>
            </a:fld>
            <a:endParaRPr lang="en-US"/>
          </a:p>
        </p:txBody>
      </p:sp>
    </p:spTree>
    <p:extLst>
      <p:ext uri="{BB962C8B-B14F-4D97-AF65-F5344CB8AC3E}">
        <p14:creationId xmlns:p14="http://schemas.microsoft.com/office/powerpoint/2010/main" val="25876145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11</a:t>
            </a:fld>
            <a:endParaRPr lang="en-US"/>
          </a:p>
        </p:txBody>
      </p:sp>
    </p:spTree>
    <p:extLst>
      <p:ext uri="{BB962C8B-B14F-4D97-AF65-F5344CB8AC3E}">
        <p14:creationId xmlns:p14="http://schemas.microsoft.com/office/powerpoint/2010/main" val="1658625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12</a:t>
            </a:fld>
            <a:endParaRPr lang="en-US"/>
          </a:p>
        </p:txBody>
      </p:sp>
    </p:spTree>
    <p:extLst>
      <p:ext uri="{BB962C8B-B14F-4D97-AF65-F5344CB8AC3E}">
        <p14:creationId xmlns:p14="http://schemas.microsoft.com/office/powerpoint/2010/main" val="3803625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13</a:t>
            </a:fld>
            <a:endParaRPr lang="en-US"/>
          </a:p>
        </p:txBody>
      </p:sp>
    </p:spTree>
    <p:extLst>
      <p:ext uri="{BB962C8B-B14F-4D97-AF65-F5344CB8AC3E}">
        <p14:creationId xmlns:p14="http://schemas.microsoft.com/office/powerpoint/2010/main" val="10436617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14</a:t>
            </a:fld>
            <a:endParaRPr lang="en-US"/>
          </a:p>
        </p:txBody>
      </p:sp>
    </p:spTree>
    <p:extLst>
      <p:ext uri="{BB962C8B-B14F-4D97-AF65-F5344CB8AC3E}">
        <p14:creationId xmlns:p14="http://schemas.microsoft.com/office/powerpoint/2010/main" val="1057167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15</a:t>
            </a:fld>
            <a:endParaRPr lang="en-US"/>
          </a:p>
        </p:txBody>
      </p:sp>
    </p:spTree>
    <p:extLst>
      <p:ext uri="{BB962C8B-B14F-4D97-AF65-F5344CB8AC3E}">
        <p14:creationId xmlns:p14="http://schemas.microsoft.com/office/powerpoint/2010/main" val="36966832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0000"/>
              </a:lnSpc>
              <a:spcBef>
                <a:spcPts val="0"/>
              </a:spcBef>
              <a:spcAft>
                <a:spcPts val="0"/>
              </a:spcAft>
              <a:buClrTx/>
              <a:buSzTx/>
              <a:buFontTx/>
              <a:buNone/>
              <a:tabLst/>
              <a:defRPr/>
            </a:pPr>
            <a:endParaRPr lang="en-US" sz="2800" dirty="0"/>
          </a:p>
          <a:p>
            <a:pPr marL="0" indent="0">
              <a:lnSpc>
                <a:spcPct val="110000"/>
              </a:lnSpc>
              <a:buNone/>
            </a:pPr>
            <a:endParaRPr lang="en-US" sz="2800" dirty="0"/>
          </a:p>
          <a:p>
            <a:pPr marL="0" indent="0">
              <a:lnSpc>
                <a:spcPct val="110000"/>
              </a:lnSpc>
              <a:buNone/>
            </a:pPr>
            <a:endParaRPr lang="en-US" sz="2800" dirty="0"/>
          </a:p>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16</a:t>
            </a:fld>
            <a:endParaRPr lang="en-US"/>
          </a:p>
        </p:txBody>
      </p:sp>
    </p:spTree>
    <p:extLst>
      <p:ext uri="{BB962C8B-B14F-4D97-AF65-F5344CB8AC3E}">
        <p14:creationId xmlns:p14="http://schemas.microsoft.com/office/powerpoint/2010/main" val="3118583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110000"/>
              </a:lnSpc>
              <a:buNone/>
            </a:pPr>
            <a:endParaRPr lang="en-US" sz="1200" dirty="0"/>
          </a:p>
        </p:txBody>
      </p:sp>
      <p:sp>
        <p:nvSpPr>
          <p:cNvPr id="4" name="Slide Number Placeholder 3"/>
          <p:cNvSpPr>
            <a:spLocks noGrp="1"/>
          </p:cNvSpPr>
          <p:nvPr>
            <p:ph type="sldNum" sz="quarter" idx="5"/>
          </p:nvPr>
        </p:nvSpPr>
        <p:spPr/>
        <p:txBody>
          <a:bodyPr/>
          <a:lstStyle/>
          <a:p>
            <a:fld id="{DE9AAF13-0D66-9247-8B59-91BBBED844F7}" type="slidenum">
              <a:rPr lang="en-US" smtClean="0"/>
              <a:t>17</a:t>
            </a:fld>
            <a:endParaRPr lang="en-US"/>
          </a:p>
        </p:txBody>
      </p:sp>
    </p:spTree>
    <p:extLst>
      <p:ext uri="{BB962C8B-B14F-4D97-AF65-F5344CB8AC3E}">
        <p14:creationId xmlns:p14="http://schemas.microsoft.com/office/powerpoint/2010/main" val="21890738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18</a:t>
            </a:fld>
            <a:endParaRPr lang="en-US"/>
          </a:p>
        </p:txBody>
      </p:sp>
    </p:spTree>
    <p:extLst>
      <p:ext uri="{BB962C8B-B14F-4D97-AF65-F5344CB8AC3E}">
        <p14:creationId xmlns:p14="http://schemas.microsoft.com/office/powerpoint/2010/main" val="14965873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D104A-3230-5BEF-47E0-C468218112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997E2-8A9E-0314-2150-DC21B0AA11A1}"/>
              </a:ext>
            </a:extLst>
          </p:cNvPr>
          <p:cNvSpPr>
            <a:spLocks noGrp="1" noRot="1" noChangeAspect="1"/>
          </p:cNvSpPr>
          <p:nvPr>
            <p:ph type="sldImg"/>
          </p:nvPr>
        </p:nvSpPr>
        <p:spPr>
          <a:xfrm>
            <a:off x="641350" y="1162050"/>
            <a:ext cx="5575300" cy="3135313"/>
          </a:xfrm>
        </p:spPr>
      </p:sp>
      <p:sp>
        <p:nvSpPr>
          <p:cNvPr id="3" name="Notes Placeholder 2">
            <a:extLst>
              <a:ext uri="{FF2B5EF4-FFF2-40B4-BE49-F238E27FC236}">
                <a16:creationId xmlns:a16="http://schemas.microsoft.com/office/drawing/2014/main" id="{09C407FB-CB17-3F3D-74FE-CB0FD2E9A711}"/>
              </a:ext>
            </a:extLst>
          </p:cNvPr>
          <p:cNvSpPr>
            <a:spLocks noGrp="1"/>
          </p:cNvSpPr>
          <p:nvPr>
            <p:ph type="body" idx="1"/>
          </p:nvPr>
        </p:nvSpPr>
        <p:spPr/>
        <p:txBody>
          <a:bodyPr/>
          <a:lstStyle/>
          <a:p>
            <a:r>
              <a:rPr lang="en-US" dirty="0"/>
              <a:t>This is what we’ve done as analytics professionals for decades. A nice 12 step process…  </a:t>
            </a:r>
          </a:p>
        </p:txBody>
      </p:sp>
    </p:spTree>
    <p:extLst>
      <p:ext uri="{BB962C8B-B14F-4D97-AF65-F5344CB8AC3E}">
        <p14:creationId xmlns:p14="http://schemas.microsoft.com/office/powerpoint/2010/main" val="2413274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AAF13-0D66-9247-8B59-91BBBED844F7}" type="slidenum">
              <a:rPr lang="en-US" smtClean="0"/>
              <a:t>20</a:t>
            </a:fld>
            <a:endParaRPr lang="en-US"/>
          </a:p>
        </p:txBody>
      </p:sp>
    </p:spTree>
    <p:extLst>
      <p:ext uri="{BB962C8B-B14F-4D97-AF65-F5344CB8AC3E}">
        <p14:creationId xmlns:p14="http://schemas.microsoft.com/office/powerpoint/2010/main" val="17229232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C0E66CD-21C0-0C46-9262-75B7BC23CA89}" type="slidenum">
              <a:rPr lang="en-US" smtClean="0"/>
              <a:pPr/>
              <a:t>23</a:t>
            </a:fld>
            <a:endParaRPr lang="en-US" dirty="0"/>
          </a:p>
        </p:txBody>
      </p:sp>
    </p:spTree>
    <p:extLst>
      <p:ext uri="{BB962C8B-B14F-4D97-AF65-F5344CB8AC3E}">
        <p14:creationId xmlns:p14="http://schemas.microsoft.com/office/powerpoint/2010/main" val="18665882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Numeric features can be transformed using various techniques to standardize, scale, or normalize the data, such as </a:t>
            </a:r>
            <a:r>
              <a:rPr lang="en-US" b="0" i="0" dirty="0" err="1">
                <a:solidFill>
                  <a:srgbClr val="374151"/>
                </a:solidFill>
                <a:effectLst/>
                <a:latin typeface="Söhne"/>
              </a:rPr>
              <a:t>StandardScaler</a:t>
            </a:r>
            <a:r>
              <a:rPr lang="en-US" b="0" i="0" dirty="0">
                <a:solidFill>
                  <a:srgbClr val="374151"/>
                </a:solidFill>
                <a:effectLst/>
                <a:latin typeface="Söhne"/>
              </a:rPr>
              <a:t>, </a:t>
            </a:r>
            <a:r>
              <a:rPr lang="en-US" b="0" i="0" dirty="0" err="1">
                <a:solidFill>
                  <a:srgbClr val="374151"/>
                </a:solidFill>
                <a:effectLst/>
                <a:latin typeface="Söhne"/>
              </a:rPr>
              <a:t>MinMaxScaler</a:t>
            </a:r>
            <a:r>
              <a:rPr lang="en-US" b="0" i="0" dirty="0">
                <a:solidFill>
                  <a:srgbClr val="374151"/>
                </a:solidFill>
                <a:effectLst/>
                <a:latin typeface="Söhne"/>
              </a:rPr>
              <a:t>, </a:t>
            </a:r>
            <a:r>
              <a:rPr lang="en-US" b="0" i="0" dirty="0" err="1">
                <a:solidFill>
                  <a:srgbClr val="374151"/>
                </a:solidFill>
                <a:effectLst/>
                <a:latin typeface="Söhne"/>
              </a:rPr>
              <a:t>MaxAbsScaler</a:t>
            </a:r>
            <a:r>
              <a:rPr lang="en-US" b="0" i="0" dirty="0">
                <a:solidFill>
                  <a:srgbClr val="374151"/>
                </a:solidFill>
                <a:effectLst/>
                <a:latin typeface="Söhne"/>
              </a:rPr>
              <a:t>, and </a:t>
            </a:r>
            <a:r>
              <a:rPr lang="en-US" b="0" i="0" dirty="0" err="1">
                <a:solidFill>
                  <a:srgbClr val="374151"/>
                </a:solidFill>
                <a:effectLst/>
                <a:latin typeface="Söhne"/>
              </a:rPr>
              <a:t>RobustScaler</a:t>
            </a:r>
            <a:r>
              <a:rPr lang="en-US" b="0" i="0" dirty="0">
                <a:solidFill>
                  <a:srgbClr val="374151"/>
                </a:solidFill>
                <a:effectLst/>
                <a:latin typeface="Söhne"/>
              </a:rPr>
              <a:t>.</a:t>
            </a:r>
            <a:endParaRPr lang="en-US" dirty="0"/>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C0E66CD-21C0-0C46-9262-75B7BC23CA89}" type="slidenum">
              <a:rPr lang="en-US" smtClean="0"/>
              <a:pPr/>
              <a:t>31</a:t>
            </a:fld>
            <a:endParaRPr lang="en-US" dirty="0"/>
          </a:p>
        </p:txBody>
      </p:sp>
    </p:spTree>
    <p:extLst>
      <p:ext uri="{BB962C8B-B14F-4D97-AF65-F5344CB8AC3E}">
        <p14:creationId xmlns:p14="http://schemas.microsoft.com/office/powerpoint/2010/main" val="26046072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C0E66CD-21C0-0C46-9262-75B7BC23CA89}" type="slidenum">
              <a:rPr lang="en-US" smtClean="0"/>
              <a:pPr/>
              <a:t>38</a:t>
            </a:fld>
            <a:endParaRPr lang="en-US" dirty="0"/>
          </a:p>
        </p:txBody>
      </p:sp>
    </p:spTree>
    <p:extLst>
      <p:ext uri="{BB962C8B-B14F-4D97-AF65-F5344CB8AC3E}">
        <p14:creationId xmlns:p14="http://schemas.microsoft.com/office/powerpoint/2010/main" val="44347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38150" y="457200"/>
            <a:ext cx="5981700" cy="3363913"/>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D89E5F-BEEF-42A1-A57B-E5A736D51194}" type="slidenum">
              <a:rPr lang="en-US" smtClean="0"/>
              <a:pPr/>
              <a:t>39</a:t>
            </a:fld>
            <a:endParaRPr lang="en-US" dirty="0"/>
          </a:p>
        </p:txBody>
      </p:sp>
    </p:spTree>
    <p:extLst>
      <p:ext uri="{BB962C8B-B14F-4D97-AF65-F5344CB8AC3E}">
        <p14:creationId xmlns:p14="http://schemas.microsoft.com/office/powerpoint/2010/main" val="12397090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Footer Placeholder 3"/>
          <p:cNvSpPr>
            <a:spLocks noGrp="1"/>
          </p:cNvSpPr>
          <p:nvPr>
            <p:ph type="ftr" sz="quarter" idx="4"/>
          </p:nvPr>
        </p:nvSpPr>
        <p:spPr/>
        <p:txBody>
          <a:bodyPr/>
          <a:lstStyle/>
          <a:p>
            <a:endParaRPr lang="en-US" dirty="0"/>
          </a:p>
        </p:txBody>
      </p:sp>
      <p:sp>
        <p:nvSpPr>
          <p:cNvPr id="5" name="Slide Number Placeholder 4"/>
          <p:cNvSpPr>
            <a:spLocks noGrp="1"/>
          </p:cNvSpPr>
          <p:nvPr>
            <p:ph type="sldNum" sz="quarter" idx="5"/>
          </p:nvPr>
        </p:nvSpPr>
        <p:spPr/>
        <p:txBody>
          <a:bodyPr/>
          <a:lstStyle/>
          <a:p>
            <a:fld id="{AC0E66CD-21C0-0C46-9262-75B7BC23CA89}" type="slidenum">
              <a:rPr lang="en-US" smtClean="0"/>
              <a:pPr/>
              <a:t>40</a:t>
            </a:fld>
            <a:endParaRPr lang="en-US" dirty="0"/>
          </a:p>
        </p:txBody>
      </p:sp>
    </p:spTree>
    <p:extLst>
      <p:ext uri="{BB962C8B-B14F-4D97-AF65-F5344CB8AC3E}">
        <p14:creationId xmlns:p14="http://schemas.microsoft.com/office/powerpoint/2010/main" val="20114680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06950-D161-3AE8-1D4C-F189BC4D0C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D33B5-47E9-6584-D213-9F2D04CDBD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B0E80-9C64-E0E8-C3DA-BB9170FA2C8D}"/>
              </a:ext>
            </a:extLst>
          </p:cNvPr>
          <p:cNvSpPr>
            <a:spLocks noGrp="1"/>
          </p:cNvSpPr>
          <p:nvPr>
            <p:ph type="body" idx="1"/>
          </p:nvPr>
        </p:nvSpPr>
        <p:spPr/>
        <p:txBody>
          <a:bodyPr/>
          <a:lstStyle/>
          <a:p>
            <a:endParaRPr lang="en-US"/>
          </a:p>
        </p:txBody>
      </p:sp>
      <p:sp>
        <p:nvSpPr>
          <p:cNvPr id="4" name="Footer Placeholder 3">
            <a:extLst>
              <a:ext uri="{FF2B5EF4-FFF2-40B4-BE49-F238E27FC236}">
                <a16:creationId xmlns:a16="http://schemas.microsoft.com/office/drawing/2014/main" id="{D5EB1638-D9A9-1371-8C80-93C07F361FBD}"/>
              </a:ext>
            </a:extLst>
          </p:cNvPr>
          <p:cNvSpPr>
            <a:spLocks noGrp="1"/>
          </p:cNvSpPr>
          <p:nvPr>
            <p:ph type="ftr" sz="quarter" idx="4"/>
          </p:nvPr>
        </p:nvSpPr>
        <p:spPr/>
        <p:txBody>
          <a:bodyPr/>
          <a:lstStyle/>
          <a:p>
            <a:endParaRPr lang="en-US" dirty="0"/>
          </a:p>
        </p:txBody>
      </p:sp>
      <p:sp>
        <p:nvSpPr>
          <p:cNvPr id="5" name="Slide Number Placeholder 4">
            <a:extLst>
              <a:ext uri="{FF2B5EF4-FFF2-40B4-BE49-F238E27FC236}">
                <a16:creationId xmlns:a16="http://schemas.microsoft.com/office/drawing/2014/main" id="{387A511A-01C0-8CD2-CFBB-632E9929F96F}"/>
              </a:ext>
            </a:extLst>
          </p:cNvPr>
          <p:cNvSpPr>
            <a:spLocks noGrp="1"/>
          </p:cNvSpPr>
          <p:nvPr>
            <p:ph type="sldNum" sz="quarter" idx="5"/>
          </p:nvPr>
        </p:nvSpPr>
        <p:spPr/>
        <p:txBody>
          <a:bodyPr/>
          <a:lstStyle/>
          <a:p>
            <a:fld id="{AC0E66CD-21C0-0C46-9262-75B7BC23CA89}" type="slidenum">
              <a:rPr lang="en-US" smtClean="0"/>
              <a:pPr/>
              <a:t>41</a:t>
            </a:fld>
            <a:endParaRPr lang="en-US" dirty="0"/>
          </a:p>
        </p:txBody>
      </p:sp>
    </p:spTree>
    <p:extLst>
      <p:ext uri="{BB962C8B-B14F-4D97-AF65-F5344CB8AC3E}">
        <p14:creationId xmlns:p14="http://schemas.microsoft.com/office/powerpoint/2010/main" val="25282859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9575" y="698500"/>
            <a:ext cx="6203950" cy="3490913"/>
          </a:xfrm>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10"/>
          </p:nvPr>
        </p:nvSpPr>
        <p:spPr/>
        <p:txBody>
          <a:bodyPr/>
          <a:lstStyle/>
          <a:p>
            <a:endParaRPr lang="en-US" dirty="0"/>
          </a:p>
        </p:txBody>
      </p:sp>
      <p:sp>
        <p:nvSpPr>
          <p:cNvPr id="5" name="Slide Number Placeholder 4"/>
          <p:cNvSpPr>
            <a:spLocks noGrp="1"/>
          </p:cNvSpPr>
          <p:nvPr>
            <p:ph type="sldNum" sz="quarter" idx="11"/>
          </p:nvPr>
        </p:nvSpPr>
        <p:spPr/>
        <p:txBody>
          <a:bodyPr/>
          <a:lstStyle/>
          <a:p>
            <a:fld id="{AC0E66CD-21C0-0C46-9262-75B7BC23CA89}" type="slidenum">
              <a:rPr lang="en-US" smtClean="0"/>
              <a:pPr/>
              <a:t>48</a:t>
            </a:fld>
            <a:endParaRPr lang="en-US" dirty="0"/>
          </a:p>
        </p:txBody>
      </p:sp>
    </p:spTree>
    <p:extLst>
      <p:ext uri="{BB962C8B-B14F-4D97-AF65-F5344CB8AC3E}">
        <p14:creationId xmlns:p14="http://schemas.microsoft.com/office/powerpoint/2010/main" val="21717901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400800" y="4624668"/>
            <a:ext cx="5384800" cy="933450"/>
          </a:xfrm>
        </p:spPr>
        <p:txBody>
          <a:bodyPr>
            <a:normAutofit/>
          </a:bodyPr>
          <a:lstStyle>
            <a:lvl1pPr>
              <a:defRPr sz="2800"/>
            </a:lvl1pPr>
          </a:lstStyle>
          <a:p>
            <a:r>
              <a:rPr lang="en-US"/>
              <a:t>Click to edit Master title style</a:t>
            </a:r>
            <a:endParaRPr dirty="0"/>
          </a:p>
        </p:txBody>
      </p:sp>
      <p:sp>
        <p:nvSpPr>
          <p:cNvPr id="3" name="Subtitle 2"/>
          <p:cNvSpPr>
            <a:spLocks noGrp="1"/>
          </p:cNvSpPr>
          <p:nvPr>
            <p:ph type="subTitle" idx="1"/>
          </p:nvPr>
        </p:nvSpPr>
        <p:spPr>
          <a:xfrm>
            <a:off x="6400800" y="5562600"/>
            <a:ext cx="53848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6400801" y="6425641"/>
            <a:ext cx="1643529" cy="365125"/>
          </a:xfrm>
        </p:spPr>
        <p:txBody>
          <a:bodyPr/>
          <a:lstStyle>
            <a:lvl1pPr algn="l">
              <a:defRPr/>
            </a:lvl1p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a:xfrm>
            <a:off x="8414871" y="6425641"/>
            <a:ext cx="3490259" cy="365125"/>
          </a:xfrm>
        </p:spPr>
        <p:txBody>
          <a:bodyPr/>
          <a:lstStyle>
            <a:lvl1pPr algn="r">
              <a:defRPr/>
            </a:lvl1pPr>
          </a:lstStyle>
          <a:p>
            <a:endParaRPr lang="en-US" dirty="0">
              <a:solidFill>
                <a:srgbClr val="000000">
                  <a:lumMod val="65000"/>
                  <a:lumOff val="35000"/>
                </a:srgbClr>
              </a:solidFill>
            </a:endParaRPr>
          </a:p>
        </p:txBody>
      </p:sp>
      <p:sp>
        <p:nvSpPr>
          <p:cNvPr id="7" name="Rectangle 6"/>
          <p:cNvSpPr/>
          <p:nvPr/>
        </p:nvSpPr>
        <p:spPr>
          <a:xfrm>
            <a:off x="376767" y="228600"/>
            <a:ext cx="5647267"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0" name="Rectangle 9"/>
          <p:cNvSpPr/>
          <p:nvPr/>
        </p:nvSpPr>
        <p:spPr>
          <a:xfrm>
            <a:off x="6165851" y="237744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sz="1800" dirty="0">
              <a:solidFill>
                <a:srgbClr val="FFFFFF"/>
              </a:solidFill>
              <a:latin typeface="Franklin Gothic Book"/>
            </a:endParaRPr>
          </a:p>
        </p:txBody>
      </p:sp>
      <p:sp>
        <p:nvSpPr>
          <p:cNvPr id="11" name="Rectangle 10"/>
          <p:cNvSpPr/>
          <p:nvPr/>
        </p:nvSpPr>
        <p:spPr>
          <a:xfrm>
            <a:off x="6165851" y="228600"/>
            <a:ext cx="27432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Rectangle 11"/>
          <p:cNvSpPr/>
          <p:nvPr/>
        </p:nvSpPr>
        <p:spPr>
          <a:xfrm>
            <a:off x="9069917" y="2377440"/>
            <a:ext cx="27432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6" name="Picture 5"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97954" cy="480425"/>
          </a:xfrm>
          <a:prstGeom prst="rect">
            <a:avLst/>
          </a:prstGeom>
        </p:spPr>
      </p:pic>
    </p:spTree>
    <p:custDataLst>
      <p:tags r:id="rId1"/>
    </p:custDataLst>
    <p:extLst>
      <p:ext uri="{BB962C8B-B14F-4D97-AF65-F5344CB8AC3E}">
        <p14:creationId xmlns:p14="http://schemas.microsoft.com/office/powerpoint/2010/main" val="59535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11127872" y="282574"/>
            <a:ext cx="675658"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a:xfrm>
            <a:off x="11166412" y="6426788"/>
            <a:ext cx="738717" cy="365125"/>
          </a:xfrm>
        </p:spPr>
        <p:txBody>
          <a:bodyPr/>
          <a:lstStyle>
            <a:lvl1pPr>
              <a:defRPr>
                <a:solidFill>
                  <a:schemeClr val="tx1">
                    <a:lumMod val="65000"/>
                    <a:lumOff val="35000"/>
                  </a:schemeClr>
                </a:solidFill>
              </a:defRPr>
            </a:lvl1pPr>
          </a:lstStyle>
          <a:p>
            <a:fld id="{02456A73-CB17-B748-BD2A-A20F5DD59EC7}" type="slidenum">
              <a:rPr lang="en-US" smtClean="0"/>
              <a:pPr/>
              <a:t>‹#›</a:t>
            </a:fld>
            <a:endParaRPr lang="en-US" dirty="0"/>
          </a:p>
        </p:txBody>
      </p:sp>
      <p:sp>
        <p:nvSpPr>
          <p:cNvPr id="10" name="Rectangle 9"/>
          <p:cNvSpPr/>
          <p:nvPr/>
        </p:nvSpPr>
        <p:spPr>
          <a:xfrm>
            <a:off x="10955878" y="282574"/>
            <a:ext cx="12192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2" name="Picture 11"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60990" y="1400284"/>
            <a:ext cx="409422" cy="356520"/>
          </a:xfrm>
          <a:prstGeom prst="rect">
            <a:avLst/>
          </a:prstGeom>
        </p:spPr>
      </p:pic>
    </p:spTree>
    <p:custDataLst>
      <p:tags r:id="rId1"/>
    </p:custDataLst>
    <p:extLst>
      <p:ext uri="{BB962C8B-B14F-4D97-AF65-F5344CB8AC3E}">
        <p14:creationId xmlns:p14="http://schemas.microsoft.com/office/powerpoint/2010/main" val="3920898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664633" y="134471"/>
            <a:ext cx="10075084" cy="995082"/>
          </a:xfrm>
        </p:spPr>
        <p:txBody>
          <a:bodyPr anchor="b" anchorCtr="0"/>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Text Placeholder 3"/>
          <p:cNvSpPr>
            <a:spLocks noGrp="1"/>
          </p:cNvSpPr>
          <p:nvPr>
            <p:ph type="body" sz="half" idx="2"/>
          </p:nvPr>
        </p:nvSpPr>
        <p:spPr>
          <a:xfrm>
            <a:off x="664691" y="1129553"/>
            <a:ext cx="10078613"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a:t>Click to edit Master text styles</a:t>
            </a:r>
          </a:p>
        </p:txBody>
      </p:sp>
      <p:pic>
        <p:nvPicPr>
          <p:cNvPr id="14" name="Picture 13"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50201" y="1400284"/>
            <a:ext cx="431515" cy="356520"/>
          </a:xfrm>
          <a:prstGeom prst="rect">
            <a:avLst/>
          </a:prstGeom>
        </p:spPr>
      </p:pic>
    </p:spTree>
    <p:custDataLst>
      <p:tags r:id="rId1"/>
    </p:custDataLst>
    <p:extLst>
      <p:ext uri="{BB962C8B-B14F-4D97-AF65-F5344CB8AC3E}">
        <p14:creationId xmlns:p14="http://schemas.microsoft.com/office/powerpoint/2010/main" val="1701844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6400800" y="4624668"/>
            <a:ext cx="5384800" cy="933450"/>
          </a:xfrm>
        </p:spPr>
        <p:txBody>
          <a:bodyPr>
            <a:normAutofit/>
          </a:bodyPr>
          <a:lstStyle>
            <a:lvl1pPr>
              <a:defRPr sz="2800"/>
            </a:lvl1pPr>
          </a:lstStyle>
          <a:p>
            <a:r>
              <a:rPr lang="en-US"/>
              <a:t>Click to edit Master title style</a:t>
            </a:r>
            <a:endParaRPr/>
          </a:p>
        </p:txBody>
      </p:sp>
      <p:sp>
        <p:nvSpPr>
          <p:cNvPr id="3" name="Subtitle 2"/>
          <p:cNvSpPr>
            <a:spLocks noGrp="1"/>
          </p:cNvSpPr>
          <p:nvPr>
            <p:ph type="subTitle" idx="1"/>
          </p:nvPr>
        </p:nvSpPr>
        <p:spPr>
          <a:xfrm>
            <a:off x="6400800" y="5562600"/>
            <a:ext cx="53848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6400801" y="6425641"/>
            <a:ext cx="1643529" cy="365125"/>
          </a:xfrm>
        </p:spPr>
        <p:txBody>
          <a:bodyPr/>
          <a:lstStyle>
            <a:lvl1pPr algn="l">
              <a:defRPr/>
            </a:lvl1p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a:xfrm>
            <a:off x="8414871" y="6425641"/>
            <a:ext cx="3490259" cy="365125"/>
          </a:xfrm>
        </p:spPr>
        <p:txBody>
          <a:bodyPr/>
          <a:lstStyle>
            <a:lvl1pPr algn="r">
              <a:defRPr/>
            </a:lvl1pPr>
          </a:lstStyle>
          <a:p>
            <a:endParaRPr lang="en-US" dirty="0">
              <a:solidFill>
                <a:srgbClr val="000000">
                  <a:lumMod val="65000"/>
                  <a:lumOff val="35000"/>
                </a:srgbClr>
              </a:solidFill>
            </a:endParaRPr>
          </a:p>
        </p:txBody>
      </p:sp>
      <p:sp>
        <p:nvSpPr>
          <p:cNvPr id="7" name="Rectangle 6"/>
          <p:cNvSpPr/>
          <p:nvPr/>
        </p:nvSpPr>
        <p:spPr>
          <a:xfrm>
            <a:off x="376767" y="228600"/>
            <a:ext cx="5647267"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0" name="Rectangle 9"/>
          <p:cNvSpPr/>
          <p:nvPr/>
        </p:nvSpPr>
        <p:spPr>
          <a:xfrm>
            <a:off x="6165851" y="237744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3" name="Picture Placeholder 12"/>
          <p:cNvSpPr>
            <a:spLocks noGrp="1"/>
          </p:cNvSpPr>
          <p:nvPr>
            <p:ph type="pic" sz="quarter" idx="12"/>
          </p:nvPr>
        </p:nvSpPr>
        <p:spPr>
          <a:xfrm>
            <a:off x="6165851" y="228600"/>
            <a:ext cx="2743200" cy="2039112"/>
          </a:xfrm>
        </p:spPr>
        <p:txBody>
          <a:bodyPr/>
          <a:lstStyle>
            <a:lvl1pPr>
              <a:buNone/>
              <a:defRPr/>
            </a:lvl1pPr>
          </a:lstStyle>
          <a:p>
            <a:r>
              <a:rPr lang="en-US"/>
              <a:t>Click icon to add picture</a:t>
            </a:r>
            <a:endParaRPr dirty="0"/>
          </a:p>
        </p:txBody>
      </p:sp>
      <p:sp>
        <p:nvSpPr>
          <p:cNvPr id="14" name="Picture Placeholder 12"/>
          <p:cNvSpPr>
            <a:spLocks noGrp="1"/>
          </p:cNvSpPr>
          <p:nvPr>
            <p:ph type="pic" sz="quarter" idx="13"/>
          </p:nvPr>
        </p:nvSpPr>
        <p:spPr>
          <a:xfrm>
            <a:off x="9069917" y="2377440"/>
            <a:ext cx="2743200" cy="2039112"/>
          </a:xfrm>
        </p:spPr>
        <p:txBody>
          <a:bodyPr/>
          <a:lstStyle>
            <a:lvl1pPr>
              <a:buNone/>
              <a:defRPr/>
            </a:lvl1pPr>
          </a:lstStyle>
          <a:p>
            <a:r>
              <a:rPr lang="en-US"/>
              <a:t>Click icon to add picture</a:t>
            </a:r>
            <a:endParaRPr dirty="0"/>
          </a:p>
        </p:txBody>
      </p:sp>
      <p:sp>
        <p:nvSpPr>
          <p:cNvPr id="16" name="Text Placeholder 3"/>
          <p:cNvSpPr>
            <a:spLocks noGrp="1"/>
          </p:cNvSpPr>
          <p:nvPr>
            <p:ph type="body" sz="half" idx="2"/>
          </p:nvPr>
        </p:nvSpPr>
        <p:spPr>
          <a:xfrm>
            <a:off x="1143000" y="1779495"/>
            <a:ext cx="4114800" cy="2040905"/>
          </a:xfrm>
        </p:spPr>
        <p:txBody>
          <a:bodyPr lIns="45720" tIns="45720" rIns="45720" anchor="t">
            <a:noAutofit/>
          </a:bodyPr>
          <a:lstStyle>
            <a:lvl1pPr marL="0" indent="0" algn="ctr">
              <a:spcBef>
                <a:spcPts val="600"/>
              </a:spcBef>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pic>
        <p:nvPicPr>
          <p:cNvPr id="17" name="Picture 16"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56858" cy="480425"/>
          </a:xfrm>
          <a:prstGeom prst="rect">
            <a:avLst/>
          </a:prstGeom>
        </p:spPr>
      </p:pic>
    </p:spTree>
    <p:custDataLst>
      <p:tags r:id="rId1"/>
    </p:custDataLst>
    <p:extLst>
      <p:ext uri="{BB962C8B-B14F-4D97-AF65-F5344CB8AC3E}">
        <p14:creationId xmlns:p14="http://schemas.microsoft.com/office/powerpoint/2010/main" val="20707093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878543" y="228600"/>
            <a:ext cx="1093457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3048000" y="3124201"/>
            <a:ext cx="7518400" cy="1362075"/>
          </a:xfrm>
        </p:spPr>
        <p:txBody>
          <a:bodyPr anchor="b" anchorCtr="0">
            <a:normAutofit/>
          </a:bodyPr>
          <a:lstStyle>
            <a:lvl1pPr algn="l">
              <a:defRPr sz="3200" b="0" cap="none"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3048000" y="4495801"/>
            <a:ext cx="75184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78541" y="6248775"/>
            <a:ext cx="1966259" cy="365125"/>
          </a:xfrm>
        </p:spPr>
        <p:txBody>
          <a:bodyPr/>
          <a:lstStyle>
            <a:lvl1pPr algn="l">
              <a:defRPr>
                <a:solidFill>
                  <a:schemeClr val="bg1"/>
                </a:solidFill>
              </a:defRPr>
            </a:lvl1pPr>
          </a:lstStyle>
          <a:p>
            <a:endParaRPr lang="en-US" dirty="0">
              <a:solidFill>
                <a:srgbClr val="FFFFFF"/>
              </a:solidFill>
              <a:latin typeface="Franklin Gothic Book"/>
            </a:endParaRPr>
          </a:p>
        </p:txBody>
      </p:sp>
      <p:sp>
        <p:nvSpPr>
          <p:cNvPr id="5" name="Footer Placeholder 4"/>
          <p:cNvSpPr>
            <a:spLocks noGrp="1"/>
          </p:cNvSpPr>
          <p:nvPr>
            <p:ph type="ftr" sz="quarter" idx="11"/>
          </p:nvPr>
        </p:nvSpPr>
        <p:spPr>
          <a:xfrm>
            <a:off x="3048000" y="6248775"/>
            <a:ext cx="7518400"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6" name="Slide Number Placeholder 5"/>
          <p:cNvSpPr>
            <a:spLocks noGrp="1"/>
          </p:cNvSpPr>
          <p:nvPr>
            <p:ph type="sldNum" sz="quarter" idx="12"/>
          </p:nvPr>
        </p:nvSpPr>
        <p:spPr>
          <a:xfrm>
            <a:off x="11074400" y="6248775"/>
            <a:ext cx="738717" cy="365125"/>
          </a:xfrm>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9" name="Rectangle 8"/>
          <p:cNvSpPr/>
          <p:nvPr/>
        </p:nvSpPr>
        <p:spPr>
          <a:xfrm>
            <a:off x="381001" y="228600"/>
            <a:ext cx="283633"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1" name="Picture 10" descr="WFU_Univ_White_Shield-only.eps"/>
          <p:cNvPicPr>
            <a:picLocks noChangeAspect="1"/>
          </p:cNvPicPr>
          <p:nvPr userDrawn="1"/>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69851" y="437071"/>
            <a:ext cx="556208" cy="480425"/>
          </a:xfrm>
          <a:prstGeom prst="rect">
            <a:avLst/>
          </a:prstGeom>
        </p:spPr>
      </p:pic>
    </p:spTree>
    <p:custDataLst>
      <p:tags r:id="rId1"/>
    </p:custDataLst>
    <p:extLst>
      <p:ext uri="{BB962C8B-B14F-4D97-AF65-F5344CB8AC3E}">
        <p14:creationId xmlns:p14="http://schemas.microsoft.com/office/powerpoint/2010/main" val="3973121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11074400" y="282574"/>
            <a:ext cx="72913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Rectangle 11"/>
          <p:cNvSpPr/>
          <p:nvPr/>
        </p:nvSpPr>
        <p:spPr>
          <a:xfrm>
            <a:off x="10846098" y="282574"/>
            <a:ext cx="12192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64691"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866504"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80" y="1400284"/>
            <a:ext cx="383852" cy="356520"/>
          </a:xfrm>
          <a:prstGeom prst="rect">
            <a:avLst/>
          </a:prstGeom>
        </p:spPr>
      </p:pic>
    </p:spTree>
    <p:custDataLst>
      <p:tags r:id="rId1"/>
    </p:custDataLst>
    <p:extLst>
      <p:ext uri="{BB962C8B-B14F-4D97-AF65-F5344CB8AC3E}">
        <p14:creationId xmlns:p14="http://schemas.microsoft.com/office/powerpoint/2010/main" val="2917035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11068375" y="282574"/>
            <a:ext cx="735153"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8" y="2447366"/>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5866504" y="2447366"/>
            <a:ext cx="48768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3428104" y="1000317"/>
            <a:ext cx="48768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5866504" y="2070848"/>
            <a:ext cx="48768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5" name="Picture 14"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88556" y="1400284"/>
            <a:ext cx="396851" cy="356520"/>
          </a:xfrm>
          <a:prstGeom prst="rect">
            <a:avLst/>
          </a:prstGeom>
        </p:spPr>
      </p:pic>
    </p:spTree>
    <p:custDataLst>
      <p:tags r:id="rId1"/>
    </p:custDataLst>
    <p:extLst>
      <p:ext uri="{BB962C8B-B14F-4D97-AF65-F5344CB8AC3E}">
        <p14:creationId xmlns:p14="http://schemas.microsoft.com/office/powerpoint/2010/main" val="3377441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 Col Comparison">
    <p:spTree>
      <p:nvGrpSpPr>
        <p:cNvPr id="1" name=""/>
        <p:cNvGrpSpPr/>
        <p:nvPr/>
      </p:nvGrpSpPr>
      <p:grpSpPr>
        <a:xfrm>
          <a:off x="0" y="0"/>
          <a:ext cx="0" cy="0"/>
          <a:chOff x="0" y="0"/>
          <a:chExt cx="0" cy="0"/>
        </a:xfrm>
      </p:grpSpPr>
      <p:sp>
        <p:nvSpPr>
          <p:cNvPr id="10" name="Rectangle 9"/>
          <p:cNvSpPr/>
          <p:nvPr/>
        </p:nvSpPr>
        <p:spPr>
          <a:xfrm>
            <a:off x="10972799" y="282574"/>
            <a:ext cx="8307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9" name="Picture 18"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56994" y="1400284"/>
            <a:ext cx="462337" cy="356520"/>
          </a:xfrm>
          <a:prstGeom prst="rect">
            <a:avLst/>
          </a:prstGeom>
        </p:spPr>
      </p:pic>
    </p:spTree>
    <p:custDataLst>
      <p:tags r:id="rId1"/>
    </p:custDataLst>
    <p:extLst>
      <p:ext uri="{BB962C8B-B14F-4D97-AF65-F5344CB8AC3E}">
        <p14:creationId xmlns:p14="http://schemas.microsoft.com/office/powerpoint/2010/main" val="1076206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64690" y="1985963"/>
            <a:ext cx="10092209"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13" name="Content Placeholder 2"/>
          <p:cNvSpPr>
            <a:spLocks noGrp="1"/>
          </p:cNvSpPr>
          <p:nvPr>
            <p:ph sz="half" idx="14"/>
          </p:nvPr>
        </p:nvSpPr>
        <p:spPr>
          <a:xfrm>
            <a:off x="664690" y="4164965"/>
            <a:ext cx="10092209"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Rectangle 13"/>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5" name="Slide Number Placeholder 6"/>
          <p:cNvSpPr>
            <a:spLocks noGrp="1"/>
          </p:cNvSpPr>
          <p:nvPr>
            <p:ph type="sldNum" sz="quarter" idx="12"/>
          </p:nvPr>
        </p:nvSpPr>
        <p:spPr>
          <a:xfrm>
            <a:off x="11074400" y="242235"/>
            <a:ext cx="738717" cy="365125"/>
          </a:xfrm>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59450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1074400" y="282574"/>
            <a:ext cx="729128"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5880100" y="1985963"/>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1" name="Content Placeholder 2"/>
          <p:cNvSpPr>
            <a:spLocks noGrp="1"/>
          </p:cNvSpPr>
          <p:nvPr>
            <p:ph sz="half" idx="15"/>
          </p:nvPr>
        </p:nvSpPr>
        <p:spPr>
          <a:xfrm>
            <a:off x="664691" y="1985963"/>
            <a:ext cx="48768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Content Placeholder 2"/>
          <p:cNvSpPr>
            <a:spLocks noGrp="1"/>
          </p:cNvSpPr>
          <p:nvPr>
            <p:ph sz="half" idx="16"/>
          </p:nvPr>
        </p:nvSpPr>
        <p:spPr>
          <a:xfrm>
            <a:off x="5880100" y="4169664"/>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pic>
        <p:nvPicPr>
          <p:cNvPr id="16" name="Picture 15" descr="WFU_Univ_White_Shield-only.eps"/>
          <p:cNvPicPr>
            <a:picLocks noChangeAspect="1"/>
          </p:cNvPicPr>
          <p:nvPr userDrawn="1"/>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79" y="1400284"/>
            <a:ext cx="441789" cy="356520"/>
          </a:xfrm>
          <a:prstGeom prst="rect">
            <a:avLst/>
          </a:prstGeom>
        </p:spPr>
      </p:pic>
    </p:spTree>
    <p:custDataLst>
      <p:tags r:id="rId1"/>
    </p:custDataLst>
    <p:extLst>
      <p:ext uri="{BB962C8B-B14F-4D97-AF65-F5344CB8AC3E}">
        <p14:creationId xmlns:p14="http://schemas.microsoft.com/office/powerpoint/2010/main" val="2509185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2" name="Content Placeholder 2"/>
          <p:cNvSpPr>
            <a:spLocks noGrp="1"/>
          </p:cNvSpPr>
          <p:nvPr>
            <p:ph sz="half" idx="17"/>
          </p:nvPr>
        </p:nvSpPr>
        <p:spPr>
          <a:xfrm>
            <a:off x="670561" y="1985963"/>
            <a:ext cx="4876551"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Content Placeholder 2"/>
          <p:cNvSpPr>
            <a:spLocks noGrp="1"/>
          </p:cNvSpPr>
          <p:nvPr>
            <p:ph sz="half" idx="18"/>
          </p:nvPr>
        </p:nvSpPr>
        <p:spPr>
          <a:xfrm>
            <a:off x="670561" y="4164965"/>
            <a:ext cx="4876551"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5" name="Content Placeholder 2"/>
          <p:cNvSpPr>
            <a:spLocks noGrp="1"/>
          </p:cNvSpPr>
          <p:nvPr>
            <p:ph sz="half" idx="1"/>
          </p:nvPr>
        </p:nvSpPr>
        <p:spPr>
          <a:xfrm>
            <a:off x="5880100" y="1985963"/>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6" name="Content Placeholder 2"/>
          <p:cNvSpPr>
            <a:spLocks noGrp="1"/>
          </p:cNvSpPr>
          <p:nvPr>
            <p:ph sz="half" idx="16"/>
          </p:nvPr>
        </p:nvSpPr>
        <p:spPr>
          <a:xfrm>
            <a:off x="5880100" y="4169664"/>
            <a:ext cx="48768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pic>
        <p:nvPicPr>
          <p:cNvPr id="19" name="Picture 18"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88556" y="1400284"/>
            <a:ext cx="396851" cy="356520"/>
          </a:xfrm>
          <a:prstGeom prst="rect">
            <a:avLst/>
          </a:prstGeom>
        </p:spPr>
      </p:pic>
    </p:spTree>
    <p:custDataLst>
      <p:tags r:id="rId1"/>
    </p:custDataLst>
    <p:extLst>
      <p:ext uri="{BB962C8B-B14F-4D97-AF65-F5344CB8AC3E}">
        <p14:creationId xmlns:p14="http://schemas.microsoft.com/office/powerpoint/2010/main" val="2693767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4" name="Footer Placeholder 3"/>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5" name="Slide Number Placeholder 4"/>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1" name="Picture 10"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09105" y="1400284"/>
            <a:ext cx="452063" cy="356520"/>
          </a:xfrm>
          <a:prstGeom prst="rect">
            <a:avLst/>
          </a:prstGeom>
        </p:spPr>
      </p:pic>
    </p:spTree>
    <p:custDataLst>
      <p:tags r:id="rId1"/>
    </p:custDataLst>
    <p:extLst>
      <p:ext uri="{BB962C8B-B14F-4D97-AF65-F5344CB8AC3E}">
        <p14:creationId xmlns:p14="http://schemas.microsoft.com/office/powerpoint/2010/main" val="2582948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11085816" y="282574"/>
            <a:ext cx="717712"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Date Placeholder 1"/>
          <p:cNvSpPr>
            <a:spLocks noGrp="1"/>
          </p:cNvSpPr>
          <p:nvPr>
            <p:ph type="dt" sz="half" idx="10"/>
          </p:nvPr>
        </p:nvSpPr>
        <p:spPr/>
        <p:txBody>
          <a:bodyPr/>
          <a:lstStyle>
            <a:lvl1pPr>
              <a:defRPr/>
            </a:lvl1pPr>
          </a:lstStyle>
          <a:p>
            <a:endParaRPr lang="en-US" dirty="0">
              <a:solidFill>
                <a:srgbClr val="000000">
                  <a:lumMod val="65000"/>
                  <a:lumOff val="35000"/>
                </a:srgbClr>
              </a:solidFill>
            </a:endParaRPr>
          </a:p>
        </p:txBody>
      </p:sp>
      <p:sp>
        <p:nvSpPr>
          <p:cNvPr id="3" name="Footer Placeholder 2"/>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pic>
        <p:nvPicPr>
          <p:cNvPr id="6" name="Picture 5"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19379" y="714101"/>
            <a:ext cx="452064" cy="355191"/>
          </a:xfrm>
          <a:prstGeom prst="rect">
            <a:avLst/>
          </a:prstGeom>
        </p:spPr>
      </p:pic>
    </p:spTree>
    <p:custDataLst>
      <p:tags r:id="rId1"/>
    </p:custDataLst>
    <p:extLst>
      <p:ext uri="{BB962C8B-B14F-4D97-AF65-F5344CB8AC3E}">
        <p14:creationId xmlns:p14="http://schemas.microsoft.com/office/powerpoint/2010/main" val="5772664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376768" y="228600"/>
            <a:ext cx="460163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7" y="2571750"/>
            <a:ext cx="4340352" cy="1162050"/>
          </a:xfrm>
        </p:spPr>
        <p:txBody>
          <a:bodyPr anchor="b">
            <a:normAutofit/>
          </a:bodyPr>
          <a:lstStyle>
            <a:lvl1pPr algn="l">
              <a:defRPr sz="2600" b="0">
                <a:solidFill>
                  <a:schemeClr val="bg1"/>
                </a:solidFill>
              </a:defRPr>
            </a:lvl1pPr>
          </a:lstStyle>
          <a:p>
            <a:r>
              <a:rPr lang="en-US"/>
              <a:t>Click to edit Master title style</a:t>
            </a:r>
            <a:endParaRPr dirty="0"/>
          </a:p>
        </p:txBody>
      </p:sp>
      <p:sp>
        <p:nvSpPr>
          <p:cNvPr id="3" name="Content Placeholder 2"/>
          <p:cNvSpPr>
            <a:spLocks noGrp="1"/>
          </p:cNvSpPr>
          <p:nvPr>
            <p:ph idx="1"/>
          </p:nvPr>
        </p:nvSpPr>
        <p:spPr>
          <a:xfrm>
            <a:off x="5558368" y="273051"/>
            <a:ext cx="6129865"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508124" y="3733801"/>
            <a:ext cx="4340352"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lvl1pPr>
              <a:defRPr/>
            </a:lvl1p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a:xfrm>
            <a:off x="5145741" y="6423586"/>
            <a:ext cx="4422588" cy="365125"/>
          </a:xfrm>
        </p:spPr>
        <p:txBody>
          <a:bodyPr/>
          <a:lstStyle/>
          <a:p>
            <a:endParaRPr lang="en-US" dirty="0">
              <a:solidFill>
                <a:srgbClr val="000000">
                  <a:lumMod val="65000"/>
                  <a:lumOff val="35000"/>
                </a:srgbClr>
              </a:solidFill>
              <a:latin typeface="Franklin Gothic Book"/>
            </a:endParaRPr>
          </a:p>
        </p:txBody>
      </p:sp>
      <p:pic>
        <p:nvPicPr>
          <p:cNvPr id="10" name="Picture 9"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8" y="415260"/>
            <a:ext cx="556858" cy="480425"/>
          </a:xfrm>
          <a:prstGeom prst="rect">
            <a:avLst/>
          </a:prstGeom>
        </p:spPr>
      </p:pic>
    </p:spTree>
    <p:custDataLst>
      <p:tags r:id="rId1"/>
    </p:custDataLst>
    <p:extLst>
      <p:ext uri="{BB962C8B-B14F-4D97-AF65-F5344CB8AC3E}">
        <p14:creationId xmlns:p14="http://schemas.microsoft.com/office/powerpoint/2010/main" val="19550766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11085816" y="282574"/>
            <a:ext cx="717712"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559205" y="3124200"/>
            <a:ext cx="5197696"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28600"/>
            <a:ext cx="4614211"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5559205" y="3995737"/>
            <a:ext cx="5197696" cy="2147888"/>
          </a:xfrm>
        </p:spPr>
        <p:txBody>
          <a:bodyPr/>
          <a:lstStyle>
            <a:lvl1pPr marL="0" indent="0">
              <a:spcBef>
                <a:spcPts val="6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lvl1pPr>
              <a:defRPr/>
            </a:lvl1pPr>
          </a:lstStyle>
          <a:p>
            <a:endParaRPr lang="en-US" dirty="0">
              <a:solidFill>
                <a:srgbClr val="000000">
                  <a:lumMod val="65000"/>
                  <a:lumOff val="35000"/>
                </a:srgbClr>
              </a:solidFill>
            </a:endParaRPr>
          </a:p>
        </p:txBody>
      </p:sp>
      <p:sp>
        <p:nvSpPr>
          <p:cNvPr id="6" name="Footer Placeholder 5"/>
          <p:cNvSpPr>
            <a:spLocks noGrp="1"/>
          </p:cNvSpPr>
          <p:nvPr>
            <p:ph type="ftr" sz="quarter" idx="11"/>
          </p:nvPr>
        </p:nvSpPr>
        <p:spPr>
          <a:xfrm>
            <a:off x="5588000" y="6423586"/>
            <a:ext cx="4006851" cy="365125"/>
          </a:xfrm>
        </p:spPr>
        <p:txBody>
          <a:bodyPr/>
          <a:lstStyle/>
          <a:p>
            <a:endParaRPr lang="en-US" dirty="0">
              <a:solidFill>
                <a:srgbClr val="000000">
                  <a:lumMod val="65000"/>
                  <a:lumOff val="35000"/>
                </a:srgbClr>
              </a:solidFill>
              <a:latin typeface="Franklin Gothic Book"/>
            </a:endParaRPr>
          </a:p>
        </p:txBody>
      </p:sp>
      <p:pic>
        <p:nvPicPr>
          <p:cNvPr id="10" name="Picture 9"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29653" y="721135"/>
            <a:ext cx="441790" cy="355191"/>
          </a:xfrm>
          <a:prstGeom prst="rect">
            <a:avLst/>
          </a:prstGeom>
        </p:spPr>
      </p:pic>
    </p:spTree>
    <p:custDataLst>
      <p:tags r:id="rId1"/>
    </p:custDataLst>
    <p:extLst>
      <p:ext uri="{BB962C8B-B14F-4D97-AF65-F5344CB8AC3E}">
        <p14:creationId xmlns:p14="http://schemas.microsoft.com/office/powerpoint/2010/main" val="5544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675341" y="4424082"/>
            <a:ext cx="8254876" cy="83371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28600"/>
            <a:ext cx="85045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675341" y="5257800"/>
            <a:ext cx="8254876"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8" name="Rectangle 7"/>
          <p:cNvSpPr/>
          <p:nvPr/>
        </p:nvSpPr>
        <p:spPr>
          <a:xfrm>
            <a:off x="9069917" y="228600"/>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9" name="Rectangle 8"/>
          <p:cNvSpPr/>
          <p:nvPr/>
        </p:nvSpPr>
        <p:spPr>
          <a:xfrm>
            <a:off x="9069917" y="2377440"/>
            <a:ext cx="27432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pic>
        <p:nvPicPr>
          <p:cNvPr id="13" name="Picture 12"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0983074" y="3738743"/>
            <a:ext cx="554751" cy="480425"/>
          </a:xfrm>
          <a:prstGeom prst="rect">
            <a:avLst/>
          </a:prstGeom>
        </p:spPr>
      </p:pic>
    </p:spTree>
    <p:custDataLst>
      <p:tags r:id="rId1"/>
    </p:custDataLst>
    <p:extLst>
      <p:ext uri="{BB962C8B-B14F-4D97-AF65-F5344CB8AC3E}">
        <p14:creationId xmlns:p14="http://schemas.microsoft.com/office/powerpoint/2010/main" val="13904910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376766" y="228600"/>
            <a:ext cx="8516223"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6" y="2571750"/>
            <a:ext cx="8242148"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508126" y="3733801"/>
            <a:ext cx="8239421"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949683" y="6235608"/>
            <a:ext cx="1797864" cy="365125"/>
          </a:xfrm>
        </p:spPr>
        <p:txBody>
          <a:bodyPr/>
          <a:lstStyle>
            <a:lvl1pPr>
              <a:defRPr>
                <a:solidFill>
                  <a:schemeClr val="bg1"/>
                </a:solidFill>
              </a:defRPr>
            </a:lvl1pPr>
          </a:lstStyle>
          <a:p>
            <a:endParaRPr lang="en-US" dirty="0">
              <a:solidFill>
                <a:srgbClr val="FFFFFF"/>
              </a:solidFill>
            </a:endParaRPr>
          </a:p>
        </p:txBody>
      </p:sp>
      <p:sp>
        <p:nvSpPr>
          <p:cNvPr id="6" name="Footer Placeholder 5"/>
          <p:cNvSpPr>
            <a:spLocks noGrp="1"/>
          </p:cNvSpPr>
          <p:nvPr>
            <p:ph type="ftr" sz="quarter" idx="11"/>
          </p:nvPr>
        </p:nvSpPr>
        <p:spPr>
          <a:xfrm>
            <a:off x="508128" y="6235608"/>
            <a:ext cx="6197473"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Rectangle 9"/>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Picture Placeholder 12"/>
          <p:cNvSpPr>
            <a:spLocks noGrp="1"/>
          </p:cNvSpPr>
          <p:nvPr>
            <p:ph type="pic" sz="quarter" idx="13"/>
          </p:nvPr>
        </p:nvSpPr>
        <p:spPr>
          <a:xfrm>
            <a:off x="9069917" y="2374940"/>
            <a:ext cx="2743200" cy="2039112"/>
          </a:xfrm>
        </p:spPr>
        <p:txBody>
          <a:bodyPr/>
          <a:lstStyle>
            <a:lvl1pPr>
              <a:buNone/>
              <a:defRPr/>
            </a:lvl1pPr>
          </a:lstStyle>
          <a:p>
            <a:r>
              <a:rPr lang="en-US"/>
              <a:t>Click icon to add picture</a:t>
            </a:r>
            <a:endParaRPr dirty="0"/>
          </a:p>
        </p:txBody>
      </p:sp>
      <p:sp>
        <p:nvSpPr>
          <p:cNvPr id="13" name="Picture Placeholder 12"/>
          <p:cNvSpPr>
            <a:spLocks noGrp="1"/>
          </p:cNvSpPr>
          <p:nvPr>
            <p:ph type="pic" sz="quarter" idx="14"/>
          </p:nvPr>
        </p:nvSpPr>
        <p:spPr>
          <a:xfrm>
            <a:off x="9069917" y="4535424"/>
            <a:ext cx="2743200" cy="2039112"/>
          </a:xfrm>
        </p:spPr>
        <p:txBody>
          <a:bodyPr/>
          <a:lstStyle>
            <a:lvl1pPr>
              <a:buNone/>
              <a:defRPr/>
            </a:lvl1pPr>
          </a:lstStyle>
          <a:p>
            <a:r>
              <a:rPr lang="en-US"/>
              <a:t>Click icon to add picture</a:t>
            </a:r>
            <a:endParaRPr dirty="0"/>
          </a:p>
        </p:txBody>
      </p:sp>
      <p:pic>
        <p:nvPicPr>
          <p:cNvPr id="14" name="Picture 13"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7" y="415260"/>
            <a:ext cx="536309" cy="480425"/>
          </a:xfrm>
          <a:prstGeom prst="rect">
            <a:avLst/>
          </a:prstGeom>
        </p:spPr>
      </p:pic>
    </p:spTree>
    <p:custDataLst>
      <p:tags r:id="rId1"/>
    </p:custDataLst>
    <p:extLst>
      <p:ext uri="{BB962C8B-B14F-4D97-AF65-F5344CB8AC3E}">
        <p14:creationId xmlns:p14="http://schemas.microsoft.com/office/powerpoint/2010/main" val="37222637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376767" y="228600"/>
            <a:ext cx="56472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507406" y="2571750"/>
            <a:ext cx="5355511" cy="1162050"/>
          </a:xfrm>
        </p:spPr>
        <p:txBody>
          <a:bodyPr anchor="b">
            <a:normAutofit/>
          </a:bodyPr>
          <a:lstStyle>
            <a:lvl1pPr algn="l">
              <a:defRPr sz="2600" b="0">
                <a:solidFill>
                  <a:schemeClr val="bg1"/>
                </a:solidFill>
              </a:defRPr>
            </a:lvl1pPr>
          </a:lstStyle>
          <a:p>
            <a:r>
              <a:rPr lang="en-US"/>
              <a:t>Click to edit Master title style</a:t>
            </a:r>
            <a:endParaRPr/>
          </a:p>
        </p:txBody>
      </p:sp>
      <p:sp>
        <p:nvSpPr>
          <p:cNvPr id="4" name="Text Placeholder 3"/>
          <p:cNvSpPr>
            <a:spLocks noGrp="1"/>
          </p:cNvSpPr>
          <p:nvPr>
            <p:ph type="body" sz="half" idx="2"/>
          </p:nvPr>
        </p:nvSpPr>
        <p:spPr>
          <a:xfrm>
            <a:off x="508125" y="3733801"/>
            <a:ext cx="5353739"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064000" y="6235608"/>
            <a:ext cx="1797864"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6" name="Footer Placeholder 5"/>
          <p:cNvSpPr>
            <a:spLocks noGrp="1"/>
          </p:cNvSpPr>
          <p:nvPr>
            <p:ph type="ftr" sz="quarter" idx="11"/>
          </p:nvPr>
        </p:nvSpPr>
        <p:spPr>
          <a:xfrm>
            <a:off x="508128" y="6235608"/>
            <a:ext cx="3454273" cy="365125"/>
          </a:xfrm>
        </p:spPr>
        <p:txBody>
          <a:bodyPr/>
          <a:lstStyle>
            <a:lvl1pPr>
              <a:defRPr>
                <a:solidFill>
                  <a:schemeClr val="bg1"/>
                </a:solidFill>
              </a:defRPr>
            </a:lvl1pPr>
          </a:lstStyle>
          <a:p>
            <a:endParaRPr lang="en-US" dirty="0">
              <a:solidFill>
                <a:srgbClr val="FFFFFF"/>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0" name="Rectangle 9"/>
          <p:cNvSpPr/>
          <p:nvPr/>
        </p:nvSpPr>
        <p:spPr>
          <a:xfrm>
            <a:off x="9069917" y="228600"/>
            <a:ext cx="27432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1" name="Rectangle 10"/>
          <p:cNvSpPr/>
          <p:nvPr/>
        </p:nvSpPr>
        <p:spPr>
          <a:xfrm>
            <a:off x="6165851" y="4534726"/>
            <a:ext cx="27432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12" name="Picture Placeholder 12"/>
          <p:cNvSpPr>
            <a:spLocks noGrp="1"/>
          </p:cNvSpPr>
          <p:nvPr>
            <p:ph type="pic" sz="quarter" idx="13"/>
          </p:nvPr>
        </p:nvSpPr>
        <p:spPr>
          <a:xfrm>
            <a:off x="6165851" y="228600"/>
            <a:ext cx="2743200" cy="2039112"/>
          </a:xfrm>
        </p:spPr>
        <p:txBody>
          <a:bodyPr/>
          <a:lstStyle>
            <a:lvl1pPr>
              <a:buNone/>
              <a:defRPr/>
            </a:lvl1pPr>
          </a:lstStyle>
          <a:p>
            <a:r>
              <a:rPr lang="en-US"/>
              <a:t>Click icon to add picture</a:t>
            </a:r>
            <a:endParaRPr dirty="0"/>
          </a:p>
        </p:txBody>
      </p:sp>
      <p:sp>
        <p:nvSpPr>
          <p:cNvPr id="13" name="Picture Placeholder 12"/>
          <p:cNvSpPr>
            <a:spLocks noGrp="1"/>
          </p:cNvSpPr>
          <p:nvPr>
            <p:ph type="pic" sz="quarter" idx="14"/>
          </p:nvPr>
        </p:nvSpPr>
        <p:spPr>
          <a:xfrm>
            <a:off x="6165851" y="2381663"/>
            <a:ext cx="2743200" cy="2039112"/>
          </a:xfrm>
        </p:spPr>
        <p:txBody>
          <a:bodyPr/>
          <a:lstStyle>
            <a:lvl1pPr>
              <a:buNone/>
              <a:defRPr/>
            </a:lvl1pPr>
          </a:lstStyle>
          <a:p>
            <a:r>
              <a:rPr lang="en-US"/>
              <a:t>Click icon to add picture</a:t>
            </a:r>
            <a:endParaRPr dirty="0"/>
          </a:p>
        </p:txBody>
      </p:sp>
      <p:sp>
        <p:nvSpPr>
          <p:cNvPr id="14" name="Picture Placeholder 12"/>
          <p:cNvSpPr>
            <a:spLocks noGrp="1"/>
          </p:cNvSpPr>
          <p:nvPr>
            <p:ph type="pic" sz="quarter" idx="15"/>
          </p:nvPr>
        </p:nvSpPr>
        <p:spPr>
          <a:xfrm>
            <a:off x="9070848" y="2381662"/>
            <a:ext cx="2743200" cy="4187952"/>
          </a:xfrm>
        </p:spPr>
        <p:txBody>
          <a:bodyPr/>
          <a:lstStyle>
            <a:lvl1pPr>
              <a:buNone/>
              <a:defRPr/>
            </a:lvl1pPr>
          </a:lstStyle>
          <a:p>
            <a:r>
              <a:rPr lang="en-US"/>
              <a:t>Click icon to add picture</a:t>
            </a:r>
            <a:endParaRPr dirty="0"/>
          </a:p>
        </p:txBody>
      </p:sp>
      <p:pic>
        <p:nvPicPr>
          <p:cNvPr id="15" name="Picture 14" descr="WFU_Univ_White_Shield-only.eps"/>
          <p:cNvPicPr>
            <a:picLocks noChangeAspect="1"/>
          </p:cNvPicPr>
          <p:nvPr/>
        </p:nvPicPr>
        <p:blipFill>
          <a:blip r:embed="rId3">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665768" y="415260"/>
            <a:ext cx="556858" cy="480425"/>
          </a:xfrm>
          <a:prstGeom prst="rect">
            <a:avLst/>
          </a:prstGeom>
        </p:spPr>
      </p:pic>
    </p:spTree>
    <p:custDataLst>
      <p:tags r:id="rId1"/>
    </p:custDataLst>
    <p:extLst>
      <p:ext uri="{BB962C8B-B14F-4D97-AF65-F5344CB8AC3E}">
        <p14:creationId xmlns:p14="http://schemas.microsoft.com/office/powerpoint/2010/main" val="4099064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11074399" y="282574"/>
            <a:ext cx="729129"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a:xfrm>
            <a:off x="6604000" y="3124200"/>
            <a:ext cx="4145280" cy="871538"/>
          </a:xfrm>
        </p:spPr>
        <p:txBody>
          <a:bodyPr anchor="b">
            <a:normAutofit/>
          </a:bodyPr>
          <a:lstStyle>
            <a:lvl1pPr algn="l">
              <a:defRPr sz="2600" b="0"/>
            </a:lvl1pPr>
          </a:lstStyle>
          <a:p>
            <a:r>
              <a:rPr lang="en-US"/>
              <a:t>Click to edit Master title style</a:t>
            </a:r>
            <a:endParaRPr/>
          </a:p>
        </p:txBody>
      </p:sp>
      <p:sp>
        <p:nvSpPr>
          <p:cNvPr id="3" name="Picture Placeholder 2"/>
          <p:cNvSpPr>
            <a:spLocks noGrp="1"/>
          </p:cNvSpPr>
          <p:nvPr>
            <p:ph type="pic" idx="1"/>
          </p:nvPr>
        </p:nvSpPr>
        <p:spPr>
          <a:xfrm>
            <a:off x="370541" y="2365248"/>
            <a:ext cx="5653492"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6604000" y="3995737"/>
            <a:ext cx="4145280" cy="2147888"/>
          </a:xfrm>
        </p:spPr>
        <p:txBody>
          <a:bodyPr/>
          <a:lstStyle>
            <a:lvl1pPr marL="0" indent="0">
              <a:spcBef>
                <a:spcPts val="6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9855200" y="6423586"/>
            <a:ext cx="2049929" cy="365125"/>
          </a:xfrm>
        </p:spPr>
        <p:txBody>
          <a:bodyPr/>
          <a:lstStyle/>
          <a:p>
            <a:endParaRPr lang="en-US" dirty="0">
              <a:solidFill>
                <a:srgbClr val="000000">
                  <a:lumMod val="65000"/>
                  <a:lumOff val="35000"/>
                </a:srgbClr>
              </a:solidFill>
              <a:latin typeface="Franklin Gothic Book"/>
            </a:endParaRPr>
          </a:p>
        </p:txBody>
      </p:sp>
      <p:sp>
        <p:nvSpPr>
          <p:cNvPr id="6" name="Footer Placeholder 5"/>
          <p:cNvSpPr>
            <a:spLocks noGrp="1"/>
          </p:cNvSpPr>
          <p:nvPr>
            <p:ph type="ftr" sz="quarter" idx="11"/>
          </p:nvPr>
        </p:nvSpPr>
        <p:spPr>
          <a:xfrm>
            <a:off x="5588000" y="6423586"/>
            <a:ext cx="4006851" cy="365125"/>
          </a:xfrm>
        </p:spPr>
        <p:txBody>
          <a:bodyPr/>
          <a:lstStyle/>
          <a:p>
            <a:endParaRPr lang="en-US" dirty="0">
              <a:solidFill>
                <a:srgbClr val="000000">
                  <a:lumMod val="65000"/>
                  <a:lumOff val="35000"/>
                </a:srgbClr>
              </a:solidFill>
              <a:latin typeface="Franklin Gothic Book"/>
            </a:endParaRPr>
          </a:p>
        </p:txBody>
      </p:sp>
      <p:sp>
        <p:nvSpPr>
          <p:cNvPr id="7" name="Slide Number Placeholder 6"/>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14" name="Picture Placeholder 12"/>
          <p:cNvSpPr>
            <a:spLocks noGrp="1"/>
          </p:cNvSpPr>
          <p:nvPr>
            <p:ph type="pic" sz="quarter" idx="13"/>
          </p:nvPr>
        </p:nvSpPr>
        <p:spPr>
          <a:xfrm>
            <a:off x="370540" y="228600"/>
            <a:ext cx="2743200" cy="2039112"/>
          </a:xfrm>
        </p:spPr>
        <p:txBody>
          <a:bodyPr/>
          <a:lstStyle>
            <a:lvl1pPr>
              <a:buNone/>
              <a:defRPr/>
            </a:lvl1pPr>
          </a:lstStyle>
          <a:p>
            <a:r>
              <a:rPr lang="en-US"/>
              <a:t>Click icon to add picture</a:t>
            </a:r>
            <a:endParaRPr dirty="0"/>
          </a:p>
        </p:txBody>
      </p:sp>
      <p:sp>
        <p:nvSpPr>
          <p:cNvPr id="15" name="Picture Placeholder 12"/>
          <p:cNvSpPr>
            <a:spLocks noGrp="1"/>
          </p:cNvSpPr>
          <p:nvPr>
            <p:ph type="pic" sz="quarter" idx="14"/>
          </p:nvPr>
        </p:nvSpPr>
        <p:spPr>
          <a:xfrm>
            <a:off x="3280833" y="228600"/>
            <a:ext cx="2743200" cy="2039112"/>
          </a:xfrm>
        </p:spPr>
        <p:txBody>
          <a:bodyPr/>
          <a:lstStyle>
            <a:lvl1pPr>
              <a:buNone/>
              <a:defRPr/>
            </a:lvl1pPr>
          </a:lstStyle>
          <a:p>
            <a:r>
              <a:rPr lang="en-US"/>
              <a:t>Click icon to add picture</a:t>
            </a:r>
            <a:endParaRPr dirty="0"/>
          </a:p>
        </p:txBody>
      </p:sp>
      <p:pic>
        <p:nvPicPr>
          <p:cNvPr id="13" name="Picture 12"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a:off x="11291299" y="707766"/>
            <a:ext cx="400692" cy="355191"/>
          </a:xfrm>
          <a:prstGeom prst="rect">
            <a:avLst/>
          </a:prstGeom>
        </p:spPr>
      </p:pic>
    </p:spTree>
    <p:custDataLst>
      <p:tags r:id="rId1"/>
    </p:custDataLst>
    <p:extLst>
      <p:ext uri="{BB962C8B-B14F-4D97-AF65-F5344CB8AC3E}">
        <p14:creationId xmlns:p14="http://schemas.microsoft.com/office/powerpoint/2010/main" val="171352045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11074399" y="282574"/>
            <a:ext cx="729129"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12" name="Picture 11"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219380" y="1400284"/>
            <a:ext cx="383852" cy="356520"/>
          </a:xfrm>
          <a:prstGeom prst="rect">
            <a:avLst/>
          </a:prstGeom>
        </p:spPr>
      </p:pic>
    </p:spTree>
    <p:custDataLst>
      <p:tags r:id="rId1"/>
    </p:custDataLst>
    <p:extLst>
      <p:ext uri="{BB962C8B-B14F-4D97-AF65-F5344CB8AC3E}">
        <p14:creationId xmlns:p14="http://schemas.microsoft.com/office/powerpoint/2010/main" val="3772579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10889129" y="282574"/>
            <a:ext cx="9144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Vertical Title 1"/>
          <p:cNvSpPr>
            <a:spLocks noGrp="1"/>
          </p:cNvSpPr>
          <p:nvPr>
            <p:ph type="title" orient="vert"/>
          </p:nvPr>
        </p:nvSpPr>
        <p:spPr>
          <a:xfrm>
            <a:off x="10661029" y="954742"/>
            <a:ext cx="908424" cy="5171422"/>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609600" y="958757"/>
            <a:ext cx="9144000" cy="518486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5" name="Footer Placeholder 4"/>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pic>
        <p:nvPicPr>
          <p:cNvPr id="9" name="Picture 8" descr="WFU_Univ_Black_Shield-only.eps"/>
          <p:cNvPicPr>
            <a:picLocks noChangeAspect="1"/>
          </p:cNvPicPr>
          <p:nvPr/>
        </p:nvPicPr>
        <p:blipFill>
          <a:blip r:embed="rId3" cstate="print">
            <a:duotone>
              <a:schemeClr val="accent1">
                <a:shade val="45000"/>
                <a:satMod val="135000"/>
              </a:schemeClr>
              <a:prstClr val="white"/>
            </a:duotone>
            <a:lum bright="35000"/>
            <a:extLst>
              <a:ext uri="{28A0092B-C50C-407E-A947-70E740481C1C}">
                <a14:useLocalDpi xmlns:a14="http://schemas.microsoft.com/office/drawing/2010/main"/>
              </a:ext>
            </a:extLst>
          </a:blip>
          <a:stretch>
            <a:fillRect/>
          </a:stretch>
        </p:blipFill>
        <p:spPr>
          <a:xfrm rot="5400000">
            <a:off x="10328370" y="252420"/>
            <a:ext cx="355191" cy="381425"/>
          </a:xfrm>
          <a:prstGeom prst="rect">
            <a:avLst/>
          </a:prstGeom>
        </p:spPr>
      </p:pic>
    </p:spTree>
    <p:custDataLst>
      <p:tags r:id="rId1"/>
    </p:custDataLst>
    <p:extLst>
      <p:ext uri="{BB962C8B-B14F-4D97-AF65-F5344CB8AC3E}">
        <p14:creationId xmlns:p14="http://schemas.microsoft.com/office/powerpoint/2010/main" val="23719993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3 Col Comparison">
    <p:spTree>
      <p:nvGrpSpPr>
        <p:cNvPr id="1" name=""/>
        <p:cNvGrpSpPr/>
        <p:nvPr/>
      </p:nvGrpSpPr>
      <p:grpSpPr>
        <a:xfrm>
          <a:off x="0" y="0"/>
          <a:ext cx="0" cy="0"/>
          <a:chOff x="0" y="0"/>
          <a:chExt cx="0" cy="0"/>
        </a:xfrm>
      </p:grpSpPr>
      <p:sp>
        <p:nvSpPr>
          <p:cNvPr id="10" name="Rectangle 9"/>
          <p:cNvSpPr/>
          <p:nvPr/>
        </p:nvSpPr>
        <p:spPr>
          <a:xfrm>
            <a:off x="10993349" y="282574"/>
            <a:ext cx="81018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6" name="Picture 15" descr="WFU_Univ_White_Shield-only.eps"/>
          <p:cNvPicPr>
            <a:picLocks noChangeAspect="1"/>
          </p:cNvPicPr>
          <p:nvPr/>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19126491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_3 Col Comparison">
    <p:spTree>
      <p:nvGrpSpPr>
        <p:cNvPr id="1" name=""/>
        <p:cNvGrpSpPr/>
        <p:nvPr/>
      </p:nvGrpSpPr>
      <p:grpSpPr>
        <a:xfrm>
          <a:off x="0" y="0"/>
          <a:ext cx="0" cy="0"/>
          <a:chOff x="0" y="0"/>
          <a:chExt cx="0" cy="0"/>
        </a:xfrm>
      </p:grpSpPr>
      <p:sp>
        <p:nvSpPr>
          <p:cNvPr id="10" name="Rectangle 9"/>
          <p:cNvSpPr/>
          <p:nvPr/>
        </p:nvSpPr>
        <p:spPr>
          <a:xfrm>
            <a:off x="10993347" y="282574"/>
            <a:ext cx="810181"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dirty="0">
              <a:solidFill>
                <a:srgbClr val="FFFFFF"/>
              </a:solidFill>
              <a:latin typeface="Franklin Gothic Book"/>
            </a:endParaRPr>
          </a:p>
        </p:txBody>
      </p:sp>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4" name="Content Placeholder 3"/>
          <p:cNvSpPr>
            <a:spLocks noGrp="1"/>
          </p:cNvSpPr>
          <p:nvPr>
            <p:ph sz="half" idx="2"/>
          </p:nvPr>
        </p:nvSpPr>
        <p:spPr>
          <a:xfrm>
            <a:off x="663389" y="2447366"/>
            <a:ext cx="3489735"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6" name="Content Placeholder 5"/>
          <p:cNvSpPr>
            <a:spLocks noGrp="1"/>
          </p:cNvSpPr>
          <p:nvPr>
            <p:ph sz="quarter" idx="4"/>
          </p:nvPr>
        </p:nvSpPr>
        <p:spPr>
          <a:xfrm>
            <a:off x="4335143"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endParaRPr lang="en-US" dirty="0">
              <a:solidFill>
                <a:srgbClr val="000000">
                  <a:lumMod val="65000"/>
                  <a:lumOff val="35000"/>
                </a:srgbClr>
              </a:solidFill>
              <a:latin typeface="Franklin Gothic Book"/>
            </a:endParaRPr>
          </a:p>
        </p:txBody>
      </p:sp>
      <p:sp>
        <p:nvSpPr>
          <p:cNvPr id="8" name="Footer Placeholder 7"/>
          <p:cNvSpPr>
            <a:spLocks noGrp="1"/>
          </p:cNvSpPr>
          <p:nvPr>
            <p:ph type="ftr" sz="quarter" idx="11"/>
          </p:nvPr>
        </p:nvSpPr>
        <p:spPr/>
        <p:txBody>
          <a:bodyPr/>
          <a:lstStyle/>
          <a:p>
            <a:endParaRPr lang="en-US" dirty="0">
              <a:solidFill>
                <a:srgbClr val="000000">
                  <a:lumMod val="65000"/>
                  <a:lumOff val="35000"/>
                </a:srgbClr>
              </a:solidFill>
              <a:latin typeface="Franklin Gothic Book"/>
            </a:endParaRPr>
          </a:p>
        </p:txBody>
      </p:sp>
      <p:sp>
        <p:nvSpPr>
          <p:cNvPr id="9" name="Slide Number Placeholder 8"/>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
        <p:nvSpPr>
          <p:cNvPr id="3" name="Text Placeholder 2"/>
          <p:cNvSpPr>
            <a:spLocks noGrp="1"/>
          </p:cNvSpPr>
          <p:nvPr>
            <p:ph type="body" idx="1"/>
          </p:nvPr>
        </p:nvSpPr>
        <p:spPr>
          <a:xfrm>
            <a:off x="663389" y="2070848"/>
            <a:ext cx="3489735"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335143" y="2070848"/>
            <a:ext cx="3507664" cy="322729"/>
          </a:xfrm>
          <a:prstGeom prst="rect">
            <a:avLst/>
          </a:prstGeom>
          <a:solidFill>
            <a:schemeClr val="accent4"/>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3"/>
          <p:cNvSpPr>
            <a:spLocks noGrp="1"/>
          </p:cNvSpPr>
          <p:nvPr>
            <p:ph sz="half" idx="13"/>
          </p:nvPr>
        </p:nvSpPr>
        <p:spPr>
          <a:xfrm>
            <a:off x="8042652" y="2447366"/>
            <a:ext cx="3507664"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4"/>
          </p:nvPr>
        </p:nvSpPr>
        <p:spPr>
          <a:xfrm>
            <a:off x="8042652" y="2070848"/>
            <a:ext cx="3507664" cy="322729"/>
          </a:xfrm>
          <a:prstGeom prst="rect">
            <a:avLst/>
          </a:prstGeom>
          <a:solidFill>
            <a:schemeClr val="accent2"/>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16" name="Picture 15" descr="WFU_Univ_White_Shield-only.eps"/>
          <p:cNvPicPr>
            <a:picLocks noChangeAspect="1"/>
          </p:cNvPicPr>
          <p:nvPr userDrawn="1"/>
        </p:nvPicPr>
        <p:blipFill>
          <a:blip r:embed="rId3" cstate="print">
            <a:duotone>
              <a:prstClr val="black"/>
              <a:schemeClr val="accent1">
                <a:tint val="45000"/>
                <a:satMod val="400000"/>
              </a:schemeClr>
            </a:duotone>
            <a:extLst>
              <a:ext uri="{28A0092B-C50C-407E-A947-70E740481C1C}">
                <a14:useLocalDpi xmlns:a14="http://schemas.microsoft.com/office/drawing/2010/main"/>
              </a:ext>
            </a:extLst>
          </a:blip>
          <a:stretch>
            <a:fillRect/>
          </a:stretch>
        </p:blipFill>
        <p:spPr>
          <a:xfrm>
            <a:off x="11198830" y="1400284"/>
            <a:ext cx="386577" cy="356520"/>
          </a:xfrm>
          <a:prstGeom prst="rect">
            <a:avLst/>
          </a:prstGeom>
        </p:spPr>
      </p:pic>
    </p:spTree>
    <p:custDataLst>
      <p:tags r:id="rId1"/>
    </p:custDataLst>
    <p:extLst>
      <p:ext uri="{BB962C8B-B14F-4D97-AF65-F5344CB8AC3E}">
        <p14:creationId xmlns:p14="http://schemas.microsoft.com/office/powerpoint/2010/main" val="18279109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3638"/>
            <a:ext cx="2844800" cy="457200"/>
          </a:xfrm>
          <a:prstGeom prst="rect">
            <a:avLst/>
          </a:prstGeom>
        </p:spPr>
        <p:txBody>
          <a:bodyPr/>
          <a:lstStyle>
            <a:lvl1pPr>
              <a:defRPr/>
            </a:lvl1pPr>
          </a:lstStyle>
          <a:p>
            <a:endParaRPr lang="en-US" altLang="en-US" dirty="0"/>
          </a:p>
        </p:txBody>
      </p:sp>
      <p:sp>
        <p:nvSpPr>
          <p:cNvPr id="7" name="Footer Placeholder 6"/>
          <p:cNvSpPr>
            <a:spLocks noGrp="1"/>
          </p:cNvSpPr>
          <p:nvPr>
            <p:ph type="ftr" sz="quarter" idx="11"/>
          </p:nvPr>
        </p:nvSpPr>
        <p:spPr>
          <a:xfrm>
            <a:off x="4165600" y="6248400"/>
            <a:ext cx="3860800" cy="457200"/>
          </a:xfrm>
          <a:prstGeom prst="rect">
            <a:avLst/>
          </a:prstGeom>
        </p:spPr>
        <p:txBody>
          <a:bodyPr/>
          <a:lstStyle>
            <a:lvl1pPr>
              <a:defRPr/>
            </a:lvl1pPr>
          </a:lstStyle>
          <a:p>
            <a:endParaRPr lang="en-US" altLang="en-US" dirty="0"/>
          </a:p>
        </p:txBody>
      </p:sp>
      <p:sp>
        <p:nvSpPr>
          <p:cNvPr id="8" name="Slide Number Placeholder 7"/>
          <p:cNvSpPr>
            <a:spLocks noGrp="1"/>
          </p:cNvSpPr>
          <p:nvPr>
            <p:ph type="sldNum" sz="quarter" idx="12"/>
          </p:nvPr>
        </p:nvSpPr>
        <p:spPr>
          <a:xfrm>
            <a:off x="8737600" y="6243638"/>
            <a:ext cx="2844800" cy="457200"/>
          </a:xfrm>
          <a:prstGeom prst="rect">
            <a:avLst/>
          </a:prstGeom>
        </p:spPr>
        <p:txBody>
          <a:bodyPr/>
          <a:lstStyle>
            <a:lvl1pPr>
              <a:defRPr/>
            </a:lvl1pPr>
          </a:lstStyle>
          <a:p>
            <a:fld id="{B259E7BA-40A6-4089-A8B6-09F1304A2F69}" type="slidenum">
              <a:rPr lang="en-US" altLang="en-US"/>
              <a:pPr/>
              <a:t>‹#›</a:t>
            </a:fld>
            <a:endParaRPr lang="en-US" altLang="en-US" dirty="0"/>
          </a:p>
        </p:txBody>
      </p:sp>
    </p:spTree>
    <p:custDataLst>
      <p:tags r:id="rId1"/>
    </p:custDataLst>
    <p:extLst>
      <p:ext uri="{BB962C8B-B14F-4D97-AF65-F5344CB8AC3E}">
        <p14:creationId xmlns:p14="http://schemas.microsoft.com/office/powerpoint/2010/main" val="363620074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cSld name="SAS - Content - Bllue">
    <p:bg>
      <p:bgPr>
        <a:gradFill>
          <a:gsLst>
            <a:gs pos="0">
              <a:srgbClr val="00517E"/>
            </a:gs>
            <a:gs pos="100000">
              <a:srgbClr val="04304B"/>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5152" y="256032"/>
            <a:ext cx="10521696" cy="609600"/>
          </a:xfrm>
        </p:spPr>
        <p:txBody>
          <a:bodyPr anchor="ctr" anchorCtr="0">
            <a:noAutofit/>
          </a:bodyPr>
          <a:lstStyle>
            <a:lvl1pPr algn="ctr">
              <a:defRPr>
                <a:solidFill>
                  <a:schemeClr val="bg1"/>
                </a:solidFill>
              </a:defRPr>
            </a:lvl1pPr>
          </a:lstStyle>
          <a:p>
            <a:r>
              <a:rPr lang="en-US"/>
              <a:t>Click to Edit Title</a:t>
            </a:r>
          </a:p>
        </p:txBody>
      </p:sp>
      <p:sp>
        <p:nvSpPr>
          <p:cNvPr id="6" name="Text Placeholder 2"/>
          <p:cNvSpPr>
            <a:spLocks noGrp="1"/>
          </p:cNvSpPr>
          <p:nvPr>
            <p:ph type="body" sz="quarter" idx="12" hasCustomPrompt="1"/>
          </p:nvPr>
        </p:nvSpPr>
        <p:spPr>
          <a:xfrm flipH="1">
            <a:off x="835152" y="853440"/>
            <a:ext cx="10521696" cy="365760"/>
          </a:xfrm>
        </p:spPr>
        <p:txBody>
          <a:bodyPr wrap="square" anchor="ctr">
            <a:noAutofit/>
          </a:bodyPr>
          <a:lstStyle>
            <a:lvl1pPr marL="0" indent="0" algn="ctr">
              <a:lnSpc>
                <a:spcPct val="100000"/>
              </a:lnSpc>
              <a:spcBef>
                <a:spcPts val="0"/>
              </a:spcBef>
              <a:buFont typeface="Arial" pitchFamily="34" charset="0"/>
              <a:buNone/>
              <a:defRPr sz="2933" b="0" cap="none" baseline="0">
                <a:solidFill>
                  <a:schemeClr val="accent1">
                    <a:lumMod val="40000"/>
                    <a:lumOff val="60000"/>
                  </a:schemeClr>
                </a:solidFill>
                <a:latin typeface="+mj-lt"/>
              </a:defRPr>
            </a:lvl1pPr>
          </a:lstStyle>
          <a:p>
            <a:pPr lvl="0"/>
            <a:r>
              <a:rPr lang="en-US"/>
              <a:t>Click to edit subtitle</a:t>
            </a:r>
          </a:p>
        </p:txBody>
      </p:sp>
      <p:sp>
        <p:nvSpPr>
          <p:cNvPr id="4" name="Content Placeholder 3"/>
          <p:cNvSpPr>
            <a:spLocks noGrp="1"/>
          </p:cNvSpPr>
          <p:nvPr>
            <p:ph sz="quarter" idx="11" hasCustomPrompt="1"/>
          </p:nvPr>
        </p:nvSpPr>
        <p:spPr>
          <a:xfrm>
            <a:off x="835152" y="1355281"/>
            <a:ext cx="10521696" cy="4857137"/>
          </a:xfrm>
        </p:spPr>
        <p:txBody>
          <a:bodyPr wrap="square" anchor="t" anchorCtr="0">
            <a:normAutofit/>
          </a:bodyPr>
          <a:lstStyle>
            <a:lvl1pPr>
              <a:buClr>
                <a:schemeClr val="accent2"/>
              </a:buClr>
              <a:defRPr baseline="0">
                <a:solidFill>
                  <a:schemeClr val="bg1"/>
                </a:solidFill>
              </a:defRPr>
            </a:lvl1pPr>
            <a:lvl2pPr>
              <a:buClr>
                <a:schemeClr val="bg1">
                  <a:lumMod val="75000"/>
                </a:schemeClr>
              </a:buClr>
              <a:defRPr baseline="0">
                <a:solidFill>
                  <a:schemeClr val="bg1">
                    <a:lumMod val="75000"/>
                  </a:schemeClr>
                </a:solidFill>
              </a:defRPr>
            </a:lvl2pPr>
            <a:lvl3pPr>
              <a:buClr>
                <a:schemeClr val="bg1">
                  <a:lumMod val="75000"/>
                </a:schemeClr>
              </a:buClr>
              <a:defRPr baseline="0">
                <a:solidFill>
                  <a:schemeClr val="bg1">
                    <a:lumMod val="75000"/>
                  </a:schemeClr>
                </a:solidFill>
              </a:defRPr>
            </a:lvl3pPr>
            <a:lvl4pPr>
              <a:buClr>
                <a:schemeClr val="tx1">
                  <a:lumMod val="65000"/>
                  <a:lumOff val="35000"/>
                </a:schemeClr>
              </a:buClr>
              <a:defRPr baseline="0">
                <a:solidFill>
                  <a:schemeClr val="tx1">
                    <a:lumMod val="65000"/>
                    <a:lumOff val="35000"/>
                  </a:schemeClr>
                </a:solidFill>
              </a:defRPr>
            </a:lvl4pPr>
            <a:lvl5pPr>
              <a:buClr>
                <a:schemeClr val="tx1">
                  <a:lumMod val="65000"/>
                  <a:lumOff val="35000"/>
                </a:schemeClr>
              </a:buClr>
              <a:defRPr baseline="0">
                <a:solidFill>
                  <a:schemeClr val="tx1">
                    <a:lumMod val="65000"/>
                    <a:lumOff val="35000"/>
                  </a:schemeClr>
                </a:solidFill>
              </a:defRPr>
            </a:lvl5pPr>
          </a:lstStyle>
          <a:p>
            <a:pPr lvl="0"/>
            <a:r>
              <a:rPr lang="en-US"/>
              <a:t>Click to add text or click an icon to add other content types.</a:t>
            </a:r>
          </a:p>
          <a:p>
            <a:pPr lvl="1"/>
            <a:r>
              <a:rPr lang="en-US"/>
              <a:t>Second level</a:t>
            </a:r>
          </a:p>
          <a:p>
            <a:pPr lvl="2"/>
            <a:r>
              <a:rPr lang="en-US"/>
              <a:t>Third level</a:t>
            </a:r>
          </a:p>
        </p:txBody>
      </p:sp>
      <p:sp>
        <p:nvSpPr>
          <p:cNvPr id="11" name="Slide Number Placeholder 4"/>
          <p:cNvSpPr>
            <a:spLocks noGrp="1"/>
          </p:cNvSpPr>
          <p:nvPr>
            <p:ph type="sldNum" sz="quarter" idx="14"/>
          </p:nvPr>
        </p:nvSpPr>
        <p:spPr/>
        <p:txBody>
          <a:bodyPr/>
          <a:lstStyle/>
          <a:p>
            <a:fld id="{4976208B-6111-490B-8CEC-FFB249DB2100}" type="slidenum">
              <a:rPr lang="en-US" smtClean="0"/>
              <a:pPr/>
              <a:t>‹#›</a:t>
            </a:fld>
            <a:endParaRPr lang="en-US"/>
          </a:p>
        </p:txBody>
      </p:sp>
    </p:spTree>
    <p:extLst>
      <p:ext uri="{BB962C8B-B14F-4D97-AF65-F5344CB8AC3E}">
        <p14:creationId xmlns:p14="http://schemas.microsoft.com/office/powerpoint/2010/main" val="1881885410"/>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Imag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9097608"/>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A7C39-17F2-48C2-B98B-BE3F1CA16BB2}"/>
              </a:ext>
            </a:extLst>
          </p:cNvPr>
          <p:cNvSpPr>
            <a:spLocks noGrp="1"/>
          </p:cNvSpPr>
          <p:nvPr>
            <p:ph type="title" hasCustomPrompt="1"/>
          </p:nvPr>
        </p:nvSpPr>
        <p:spPr/>
        <p:txBody>
          <a:bodyPr/>
          <a:lstStyle>
            <a:lvl1pPr>
              <a:defRPr/>
            </a:lvl1pPr>
          </a:lstStyle>
          <a:p>
            <a:r>
              <a:rPr lang="en-US" dirty="0"/>
              <a:t>Title only layout</a:t>
            </a:r>
          </a:p>
        </p:txBody>
      </p:sp>
      <p:sp>
        <p:nvSpPr>
          <p:cNvPr id="3" name="Date Placeholder 2">
            <a:extLst>
              <a:ext uri="{FF2B5EF4-FFF2-40B4-BE49-F238E27FC236}">
                <a16:creationId xmlns:a16="http://schemas.microsoft.com/office/drawing/2014/main" id="{C3153832-733C-DC44-9B85-A94E4D76ED14}"/>
              </a:ext>
            </a:extLst>
          </p:cNvPr>
          <p:cNvSpPr>
            <a:spLocks noGrp="1"/>
          </p:cNvSpPr>
          <p:nvPr>
            <p:ph type="dt" sz="half" idx="14"/>
          </p:nvPr>
        </p:nvSpPr>
        <p:spPr/>
        <p:txBody>
          <a:bodyPr/>
          <a:lstStyle/>
          <a:p>
            <a:fld id="{F3FAF812-3ED0-4C31-9EE2-58436485E39B}" type="datetime1">
              <a:rPr lang="en-US" smtClean="0"/>
              <a:t>4/14/26</a:t>
            </a:fld>
            <a:endParaRPr lang="en-US" dirty="0"/>
          </a:p>
        </p:txBody>
      </p:sp>
      <p:sp>
        <p:nvSpPr>
          <p:cNvPr id="4" name="Footer Placeholder 3">
            <a:extLst>
              <a:ext uri="{FF2B5EF4-FFF2-40B4-BE49-F238E27FC236}">
                <a16:creationId xmlns:a16="http://schemas.microsoft.com/office/drawing/2014/main" id="{F9D078AB-DEAD-F743-9F61-1F1A88BD5F26}"/>
              </a:ext>
            </a:extLst>
          </p:cNvPr>
          <p:cNvSpPr>
            <a:spLocks noGrp="1"/>
          </p:cNvSpPr>
          <p:nvPr>
            <p:ph type="ftr" sz="quarter" idx="15"/>
          </p:nvPr>
        </p:nvSpPr>
        <p:spPr/>
        <p:txBody>
          <a:bodyPr/>
          <a:lstStyle/>
          <a:p>
            <a:endParaRPr lang="en-US" dirty="0"/>
          </a:p>
        </p:txBody>
      </p:sp>
      <p:sp>
        <p:nvSpPr>
          <p:cNvPr id="5" name="Slide Number Placeholder 4">
            <a:extLst>
              <a:ext uri="{FF2B5EF4-FFF2-40B4-BE49-F238E27FC236}">
                <a16:creationId xmlns:a16="http://schemas.microsoft.com/office/drawing/2014/main" id="{865FD768-1FDD-824A-A127-345B20AED234}"/>
              </a:ext>
            </a:extLst>
          </p:cNvPr>
          <p:cNvSpPr>
            <a:spLocks noGrp="1"/>
          </p:cNvSpPr>
          <p:nvPr>
            <p:ph type="sldNum" sz="quarter" idx="16"/>
          </p:nvPr>
        </p:nvSpPr>
        <p:spPr/>
        <p:txBody>
          <a:bodyPr/>
          <a:lstStyle/>
          <a:p>
            <a:fld id="{7834CDD4-D76F-4459-B025-0310E913C243}" type="slidenum">
              <a:rPr lang="en-US" smtClean="0"/>
              <a:pPr/>
              <a:t>‹#›</a:t>
            </a:fld>
            <a:endParaRPr lang="en-US" dirty="0"/>
          </a:p>
        </p:txBody>
      </p:sp>
      <p:sp>
        <p:nvSpPr>
          <p:cNvPr id="6" name="Content Placeholder 8">
            <a:extLst>
              <a:ext uri="{FF2B5EF4-FFF2-40B4-BE49-F238E27FC236}">
                <a16:creationId xmlns:a16="http://schemas.microsoft.com/office/drawing/2014/main" id="{CF04B6BC-7EA1-4535-9501-DB9C6C137299}"/>
              </a:ext>
            </a:extLst>
          </p:cNvPr>
          <p:cNvSpPr>
            <a:spLocks noGrp="1"/>
          </p:cNvSpPr>
          <p:nvPr>
            <p:ph sz="quarter" idx="17" hasCustomPrompt="1"/>
          </p:nvPr>
        </p:nvSpPr>
        <p:spPr>
          <a:xfrm>
            <a:off x="609600" y="330200"/>
            <a:ext cx="10972800" cy="241300"/>
          </a:xfrm>
        </p:spPr>
        <p:txBody>
          <a:bodyPr/>
          <a:lstStyle>
            <a:lvl1pPr marL="0" indent="0">
              <a:buNone/>
              <a:defRPr sz="1000"/>
            </a:lvl1pPr>
            <a:lvl2pPr marL="228600" indent="0">
              <a:buNone/>
              <a:defRPr sz="900"/>
            </a:lvl2pPr>
            <a:lvl3pPr marL="502920" indent="0">
              <a:buNone/>
              <a:defRPr sz="1100"/>
            </a:lvl3pPr>
            <a:lvl4pPr marL="777240" indent="0">
              <a:buNone/>
              <a:defRPr sz="1050"/>
            </a:lvl4pPr>
            <a:lvl5pPr marL="1051560" indent="0">
              <a:buNone/>
              <a:defRPr sz="1050"/>
            </a:lvl5pPr>
          </a:lstStyle>
          <a:p>
            <a:pPr lvl="0"/>
            <a:r>
              <a:rPr lang="en-US" dirty="0"/>
              <a:t>CUSTOMER NAME</a:t>
            </a:r>
          </a:p>
        </p:txBody>
      </p:sp>
    </p:spTree>
    <p:extLst>
      <p:ext uri="{BB962C8B-B14F-4D97-AF65-F5344CB8AC3E}">
        <p14:creationId xmlns:p14="http://schemas.microsoft.com/office/powerpoint/2010/main" val="32434401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Header, Text">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FB90DA5-5098-B940-A3DC-AA13067A6869}"/>
              </a:ext>
            </a:extLst>
          </p:cNvPr>
          <p:cNvSpPr>
            <a:spLocks noGrp="1"/>
          </p:cNvSpPr>
          <p:nvPr>
            <p:ph type="title"/>
          </p:nvPr>
        </p:nvSpPr>
        <p:spPr>
          <a:xfrm>
            <a:off x="496878" y="479421"/>
            <a:ext cx="10515600" cy="992183"/>
          </a:xfrm>
          <a:prstGeom prst="rect">
            <a:avLst/>
          </a:prstGeom>
        </p:spPr>
        <p:txBody>
          <a:bodyPr>
            <a:normAutofit/>
          </a:bodyPr>
          <a:lstStyle>
            <a:lvl1pPr>
              <a:defRPr sz="4200" b="1" i="0" baseline="0">
                <a:solidFill>
                  <a:schemeClr val="tx1"/>
                </a:solidFill>
                <a:latin typeface="Amazon Ember Light" panose="020B0403020204020204" pitchFamily="34" charset="0"/>
                <a:ea typeface="Amazon Ember Medium" panose="020B0603020204020204" pitchFamily="34" charset="0"/>
                <a:cs typeface="Amazon Ember Medium" panose="020B0603020204020204" pitchFamily="34" charset="0"/>
              </a:defRPr>
            </a:lvl1pPr>
          </a:lstStyle>
          <a:p>
            <a:r>
              <a:rPr lang="en-US" dirty="0"/>
              <a:t>Click to edit Master title style</a:t>
            </a:r>
          </a:p>
        </p:txBody>
      </p:sp>
      <p:sp>
        <p:nvSpPr>
          <p:cNvPr id="12" name="Content Placeholder 3">
            <a:extLst>
              <a:ext uri="{FF2B5EF4-FFF2-40B4-BE49-F238E27FC236}">
                <a16:creationId xmlns:a16="http://schemas.microsoft.com/office/drawing/2014/main" id="{A7713792-F2E0-2349-9E01-7A252CDCDDC2}"/>
              </a:ext>
            </a:extLst>
          </p:cNvPr>
          <p:cNvSpPr>
            <a:spLocks noGrp="1"/>
          </p:cNvSpPr>
          <p:nvPr>
            <p:ph sz="half" idx="10"/>
          </p:nvPr>
        </p:nvSpPr>
        <p:spPr>
          <a:xfrm>
            <a:off x="852492" y="1291120"/>
            <a:ext cx="10842630" cy="4874129"/>
          </a:xfrm>
          <a:prstGeom prst="rect">
            <a:avLst/>
          </a:prstGeom>
        </p:spPr>
        <p:txBody>
          <a:bodyPr/>
          <a:lstStyle>
            <a:lvl1pPr marL="0" indent="0">
              <a:buNone/>
              <a:defRPr sz="2600" baseline="0">
                <a:latin typeface="Amazon Ember Light" panose="020B0403020204020204" pitchFamily="34" charset="0"/>
                <a:ea typeface="Amazon Ember" panose="020B0603020204020204" pitchFamily="34" charset="0"/>
                <a:cs typeface="Amazon Ember" panose="020B0603020204020204" pitchFamily="34" charset="0"/>
              </a:defRPr>
            </a:lvl1pPr>
            <a:lvl2pPr marL="457200" indent="0">
              <a:buNone/>
              <a:defRPr sz="2400" baseline="0">
                <a:latin typeface="Amazon Ember Light" panose="020B0403020204020204" pitchFamily="34" charset="0"/>
                <a:ea typeface="Amazon Ember" panose="020B0603020204020204" pitchFamily="34" charset="0"/>
                <a:cs typeface="Amazon Ember" panose="020B0603020204020204" pitchFamily="34" charset="0"/>
              </a:defRPr>
            </a:lvl2pPr>
            <a:lvl3pPr marL="914400" indent="0">
              <a:buNone/>
              <a:defRPr sz="2200" baseline="0">
                <a:latin typeface="Amazon Ember Light" panose="020B0403020204020204" pitchFamily="34" charset="0"/>
                <a:ea typeface="Amazon Ember" panose="020B0603020204020204" pitchFamily="34" charset="0"/>
                <a:cs typeface="Amazon Ember" panose="020B0603020204020204" pitchFamily="34" charset="0"/>
              </a:defRPr>
            </a:lvl3pPr>
            <a:lvl4pPr marL="1371600" indent="0">
              <a:buNone/>
              <a:defRPr sz="2000" baseline="0">
                <a:latin typeface="Amazon Ember Light" panose="020B0403020204020204" pitchFamily="34" charset="0"/>
                <a:ea typeface="Amazon Ember" panose="020B0603020204020204" pitchFamily="34" charset="0"/>
                <a:cs typeface="Amazon Ember" panose="020B0603020204020204" pitchFamily="34" charset="0"/>
              </a:defRPr>
            </a:lvl4pPr>
            <a:lvl5pPr marL="1828800" indent="0">
              <a:buNone/>
              <a:defRPr sz="1800" baseline="0">
                <a:latin typeface="Amazon Ember Light" panose="020B04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a:extLst>
              <a:ext uri="{FF2B5EF4-FFF2-40B4-BE49-F238E27FC236}">
                <a16:creationId xmlns:a16="http://schemas.microsoft.com/office/drawing/2014/main" id="{86603285-D8CE-0A4C-B73F-E48A74477B6A}"/>
              </a:ext>
            </a:extLst>
          </p:cNvPr>
          <p:cNvSpPr/>
          <p:nvPr/>
        </p:nvSpPr>
        <p:spPr>
          <a:xfrm>
            <a:off x="-12700" y="6171307"/>
            <a:ext cx="12217400" cy="55927"/>
          </a:xfrm>
          <a:prstGeom prst="rect">
            <a:avLst/>
          </a:prstGeom>
          <a:solidFill>
            <a:srgbClr val="383D3B"/>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9" name="Rectangle">
            <a:extLst>
              <a:ext uri="{FF2B5EF4-FFF2-40B4-BE49-F238E27FC236}">
                <a16:creationId xmlns:a16="http://schemas.microsoft.com/office/drawing/2014/main" id="{76E8423B-7CE4-274D-BED6-8EFB6B87AF55}"/>
              </a:ext>
            </a:extLst>
          </p:cNvPr>
          <p:cNvSpPr/>
          <p:nvPr userDrawn="1"/>
        </p:nvSpPr>
        <p:spPr>
          <a:xfrm>
            <a:off x="-12700" y="6171307"/>
            <a:ext cx="12217400" cy="55927"/>
          </a:xfrm>
          <a:prstGeom prst="rect">
            <a:avLst/>
          </a:prstGeom>
          <a:solidFill>
            <a:srgbClr val="383D3B"/>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Tree>
    <p:extLst>
      <p:ext uri="{BB962C8B-B14F-4D97-AF65-F5344CB8AC3E}">
        <p14:creationId xmlns:p14="http://schemas.microsoft.com/office/powerpoint/2010/main" val="15594995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Title Page">
    <p:spTree>
      <p:nvGrpSpPr>
        <p:cNvPr id="1" name=""/>
        <p:cNvGrpSpPr/>
        <p:nvPr/>
      </p:nvGrpSpPr>
      <p:grpSpPr>
        <a:xfrm>
          <a:off x="0" y="0"/>
          <a:ext cx="0" cy="0"/>
          <a:chOff x="0" y="0"/>
          <a:chExt cx="0" cy="0"/>
        </a:xfrm>
      </p:grpSpPr>
      <p:sp>
        <p:nvSpPr>
          <p:cNvPr id="2" name="Rectangle 1"/>
          <p:cNvSpPr/>
          <p:nvPr/>
        </p:nvSpPr>
        <p:spPr>
          <a:xfrm>
            <a:off x="2" y="0"/>
            <a:ext cx="12192000" cy="6858000"/>
          </a:xfrm>
          <a:prstGeom prst="rect">
            <a:avLst/>
          </a:prstGeom>
          <a:solidFill>
            <a:srgbClr val="0090C3"/>
          </a:solidFill>
          <a:ln>
            <a:noFill/>
          </a:ln>
        </p:spPr>
        <p:style>
          <a:lnRef idx="2">
            <a:schemeClr val="accent1">
              <a:shade val="50000"/>
            </a:schemeClr>
          </a:lnRef>
          <a:fillRef idx="1">
            <a:schemeClr val="accent1"/>
          </a:fillRef>
          <a:effectRef idx="0">
            <a:schemeClr val="accent1"/>
          </a:effectRef>
          <a:fontRef idx="minor">
            <a:schemeClr val="lt1"/>
          </a:fontRef>
        </p:style>
        <p:txBody>
          <a:bodyPr lIns="45695" tIns="22848" rIns="45695" bIns="22848" rtlCol="0" anchor="ctr"/>
          <a:lstStyle/>
          <a:p>
            <a:pPr algn="ctr"/>
            <a:endParaRPr lang="en-US" sz="1300" dirty="0"/>
          </a:p>
        </p:txBody>
      </p:sp>
      <p:sp>
        <p:nvSpPr>
          <p:cNvPr id="3" name="Title 2"/>
          <p:cNvSpPr>
            <a:spLocks noGrp="1"/>
          </p:cNvSpPr>
          <p:nvPr>
            <p:ph type="title" hasCustomPrompt="1"/>
          </p:nvPr>
        </p:nvSpPr>
        <p:spPr>
          <a:xfrm>
            <a:off x="826370" y="684866"/>
            <a:ext cx="10557766" cy="2520671"/>
          </a:xfrm>
          <a:prstGeom prst="rect">
            <a:avLst/>
          </a:prstGeom>
        </p:spPr>
        <p:txBody>
          <a:bodyPr vert="horz" anchor="b"/>
          <a:lstStyle>
            <a:lvl1pPr algn="ctr">
              <a:defRPr sz="6000" b="1" i="0">
                <a:solidFill>
                  <a:srgbClr val="FFFFFF"/>
                </a:solidFill>
                <a:latin typeface="Amazon Ember Display" panose="020F0603020204020204" pitchFamily="34" charset="0"/>
                <a:ea typeface="Amazon Ember Display" panose="020F0603020204020204" pitchFamily="34" charset="0"/>
                <a:cs typeface="Amazon Ember Display" panose="020F0603020204020204" pitchFamily="34" charset="0"/>
              </a:defRPr>
            </a:lvl1pPr>
          </a:lstStyle>
          <a:p>
            <a:r>
              <a:rPr lang="en-US" dirty="0"/>
              <a:t>Click to edit master title style</a:t>
            </a:r>
          </a:p>
        </p:txBody>
      </p:sp>
      <p:sp>
        <p:nvSpPr>
          <p:cNvPr id="7" name="Text Placeholder 6"/>
          <p:cNvSpPr>
            <a:spLocks noGrp="1"/>
          </p:cNvSpPr>
          <p:nvPr>
            <p:ph type="body" sz="quarter" idx="10" hasCustomPrompt="1"/>
          </p:nvPr>
        </p:nvSpPr>
        <p:spPr>
          <a:xfrm>
            <a:off x="3175652" y="3224236"/>
            <a:ext cx="5790887" cy="862272"/>
          </a:xfrm>
          <a:prstGeom prst="rect">
            <a:avLst/>
          </a:prstGeom>
        </p:spPr>
        <p:txBody>
          <a:bodyPr vert="horz"/>
          <a:lstStyle>
            <a:lvl1pPr marL="0" indent="0" algn="ctr">
              <a:buNone/>
              <a:defRPr sz="2600" b="0" i="0" baseline="0">
                <a:solidFill>
                  <a:schemeClr val="tx1">
                    <a:lumMod val="20000"/>
                    <a:lumOff val="80000"/>
                  </a:schemeClr>
                </a:solidFill>
                <a:latin typeface="Amazon Ember Display Light" panose="020F0403020204020204" pitchFamily="34" charset="0"/>
                <a:ea typeface="Amazon Ember Display Light" panose="020F0403020204020204" pitchFamily="34" charset="0"/>
                <a:cs typeface="Amazon Ember Display Light" panose="020F0403020204020204" pitchFamily="34" charset="0"/>
              </a:defRPr>
            </a:lvl1pPr>
            <a:lvl2pPr marL="456971" indent="0">
              <a:buNone/>
              <a:defRPr>
                <a:solidFill>
                  <a:schemeClr val="tx1">
                    <a:lumMod val="20000"/>
                    <a:lumOff val="80000"/>
                  </a:schemeClr>
                </a:solidFill>
              </a:defRPr>
            </a:lvl2pPr>
            <a:lvl3pPr marL="913942" indent="0">
              <a:buNone/>
              <a:defRPr>
                <a:solidFill>
                  <a:schemeClr val="tx1">
                    <a:lumMod val="20000"/>
                    <a:lumOff val="80000"/>
                  </a:schemeClr>
                </a:solidFill>
              </a:defRPr>
            </a:lvl3pPr>
            <a:lvl4pPr marL="1370913" indent="0">
              <a:buNone/>
              <a:defRPr>
                <a:solidFill>
                  <a:schemeClr val="tx1">
                    <a:lumMod val="20000"/>
                    <a:lumOff val="80000"/>
                  </a:schemeClr>
                </a:solidFill>
              </a:defRPr>
            </a:lvl4pPr>
            <a:lvl5pPr marL="1827883" indent="0">
              <a:buNone/>
              <a:defRPr>
                <a:solidFill>
                  <a:schemeClr val="tx1">
                    <a:lumMod val="20000"/>
                    <a:lumOff val="80000"/>
                  </a:schemeClr>
                </a:solidFill>
              </a:defRPr>
            </a:lvl5pPr>
          </a:lstStyle>
          <a:p>
            <a:pPr lvl="0"/>
            <a:r>
              <a:rPr lang="en-US" dirty="0"/>
              <a:t>Click to add date and or subtitle</a:t>
            </a:r>
          </a:p>
        </p:txBody>
      </p:sp>
      <p:sp>
        <p:nvSpPr>
          <p:cNvPr id="5" name="Rectangle 4">
            <a:extLst>
              <a:ext uri="{FF2B5EF4-FFF2-40B4-BE49-F238E27FC236}">
                <a16:creationId xmlns:a16="http://schemas.microsoft.com/office/drawing/2014/main" id="{70B215C3-F752-5045-B768-BFA7ED10782F}"/>
              </a:ext>
            </a:extLst>
          </p:cNvPr>
          <p:cNvSpPr/>
          <p:nvPr userDrawn="1"/>
        </p:nvSpPr>
        <p:spPr>
          <a:xfrm>
            <a:off x="2" y="0"/>
            <a:ext cx="12192000" cy="6858000"/>
          </a:xfrm>
          <a:prstGeom prst="rect">
            <a:avLst/>
          </a:prstGeom>
          <a:solidFill>
            <a:srgbClr val="0090C3"/>
          </a:solidFill>
          <a:ln>
            <a:noFill/>
          </a:ln>
        </p:spPr>
        <p:style>
          <a:lnRef idx="2">
            <a:schemeClr val="accent1">
              <a:shade val="50000"/>
            </a:schemeClr>
          </a:lnRef>
          <a:fillRef idx="1">
            <a:schemeClr val="accent1"/>
          </a:fillRef>
          <a:effectRef idx="0">
            <a:schemeClr val="accent1"/>
          </a:effectRef>
          <a:fontRef idx="minor">
            <a:schemeClr val="lt1"/>
          </a:fontRef>
        </p:style>
        <p:txBody>
          <a:bodyPr lIns="45695" tIns="22848" rIns="45695" bIns="22848" rtlCol="0" anchor="ctr"/>
          <a:lstStyle/>
          <a:p>
            <a:pPr algn="ctr"/>
            <a:endParaRPr lang="en-US" sz="1300" dirty="0"/>
          </a:p>
        </p:txBody>
      </p:sp>
    </p:spTree>
    <p:extLst>
      <p:ext uri="{BB962C8B-B14F-4D97-AF65-F5344CB8AC3E}">
        <p14:creationId xmlns:p14="http://schemas.microsoft.com/office/powerpoint/2010/main" val="9081065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Header, Bullets, Right Pictur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891BAA89-5BE2-BE47-B5B1-21BA9FA12BCC}"/>
              </a:ext>
            </a:extLst>
          </p:cNvPr>
          <p:cNvSpPr>
            <a:spLocks noGrp="1"/>
          </p:cNvSpPr>
          <p:nvPr>
            <p:ph type="title"/>
          </p:nvPr>
        </p:nvSpPr>
        <p:spPr>
          <a:xfrm>
            <a:off x="496878" y="479421"/>
            <a:ext cx="10515600" cy="992183"/>
          </a:xfrm>
          <a:prstGeom prst="rect">
            <a:avLst/>
          </a:prstGeom>
        </p:spPr>
        <p:txBody>
          <a:bodyPr>
            <a:normAutofit/>
          </a:bodyPr>
          <a:lstStyle>
            <a:lvl1pPr>
              <a:defRPr sz="4200" b="1" i="0" baseline="0">
                <a:solidFill>
                  <a:schemeClr val="tx1"/>
                </a:solidFill>
                <a:latin typeface="Amazon Ember Light" panose="020B0403020204020204" pitchFamily="34" charset="0"/>
                <a:ea typeface="Amazon Ember Medium" panose="020B0603020204020204" pitchFamily="34" charset="0"/>
                <a:cs typeface="Amazon Ember Medium" panose="020B0603020204020204" pitchFamily="34" charset="0"/>
              </a:defRPr>
            </a:lvl1pPr>
          </a:lstStyle>
          <a:p>
            <a:r>
              <a:rPr lang="en-US" dirty="0"/>
              <a:t>Click to edit Master title style</a:t>
            </a:r>
          </a:p>
        </p:txBody>
      </p:sp>
      <p:sp>
        <p:nvSpPr>
          <p:cNvPr id="11" name="Content Placeholder 3">
            <a:extLst>
              <a:ext uri="{FF2B5EF4-FFF2-40B4-BE49-F238E27FC236}">
                <a16:creationId xmlns:a16="http://schemas.microsoft.com/office/drawing/2014/main" id="{A3D060CE-D456-1E4D-BC0B-1135AF50E9F1}"/>
              </a:ext>
            </a:extLst>
          </p:cNvPr>
          <p:cNvSpPr>
            <a:spLocks noGrp="1"/>
          </p:cNvSpPr>
          <p:nvPr>
            <p:ph sz="half" idx="10"/>
          </p:nvPr>
        </p:nvSpPr>
        <p:spPr>
          <a:xfrm>
            <a:off x="852492" y="1291120"/>
            <a:ext cx="5145083" cy="4874129"/>
          </a:xfrm>
          <a:prstGeom prst="rect">
            <a:avLst/>
          </a:prstGeom>
        </p:spPr>
        <p:txBody>
          <a:bodyPr/>
          <a:lstStyle>
            <a:lvl1pPr>
              <a:defRPr sz="2600" baseline="0">
                <a:latin typeface="Amazon Ember Light" panose="020B0403020204020204" pitchFamily="34" charset="0"/>
                <a:ea typeface="Amazon Ember" panose="020B0603020204020204" pitchFamily="34" charset="0"/>
                <a:cs typeface="Amazon Ember" panose="020B0603020204020204" pitchFamily="34" charset="0"/>
              </a:defRPr>
            </a:lvl1pPr>
            <a:lvl2pPr>
              <a:defRPr sz="2400" baseline="0">
                <a:latin typeface="Amazon Ember Light" panose="020B0403020204020204" pitchFamily="34" charset="0"/>
                <a:ea typeface="Amazon Ember" panose="020B0603020204020204" pitchFamily="34" charset="0"/>
                <a:cs typeface="Amazon Ember" panose="020B0603020204020204" pitchFamily="34" charset="0"/>
              </a:defRPr>
            </a:lvl2pPr>
            <a:lvl3pPr>
              <a:defRPr sz="2200" baseline="0">
                <a:latin typeface="Amazon Ember Light" panose="020B0403020204020204" pitchFamily="34" charset="0"/>
                <a:ea typeface="Amazon Ember" panose="020B0603020204020204" pitchFamily="34" charset="0"/>
                <a:cs typeface="Amazon Ember" panose="020B0603020204020204" pitchFamily="34" charset="0"/>
              </a:defRPr>
            </a:lvl3pPr>
            <a:lvl4pPr>
              <a:defRPr sz="2000" baseline="0">
                <a:latin typeface="Amazon Ember Light" panose="020B0403020204020204" pitchFamily="34" charset="0"/>
                <a:ea typeface="Amazon Ember" panose="020B0603020204020204" pitchFamily="34" charset="0"/>
                <a:cs typeface="Amazon Ember" panose="020B0603020204020204" pitchFamily="34" charset="0"/>
              </a:defRPr>
            </a:lvl4pPr>
            <a:lvl5pPr>
              <a:defRPr sz="1800" baseline="0">
                <a:latin typeface="Amazon Ember Light" panose="020B0403020204020204" pitchFamily="34" charset="0"/>
                <a:ea typeface="Amazon Ember" panose="020B0603020204020204" pitchFamily="34" charset="0"/>
                <a:cs typeface="Amazon Ember" panose="020B0603020204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a:extLst>
              <a:ext uri="{FF2B5EF4-FFF2-40B4-BE49-F238E27FC236}">
                <a16:creationId xmlns:a16="http://schemas.microsoft.com/office/drawing/2014/main" id="{0705C016-E629-0448-9B31-051C2A70633F}"/>
              </a:ext>
            </a:extLst>
          </p:cNvPr>
          <p:cNvSpPr/>
          <p:nvPr/>
        </p:nvSpPr>
        <p:spPr>
          <a:xfrm>
            <a:off x="-12700" y="6171307"/>
            <a:ext cx="12217400" cy="55927"/>
          </a:xfrm>
          <a:prstGeom prst="rect">
            <a:avLst/>
          </a:prstGeom>
          <a:solidFill>
            <a:srgbClr val="383D3B"/>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
        <p:nvSpPr>
          <p:cNvPr id="7" name="Slide Number">
            <a:extLst>
              <a:ext uri="{FF2B5EF4-FFF2-40B4-BE49-F238E27FC236}">
                <a16:creationId xmlns:a16="http://schemas.microsoft.com/office/drawing/2014/main" id="{A9E96E33-9C9A-6B42-A73C-1FC63A6E0837}"/>
              </a:ext>
            </a:extLst>
          </p:cNvPr>
          <p:cNvSpPr txBox="1">
            <a:spLocks noGrp="1"/>
          </p:cNvSpPr>
          <p:nvPr>
            <p:ph type="sldNum" sz="quarter" idx="2"/>
          </p:nvPr>
        </p:nvSpPr>
        <p:spPr>
          <a:xfrm>
            <a:off x="318558" y="6429469"/>
            <a:ext cx="294953" cy="287258"/>
          </a:xfrm>
          <a:prstGeom prst="rect">
            <a:avLst/>
          </a:prstGeom>
        </p:spPr>
        <p:txBody>
          <a:bodyPr/>
          <a:lstStyle>
            <a:lvl1pPr algn="l">
              <a:defRPr>
                <a:solidFill>
                  <a:srgbClr val="EDEDED"/>
                </a:solidFill>
                <a:latin typeface="Amazon Ember"/>
                <a:ea typeface="Amazon Ember"/>
                <a:cs typeface="Amazon Ember"/>
                <a:sym typeface="Amazon Ember"/>
              </a:defRPr>
            </a:lvl1pPr>
          </a:lstStyle>
          <a:p>
            <a:fld id="{86CB4B4D-7CA3-9044-876B-883B54F8677D}" type="slidenum">
              <a:rPr lang="en-US" smtClean="0"/>
              <a:pPr/>
              <a:t>‹#›</a:t>
            </a:fld>
            <a:endParaRPr lang="en-US" dirty="0"/>
          </a:p>
        </p:txBody>
      </p:sp>
      <p:sp>
        <p:nvSpPr>
          <p:cNvPr id="9" name="Rectangle">
            <a:extLst>
              <a:ext uri="{FF2B5EF4-FFF2-40B4-BE49-F238E27FC236}">
                <a16:creationId xmlns:a16="http://schemas.microsoft.com/office/drawing/2014/main" id="{84EDE6D8-7F4A-E04F-8F1C-B1E3BA5EE874}"/>
              </a:ext>
            </a:extLst>
          </p:cNvPr>
          <p:cNvSpPr/>
          <p:nvPr userDrawn="1"/>
        </p:nvSpPr>
        <p:spPr>
          <a:xfrm>
            <a:off x="-12700" y="6171307"/>
            <a:ext cx="12217400" cy="55927"/>
          </a:xfrm>
          <a:prstGeom prst="rect">
            <a:avLst/>
          </a:prstGeom>
          <a:solidFill>
            <a:srgbClr val="383D3B"/>
          </a:solidFill>
          <a:ln w="12700">
            <a:miter lim="400000"/>
          </a:ln>
        </p:spPr>
        <p:txBody>
          <a:bodyPr lIns="0" tIns="0" rIns="0" bIns="0" anchor="ctr"/>
          <a:lstStyle/>
          <a:p>
            <a:pPr>
              <a:defRPr sz="3200" b="0">
                <a:solidFill>
                  <a:srgbClr val="FFFFFF"/>
                </a:solidFill>
                <a:latin typeface="+mn-lt"/>
                <a:ea typeface="+mn-ea"/>
                <a:cs typeface="+mn-cs"/>
                <a:sym typeface="Helvetica Neue Medium"/>
              </a:defRPr>
            </a:pPr>
            <a:endParaRPr sz="1600"/>
          </a:p>
        </p:txBody>
      </p:sp>
    </p:spTree>
    <p:extLst>
      <p:ext uri="{BB962C8B-B14F-4D97-AF65-F5344CB8AC3E}">
        <p14:creationId xmlns:p14="http://schemas.microsoft.com/office/powerpoint/2010/main" val="1761536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64633" y="484094"/>
            <a:ext cx="10075084" cy="1116106"/>
          </a:xfrm>
          <a:prstGeom prst="rect">
            <a:avLst/>
          </a:prstGeom>
        </p:spPr>
        <p:txBody>
          <a:bodyPr vert="horz" lIns="91440" tIns="45720" rIns="91440" bIns="4572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664633" y="1981201"/>
            <a:ext cx="10075084" cy="4144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9060329" y="6423586"/>
            <a:ext cx="28448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endParaRPr lang="en-US" dirty="0">
              <a:solidFill>
                <a:srgbClr val="000000">
                  <a:lumMod val="65000"/>
                  <a:lumOff val="35000"/>
                </a:srgbClr>
              </a:solidFill>
            </a:endParaRPr>
          </a:p>
        </p:txBody>
      </p:sp>
      <p:sp>
        <p:nvSpPr>
          <p:cNvPr id="5" name="Footer Placeholder 4"/>
          <p:cNvSpPr>
            <a:spLocks noGrp="1"/>
          </p:cNvSpPr>
          <p:nvPr>
            <p:ph type="ftr" sz="quarter" idx="3"/>
          </p:nvPr>
        </p:nvSpPr>
        <p:spPr>
          <a:xfrm>
            <a:off x="268941" y="6423586"/>
            <a:ext cx="8163859"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lang="en-US" dirty="0">
              <a:solidFill>
                <a:srgbClr val="000000">
                  <a:lumMod val="65000"/>
                  <a:lumOff val="35000"/>
                </a:srgbClr>
              </a:solidFill>
              <a:latin typeface="Franklin Gothic Book"/>
            </a:endParaRPr>
          </a:p>
        </p:txBody>
      </p:sp>
      <p:sp>
        <p:nvSpPr>
          <p:cNvPr id="6" name="Slide Number Placeholder 5"/>
          <p:cNvSpPr>
            <a:spLocks noGrp="1"/>
          </p:cNvSpPr>
          <p:nvPr>
            <p:ph type="sldNum" sz="quarter" idx="4"/>
          </p:nvPr>
        </p:nvSpPr>
        <p:spPr>
          <a:xfrm>
            <a:off x="11074400" y="242235"/>
            <a:ext cx="738717" cy="365125"/>
          </a:xfrm>
          <a:prstGeom prst="rect">
            <a:avLst/>
          </a:prstGeom>
        </p:spPr>
        <p:txBody>
          <a:bodyPr vert="horz" lIns="91440" tIns="45720" rIns="91440" bIns="45720" rtlCol="0" anchor="ctr"/>
          <a:lstStyle>
            <a:lvl1pPr algn="r">
              <a:defRPr sz="1400">
                <a:solidFill>
                  <a:schemeClr val="bg1"/>
                </a:solidFill>
              </a:defRPr>
            </a:lvl1pPr>
          </a:lstStyle>
          <a:p>
            <a:fld id="{02456A73-CB17-B748-BD2A-A20F5DD59EC7}" type="slidenum">
              <a:rPr lang="en-US" smtClean="0">
                <a:solidFill>
                  <a:srgbClr val="FFFFFF"/>
                </a:solidFill>
                <a:latin typeface="Franklin Gothic Book"/>
              </a:rPr>
              <a:pPr/>
              <a:t>‹#›</a:t>
            </a:fld>
            <a:endParaRPr lang="en-US" dirty="0">
              <a:solidFill>
                <a:srgbClr val="FFFFFF"/>
              </a:solidFill>
              <a:latin typeface="Franklin Gothic Book"/>
            </a:endParaRPr>
          </a:p>
        </p:txBody>
      </p:sp>
    </p:spTree>
    <p:custDataLst>
      <p:tags r:id="rId32"/>
    </p:custDataLst>
    <p:extLst>
      <p:ext uri="{BB962C8B-B14F-4D97-AF65-F5344CB8AC3E}">
        <p14:creationId xmlns:p14="http://schemas.microsoft.com/office/powerpoint/2010/main" val="105411274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 id="2147483702" r:id="rId18"/>
    <p:sldLayoutId id="2147483703" r:id="rId19"/>
    <p:sldLayoutId id="2147483704" r:id="rId20"/>
    <p:sldLayoutId id="2147483705" r:id="rId21"/>
    <p:sldLayoutId id="2147483706" r:id="rId22"/>
    <p:sldLayoutId id="2147483707" r:id="rId23"/>
    <p:sldLayoutId id="2147483708" r:id="rId24"/>
    <p:sldLayoutId id="2147483709" r:id="rId25"/>
    <p:sldLayoutId id="2147483710" r:id="rId26"/>
    <p:sldLayoutId id="2147483711" r:id="rId27"/>
    <p:sldLayoutId id="2147483712" r:id="rId28"/>
    <p:sldLayoutId id="2147483713" r:id="rId29"/>
    <p:sldLayoutId id="2147483714" r:id="rId30"/>
  </p:sldLayoutIdLst>
  <p:hf hdr="0" ftr="0" dt="0"/>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50"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75" indent="-228600" algn="l" defTabSz="914400"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88"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400" indent="-228600" algn="l" defTabSz="914400"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7.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8.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28.xml"/><Relationship Id="rId6" Type="http://schemas.openxmlformats.org/officeDocument/2006/relationships/image" Target="../media/image16.jpeg"/><Relationship Id="rId5" Type="http://schemas.openxmlformats.org/officeDocument/2006/relationships/image" Target="../media/image15.jpeg"/><Relationship Id="rId4" Type="http://schemas.openxmlformats.org/officeDocument/2006/relationships/image" Target="../media/image14.jpeg"/></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28.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8.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hyperlink" Target="https://en.wikipedia.org/wiki/Data_science" TargetMode="External"/><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2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tif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9.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8" Type="http://schemas.openxmlformats.org/officeDocument/2006/relationships/hyperlink" Target="https://www.youtube.com/watch?v=0B5eIE_1vpU&amp;ab_channel=freeCodeCamp.org" TargetMode="External"/><Relationship Id="rId3" Type="http://schemas.openxmlformats.org/officeDocument/2006/relationships/hyperlink" Target="https://scikit-learn.org/stable/modules/generated/sklearn.pipeline.Pipeline.html" TargetMode="External"/><Relationship Id="rId7" Type="http://schemas.openxmlformats.org/officeDocument/2006/relationships/hyperlink" Target="https://www.youtube.com/watch?v=pqNCD_5r0IU&amp;ab_channel=freeCodeCamp.org" TargetMode="External"/><Relationship Id="rId2" Type="http://schemas.openxmlformats.org/officeDocument/2006/relationships/hyperlink" Target="https://scikit-learn.org/" TargetMode="External"/><Relationship Id="rId1" Type="http://schemas.openxmlformats.org/officeDocument/2006/relationships/slideLayout" Target="../slideLayouts/slideLayout2.xml"/><Relationship Id="rId6" Type="http://schemas.openxmlformats.org/officeDocument/2006/relationships/hyperlink" Target="https://www.datacamp.com/tutorial/machine-learning-python" TargetMode="External"/><Relationship Id="rId5" Type="http://schemas.openxmlformats.org/officeDocument/2006/relationships/hyperlink" Target="https://medium.com/ai-made-simple/pipelines-in-scikit-learn-46c61c5c60b2" TargetMode="External"/><Relationship Id="rId10" Type="http://schemas.openxmlformats.org/officeDocument/2006/relationships/hyperlink" Target="https://www.turing.com/kb/building-ml-pipeline-in-python-with-scikit-learn" TargetMode="External"/><Relationship Id="rId4" Type="http://schemas.openxmlformats.org/officeDocument/2006/relationships/hyperlink" Target="https://towardsdatascience.com/step-by-step-tutorial-of-sci-kit-learn-pipeline-62402d5629b6" TargetMode="External"/><Relationship Id="rId9" Type="http://schemas.openxmlformats.org/officeDocument/2006/relationships/hyperlink" Target="https://www.freecodecamp.org/news/machine-learning-pipeline/" TargetMode="External"/></Relationships>
</file>

<file path=ppt/slides/_rels/slide47.xml.rels><?xml version="1.0" encoding="UTF-8" standalone="yes"?>
<Relationships xmlns="http://schemas.openxmlformats.org/package/2006/relationships"><Relationship Id="rId3" Type="http://schemas.openxmlformats.org/officeDocument/2006/relationships/hyperlink" Target="https://www.youtube.com/watch?v=9vz0n1cyMbc&amp;ab_channel=JosephE.Gonzalez" TargetMode="External"/><Relationship Id="rId2" Type="http://schemas.openxmlformats.org/officeDocument/2006/relationships/hyperlink" Target="https://www.youtube.com/watch?v=xIqX1dqcNbY" TargetMode="External"/><Relationship Id="rId1" Type="http://schemas.openxmlformats.org/officeDocument/2006/relationships/slideLayout" Target="../slideLayouts/slideLayout14.xml"/><Relationship Id="rId5" Type="http://schemas.openxmlformats.org/officeDocument/2006/relationships/hyperlink" Target="https://www.youtube.com/watch?v=URdnFlZnlaE&amp;ab_channel=PyData" TargetMode="External"/><Relationship Id="rId4" Type="http://schemas.openxmlformats.org/officeDocument/2006/relationships/hyperlink" Target="https://scikit-learn.org/stable/tutorial/basic/tutorial.html" TargetMode="Externa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8.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p:cNvSpPr>
            <a:spLocks noGrp="1"/>
          </p:cNvSpPr>
          <p:nvPr>
            <p:ph type="body" sz="half" idx="2"/>
          </p:nvPr>
        </p:nvSpPr>
        <p:spPr>
          <a:xfrm>
            <a:off x="1489115" y="1248156"/>
            <a:ext cx="3993266" cy="3053891"/>
          </a:xfrm>
        </p:spPr>
        <p:txBody>
          <a:bodyPr/>
          <a:lstStyle/>
          <a:p>
            <a:pPr>
              <a:lnSpc>
                <a:spcPts val="3900"/>
              </a:lnSpc>
            </a:pPr>
            <a:r>
              <a:rPr lang="en-US" sz="3200" cap="small" dirty="0">
                <a:latin typeface="+mj-lt"/>
                <a:ea typeface="+mj-ea"/>
                <a:cs typeface="+mj-cs"/>
              </a:rPr>
              <a:t>Wake Forest</a:t>
            </a:r>
          </a:p>
          <a:p>
            <a:pPr>
              <a:lnSpc>
                <a:spcPts val="3600"/>
              </a:lnSpc>
              <a:spcBef>
                <a:spcPts val="0"/>
              </a:spcBef>
            </a:pPr>
            <a:r>
              <a:rPr lang="en-US" sz="3200" cap="small" dirty="0">
                <a:latin typeface="+mj-lt"/>
                <a:ea typeface="+mj-ea"/>
                <a:cs typeface="+mj-cs"/>
              </a:rPr>
              <a:t>School of Business</a:t>
            </a:r>
          </a:p>
          <a:p>
            <a:pPr>
              <a:lnSpc>
                <a:spcPts val="3600"/>
              </a:lnSpc>
              <a:spcBef>
                <a:spcPts val="0"/>
              </a:spcBef>
            </a:pPr>
            <a:r>
              <a:rPr lang="en-US" sz="4400" b="1" dirty="0"/>
              <a:t>_______</a:t>
            </a:r>
            <a:endParaRPr lang="en-US" sz="3200" cap="small" dirty="0">
              <a:latin typeface="+mj-lt"/>
              <a:ea typeface="+mj-ea"/>
              <a:cs typeface="+mj-cs"/>
            </a:endParaRPr>
          </a:p>
          <a:p>
            <a:pPr>
              <a:spcBef>
                <a:spcPts val="0"/>
              </a:spcBef>
            </a:pPr>
            <a:endParaRPr lang="en-US" sz="1800" cap="small" dirty="0">
              <a:latin typeface="+mj-lt"/>
              <a:ea typeface="+mj-ea"/>
              <a:cs typeface="+mj-cs"/>
            </a:endParaRPr>
          </a:p>
          <a:p>
            <a:pPr>
              <a:spcBef>
                <a:spcPts val="0"/>
              </a:spcBef>
            </a:pPr>
            <a:r>
              <a:rPr lang="en-US" sz="4000" cap="small" dirty="0">
                <a:latin typeface="+mj-lt"/>
                <a:ea typeface="+mj-ea"/>
                <a:cs typeface="+mj-cs"/>
              </a:rPr>
              <a:t>BAN 6053</a:t>
            </a:r>
          </a:p>
        </p:txBody>
      </p:sp>
      <p:pic>
        <p:nvPicPr>
          <p:cNvPr id="7" name="Picture Placeholder 8" descr="20120326medallion0338.jpg"/>
          <p:cNvPicPr>
            <a:picLocks noChangeAspect="1"/>
          </p:cNvPicPr>
          <p:nvPr/>
        </p:nvPicPr>
        <p:blipFill>
          <a:blip r:embed="rId4" cstate="print">
            <a:extLst>
              <a:ext uri="{28A0092B-C50C-407E-A947-70E740481C1C}">
                <a14:useLocalDpi xmlns:a14="http://schemas.microsoft.com/office/drawing/2010/main"/>
              </a:ext>
            </a:extLst>
          </a:blip>
          <a:srcRect/>
          <a:stretch>
            <a:fillRect/>
          </a:stretch>
        </p:blipFill>
        <p:spPr>
          <a:xfrm>
            <a:off x="9080500" y="2377440"/>
            <a:ext cx="2732617" cy="2039112"/>
          </a:xfrm>
          <a:prstGeom prst="rect">
            <a:avLst/>
          </a:prstGeom>
        </p:spPr>
      </p:pic>
      <p:pic>
        <p:nvPicPr>
          <p:cNvPr id="17" name="Picture Placeholder 16"/>
          <p:cNvPicPr>
            <a:picLocks noGrp="1" noChangeAspect="1"/>
          </p:cNvPicPr>
          <p:nvPr>
            <p:ph type="pic" sz="quarter" idx="12"/>
          </p:nvPr>
        </p:nvPicPr>
        <p:blipFill>
          <a:blip r:embed="rId5" cstate="hqprint">
            <a:extLst>
              <a:ext uri="{28A0092B-C50C-407E-A947-70E740481C1C}">
                <a14:useLocalDpi xmlns:a14="http://schemas.microsoft.com/office/drawing/2010/main"/>
              </a:ext>
            </a:extLst>
          </a:blip>
          <a:srcRect/>
          <a:stretch>
            <a:fillRect/>
          </a:stretch>
        </p:blipFill>
        <p:spPr/>
      </p:pic>
      <p:sp>
        <p:nvSpPr>
          <p:cNvPr id="19" name="Title 18"/>
          <p:cNvSpPr>
            <a:spLocks noGrp="1"/>
          </p:cNvSpPr>
          <p:nvPr>
            <p:ph type="ctrTitle"/>
          </p:nvPr>
        </p:nvSpPr>
        <p:spPr>
          <a:xfrm>
            <a:off x="1066800" y="4953965"/>
            <a:ext cx="10746317" cy="612265"/>
          </a:xfrm>
        </p:spPr>
        <p:txBody>
          <a:bodyPr>
            <a:noAutofit/>
          </a:bodyPr>
          <a:lstStyle/>
          <a:p>
            <a:pPr algn="r"/>
            <a:r>
              <a:rPr lang="en-US" sz="3200" b="1" dirty="0"/>
              <a:t>Introduction to ML</a:t>
            </a:r>
          </a:p>
        </p:txBody>
      </p:sp>
    </p:spTree>
    <p:custDataLst>
      <p:tags r:id="rId1"/>
    </p:custDataLst>
    <p:extLst>
      <p:ext uri="{BB962C8B-B14F-4D97-AF65-F5344CB8AC3E}">
        <p14:creationId xmlns:p14="http://schemas.microsoft.com/office/powerpoint/2010/main" val="1279648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D87F818-F105-8947-869B-9A1330D8BBDA}"/>
              </a:ext>
            </a:extLst>
          </p:cNvPr>
          <p:cNvSpPr>
            <a:spLocks noGrp="1"/>
          </p:cNvSpPr>
          <p:nvPr>
            <p:ph type="title"/>
          </p:nvPr>
        </p:nvSpPr>
        <p:spPr>
          <a:xfrm>
            <a:off x="507407" y="2571750"/>
            <a:ext cx="4340352" cy="1162050"/>
          </a:xfrm>
        </p:spPr>
        <p:txBody>
          <a:bodyPr anchor="b">
            <a:normAutofit/>
          </a:bodyPr>
          <a:lstStyle/>
          <a:p>
            <a:r>
              <a:rPr lang="en-US" dirty="0"/>
              <a:t>Agenda</a:t>
            </a:r>
          </a:p>
        </p:txBody>
      </p:sp>
      <p:sp>
        <p:nvSpPr>
          <p:cNvPr id="14" name="Text Placeholder 3">
            <a:extLst>
              <a:ext uri="{FF2B5EF4-FFF2-40B4-BE49-F238E27FC236}">
                <a16:creationId xmlns:a16="http://schemas.microsoft.com/office/drawing/2014/main" id="{16652ECC-88F7-2A1A-27BF-C139F93BBF8F}"/>
              </a:ext>
            </a:extLst>
          </p:cNvPr>
          <p:cNvSpPr>
            <a:spLocks noGrp="1"/>
          </p:cNvSpPr>
          <p:nvPr>
            <p:ph type="body" sz="half" idx="2"/>
          </p:nvPr>
        </p:nvSpPr>
        <p:spPr>
          <a:xfrm>
            <a:off x="508124" y="3733801"/>
            <a:ext cx="4340352" cy="2392363"/>
          </a:xfrm>
        </p:spPr>
        <p:txBody>
          <a:bodyPr/>
          <a:lstStyle/>
          <a:p>
            <a:endParaRPr lang="en-US"/>
          </a:p>
        </p:txBody>
      </p:sp>
      <p:graphicFrame>
        <p:nvGraphicFramePr>
          <p:cNvPr id="10" name="Content Placeholder 7">
            <a:extLst>
              <a:ext uri="{FF2B5EF4-FFF2-40B4-BE49-F238E27FC236}">
                <a16:creationId xmlns:a16="http://schemas.microsoft.com/office/drawing/2014/main" id="{D0AD2BA8-F73F-3771-F198-186DF153EB85}"/>
              </a:ext>
            </a:extLst>
          </p:cNvPr>
          <p:cNvGraphicFramePr>
            <a:graphicFrameLocks noGrp="1"/>
          </p:cNvGraphicFramePr>
          <p:nvPr>
            <p:ph idx="1"/>
            <p:extLst>
              <p:ext uri="{D42A27DB-BD31-4B8C-83A1-F6EECF244321}">
                <p14:modId xmlns:p14="http://schemas.microsoft.com/office/powerpoint/2010/main" val="2190886000"/>
              </p:ext>
            </p:extLst>
          </p:nvPr>
        </p:nvGraphicFramePr>
        <p:xfrm>
          <a:off x="5558368" y="273051"/>
          <a:ext cx="6129865" cy="58531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60561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E40FB24-BD65-BE45-87ED-75EC5190FC09}"/>
              </a:ext>
            </a:extLst>
          </p:cNvPr>
          <p:cNvSpPr>
            <a:spLocks noGrp="1"/>
          </p:cNvSpPr>
          <p:nvPr>
            <p:ph type="title"/>
          </p:nvPr>
        </p:nvSpPr>
        <p:spPr/>
        <p:txBody>
          <a:bodyPr/>
          <a:lstStyle/>
          <a:p>
            <a:r>
              <a:rPr lang="en-US" dirty="0"/>
              <a:t>Syllabus</a:t>
            </a:r>
          </a:p>
        </p:txBody>
      </p:sp>
      <p:sp>
        <p:nvSpPr>
          <p:cNvPr id="8" name="Content Placeholder 7">
            <a:extLst>
              <a:ext uri="{FF2B5EF4-FFF2-40B4-BE49-F238E27FC236}">
                <a16:creationId xmlns:a16="http://schemas.microsoft.com/office/drawing/2014/main" id="{948E519C-517C-7147-9B43-BACEAF9D00F5}"/>
              </a:ext>
            </a:extLst>
          </p:cNvPr>
          <p:cNvSpPr>
            <a:spLocks noGrp="1"/>
          </p:cNvSpPr>
          <p:nvPr>
            <p:ph idx="1"/>
          </p:nvPr>
        </p:nvSpPr>
        <p:spPr>
          <a:xfrm>
            <a:off x="664632" y="1981201"/>
            <a:ext cx="10861323" cy="4144963"/>
          </a:xfrm>
        </p:spPr>
        <p:txBody>
          <a:bodyPr>
            <a:normAutofit fontScale="92500" lnSpcReduction="20000"/>
          </a:bodyPr>
          <a:lstStyle/>
          <a:p>
            <a:r>
              <a:rPr lang="en-US" b="1" dirty="0"/>
              <a:t>Course Description:  </a:t>
            </a:r>
            <a:r>
              <a:rPr lang="en-US" dirty="0"/>
              <a:t>This hands-on course offers a comprehensive introduction to the principles, concepts, and applications of modern artificial intelligence (AI) and machine learning (ML) for business. Students will dive deep into the technical aspects of AI/ML, exploring key components such as machine learning, collaborative filtering, natural language processing, and computer vision. Additionally, the course will address the ethical and social implications of AI, and how to effectively integrate AI/ML into business strategy.</a:t>
            </a:r>
          </a:p>
          <a:p>
            <a:r>
              <a:rPr lang="en-US" b="1" dirty="0"/>
              <a:t>Learning Objectives: After this course, students will be able to:</a:t>
            </a:r>
            <a:endParaRPr lang="en-US" dirty="0"/>
          </a:p>
          <a:p>
            <a:pPr lvl="1"/>
            <a:r>
              <a:rPr lang="en-US" dirty="0"/>
              <a:t>Understand the basic principles and concepts of AI &amp; ML.</a:t>
            </a:r>
          </a:p>
          <a:p>
            <a:pPr lvl="1"/>
            <a:r>
              <a:rPr lang="en-US" dirty="0"/>
              <a:t>Evaluate the potential impact of AI/ML on different industries.</a:t>
            </a:r>
          </a:p>
          <a:p>
            <a:pPr lvl="1"/>
            <a:r>
              <a:rPr lang="en-US" dirty="0"/>
              <a:t>Develop a strategy for integrating AI/ML into business operations.</a:t>
            </a:r>
          </a:p>
          <a:p>
            <a:pPr lvl="1"/>
            <a:r>
              <a:rPr lang="en-US" dirty="0"/>
              <a:t>Effectively evaluate AI/ML from both technical and business perspectives.  </a:t>
            </a:r>
          </a:p>
          <a:p>
            <a:pPr lvl="1"/>
            <a:r>
              <a:rPr lang="en-US" dirty="0"/>
              <a:t>Apply machine learning algorithms and pre-trained models to solve business challenges ranging from recommendation systems and classification tasks to computer vision for object detection and generative text generation for AI.  </a:t>
            </a:r>
          </a:p>
          <a:p>
            <a:pPr lvl="1"/>
            <a:r>
              <a:rPr lang="en-US" dirty="0"/>
              <a:t>Leverage the latest advances in Automated Machine Learning for Classification, Regression, Text and Image. </a:t>
            </a:r>
          </a:p>
          <a:p>
            <a:pPr lvl="1"/>
            <a:endParaRPr lang="en-US" dirty="0"/>
          </a:p>
          <a:p>
            <a:pPr lvl="1"/>
            <a:endParaRPr lang="en-US" sz="1600" dirty="0"/>
          </a:p>
        </p:txBody>
      </p:sp>
    </p:spTree>
    <p:extLst>
      <p:ext uri="{BB962C8B-B14F-4D97-AF65-F5344CB8AC3E}">
        <p14:creationId xmlns:p14="http://schemas.microsoft.com/office/powerpoint/2010/main" val="3770709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EB92-7764-4F48-9172-DF9873974A68}"/>
              </a:ext>
            </a:extLst>
          </p:cNvPr>
          <p:cNvSpPr>
            <a:spLocks noGrp="1"/>
          </p:cNvSpPr>
          <p:nvPr>
            <p:ph type="title"/>
          </p:nvPr>
        </p:nvSpPr>
        <p:spPr/>
        <p:txBody>
          <a:bodyPr/>
          <a:lstStyle/>
          <a:p>
            <a:r>
              <a:rPr lang="en-US" dirty="0"/>
              <a:t>Book(s)</a:t>
            </a:r>
          </a:p>
        </p:txBody>
      </p:sp>
      <p:sp>
        <p:nvSpPr>
          <p:cNvPr id="3" name="Content Placeholder 2">
            <a:extLst>
              <a:ext uri="{FF2B5EF4-FFF2-40B4-BE49-F238E27FC236}">
                <a16:creationId xmlns:a16="http://schemas.microsoft.com/office/drawing/2014/main" id="{4011914B-22CD-3247-BFB5-5AE980822E9D}"/>
              </a:ext>
            </a:extLst>
          </p:cNvPr>
          <p:cNvSpPr>
            <a:spLocks noGrp="1"/>
          </p:cNvSpPr>
          <p:nvPr>
            <p:ph idx="1"/>
          </p:nvPr>
        </p:nvSpPr>
        <p:spPr>
          <a:xfrm>
            <a:off x="664634" y="1981201"/>
            <a:ext cx="5070888" cy="4261555"/>
          </a:xfrm>
        </p:spPr>
        <p:txBody>
          <a:bodyPr>
            <a:normAutofit/>
          </a:bodyPr>
          <a:lstStyle/>
          <a:p>
            <a:r>
              <a:rPr lang="en-US" b="1" dirty="0"/>
              <a:t>Course Texts</a:t>
            </a:r>
            <a:endParaRPr lang="en-US" dirty="0"/>
          </a:p>
          <a:p>
            <a:pPr lvl="1"/>
            <a:r>
              <a:rPr lang="en-US" dirty="0"/>
              <a:t>Hands-On Machine Learning with Scikit-Learn, </a:t>
            </a:r>
            <a:r>
              <a:rPr lang="en-US" dirty="0" err="1"/>
              <a:t>Keras</a:t>
            </a:r>
            <a:r>
              <a:rPr lang="en-US" dirty="0"/>
              <a:t>, and TensorFlow: Concepts, Tools, and Techniques to Build Intelligent Systems 3rd Edition</a:t>
            </a:r>
          </a:p>
          <a:p>
            <a:pPr lvl="1"/>
            <a:r>
              <a:rPr lang="en-US" dirty="0"/>
              <a:t>by </a:t>
            </a:r>
            <a:r>
              <a:rPr lang="en-US" dirty="0" err="1"/>
              <a:t>Aurélien</a:t>
            </a:r>
            <a:r>
              <a:rPr lang="en-US" dirty="0"/>
              <a:t> </a:t>
            </a:r>
            <a:r>
              <a:rPr lang="en-US" dirty="0" err="1"/>
              <a:t>GéronLinks</a:t>
            </a:r>
            <a:endParaRPr lang="en-US" u="sng" dirty="0"/>
          </a:p>
          <a:p>
            <a:pPr marL="228600" lvl="1" indent="0">
              <a:buNone/>
            </a:pPr>
            <a:endParaRPr lang="en-US" dirty="0"/>
          </a:p>
          <a:p>
            <a:pPr lvl="1"/>
            <a:endParaRPr lang="en-US" dirty="0"/>
          </a:p>
          <a:p>
            <a:endParaRPr lang="en-US" dirty="0"/>
          </a:p>
        </p:txBody>
      </p:sp>
      <p:sp>
        <p:nvSpPr>
          <p:cNvPr id="4" name="Slide Number Placeholder 3">
            <a:extLst>
              <a:ext uri="{FF2B5EF4-FFF2-40B4-BE49-F238E27FC236}">
                <a16:creationId xmlns:a16="http://schemas.microsoft.com/office/drawing/2014/main" id="{9805098E-75E2-8441-AA46-3F99FECA0169}"/>
              </a:ext>
            </a:extLst>
          </p:cNvPr>
          <p:cNvSpPr>
            <a:spLocks noGrp="1"/>
          </p:cNvSpPr>
          <p:nvPr>
            <p:ph type="sldNum" sz="quarter" idx="12"/>
          </p:nvPr>
        </p:nvSpPr>
        <p:spPr/>
        <p:txBody>
          <a:bodyPr/>
          <a:lstStyle/>
          <a:p>
            <a:fld id="{02456A73-CB17-B748-BD2A-A20F5DD59EC7}" type="slidenum">
              <a:rPr lang="en-US" smtClean="0"/>
              <a:pPr/>
              <a:t>4</a:t>
            </a:fld>
            <a:endParaRPr lang="en-US" dirty="0"/>
          </a:p>
        </p:txBody>
      </p:sp>
      <p:sp>
        <p:nvSpPr>
          <p:cNvPr id="5" name="AutoShape 2">
            <a:extLst>
              <a:ext uri="{FF2B5EF4-FFF2-40B4-BE49-F238E27FC236}">
                <a16:creationId xmlns:a16="http://schemas.microsoft.com/office/drawing/2014/main" id="{7E61426D-132D-BF30-2584-0F57C87FBF3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a:extLst>
              <a:ext uri="{FF2B5EF4-FFF2-40B4-BE49-F238E27FC236}">
                <a16:creationId xmlns:a16="http://schemas.microsoft.com/office/drawing/2014/main" id="{4AD2B786-5E88-47AD-A79F-81A6E83565A2}"/>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6EABD647-4EB8-F3B5-F95E-FC6E9124A819}"/>
              </a:ext>
            </a:extLst>
          </p:cNvPr>
          <p:cNvPicPr>
            <a:picLocks noChangeAspect="1"/>
          </p:cNvPicPr>
          <p:nvPr/>
        </p:nvPicPr>
        <p:blipFill>
          <a:blip r:embed="rId2"/>
          <a:stretch>
            <a:fillRect/>
          </a:stretch>
        </p:blipFill>
        <p:spPr>
          <a:xfrm>
            <a:off x="6080363" y="927369"/>
            <a:ext cx="4659354" cy="5864544"/>
          </a:xfrm>
          <a:prstGeom prst="rect">
            <a:avLst/>
          </a:prstGeom>
        </p:spPr>
      </p:pic>
    </p:spTree>
    <p:extLst>
      <p:ext uri="{BB962C8B-B14F-4D97-AF65-F5344CB8AC3E}">
        <p14:creationId xmlns:p14="http://schemas.microsoft.com/office/powerpoint/2010/main" val="2603169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67907-5627-3B45-9EB9-2B9F8CBCB75E}"/>
              </a:ext>
            </a:extLst>
          </p:cNvPr>
          <p:cNvSpPr>
            <a:spLocks noGrp="1"/>
          </p:cNvSpPr>
          <p:nvPr>
            <p:ph type="title"/>
          </p:nvPr>
        </p:nvSpPr>
        <p:spPr/>
        <p:txBody>
          <a:bodyPr/>
          <a:lstStyle/>
          <a:p>
            <a:r>
              <a:rPr lang="en-US" dirty="0"/>
              <a:t>Grading</a:t>
            </a:r>
          </a:p>
        </p:txBody>
      </p:sp>
      <p:sp>
        <p:nvSpPr>
          <p:cNvPr id="4" name="Slide Number Placeholder 3">
            <a:extLst>
              <a:ext uri="{FF2B5EF4-FFF2-40B4-BE49-F238E27FC236}">
                <a16:creationId xmlns:a16="http://schemas.microsoft.com/office/drawing/2014/main" id="{23D8F906-FE30-D642-9C3C-33976EC6BBAD}"/>
              </a:ext>
            </a:extLst>
          </p:cNvPr>
          <p:cNvSpPr>
            <a:spLocks noGrp="1"/>
          </p:cNvSpPr>
          <p:nvPr>
            <p:ph type="sldNum" sz="quarter" idx="12"/>
          </p:nvPr>
        </p:nvSpPr>
        <p:spPr/>
        <p:txBody>
          <a:bodyPr/>
          <a:lstStyle/>
          <a:p>
            <a:fld id="{02456A73-CB17-B748-BD2A-A20F5DD59EC7}" type="slidenum">
              <a:rPr lang="en-US" smtClean="0"/>
              <a:pPr/>
              <a:t>5</a:t>
            </a:fld>
            <a:endParaRPr lang="en-US" dirty="0"/>
          </a:p>
        </p:txBody>
      </p:sp>
      <p:sp>
        <p:nvSpPr>
          <p:cNvPr id="6" name="TextBox 5">
            <a:extLst>
              <a:ext uri="{FF2B5EF4-FFF2-40B4-BE49-F238E27FC236}">
                <a16:creationId xmlns:a16="http://schemas.microsoft.com/office/drawing/2014/main" id="{634148AB-A890-C743-B456-2B14A74F6206}"/>
              </a:ext>
            </a:extLst>
          </p:cNvPr>
          <p:cNvSpPr txBox="1"/>
          <p:nvPr/>
        </p:nvSpPr>
        <p:spPr>
          <a:xfrm>
            <a:off x="774378" y="2540972"/>
            <a:ext cx="9453356" cy="2492990"/>
          </a:xfrm>
          <a:prstGeom prst="rect">
            <a:avLst/>
          </a:prstGeom>
          <a:noFill/>
        </p:spPr>
        <p:txBody>
          <a:bodyPr wrap="square" rtlCol="0">
            <a:spAutoFit/>
          </a:bodyPr>
          <a:lstStyle/>
          <a:p>
            <a:r>
              <a:rPr lang="en-US" sz="1200" b="1" dirty="0"/>
              <a:t>Quizzes / Challenges</a:t>
            </a:r>
            <a:r>
              <a:rPr lang="en-US" sz="1200" dirty="0"/>
              <a:t>– there will be a handful weekly quizzes. Quizzes are typically in the form of 5-10 questions OR  they are in the form of a ML challenge</a:t>
            </a:r>
          </a:p>
          <a:p>
            <a:endParaRPr lang="en-US" sz="1200" dirty="0"/>
          </a:p>
          <a:p>
            <a:r>
              <a:rPr lang="en-US" sz="1200" b="1" dirty="0"/>
              <a:t>Project – </a:t>
            </a:r>
            <a:r>
              <a:rPr lang="en-US" sz="1200" dirty="0"/>
              <a:t>we will have 3 projects currently the topics are on: recommendations, neural networks, and AI .</a:t>
            </a:r>
          </a:p>
          <a:p>
            <a:r>
              <a:rPr lang="en-US" sz="1200" dirty="0"/>
              <a:t> </a:t>
            </a:r>
          </a:p>
          <a:p>
            <a:r>
              <a:rPr lang="en-US" sz="1200" b="1" dirty="0"/>
              <a:t>Final Project </a:t>
            </a:r>
            <a:r>
              <a:rPr lang="en-US" sz="1200" dirty="0"/>
              <a:t> - The final project is a culmination of your ML knowledge; you’ll apply your newly acquired knowledge and skills to one of several real-world analytic problems. You’ll write a professional modeling report including an executive summary and appendix detailing your analysis as well as submitting your model’s predictions in a competitive shootout of your peers.</a:t>
            </a:r>
          </a:p>
          <a:p>
            <a:r>
              <a:rPr lang="en-US" sz="1200" dirty="0"/>
              <a:t> </a:t>
            </a:r>
          </a:p>
          <a:p>
            <a:pPr algn="ctr"/>
            <a:r>
              <a:rPr lang="en-US" sz="1200" b="1" dirty="0">
                <a:solidFill>
                  <a:srgbClr val="FF0000"/>
                </a:solidFill>
              </a:rPr>
              <a:t>-- LATE POLICY –</a:t>
            </a:r>
          </a:p>
          <a:p>
            <a:pPr algn="ctr"/>
            <a:endParaRPr lang="en-US" sz="1200" dirty="0">
              <a:solidFill>
                <a:srgbClr val="FF0000"/>
              </a:solidFill>
            </a:endParaRPr>
          </a:p>
          <a:p>
            <a:pPr algn="ctr"/>
            <a:r>
              <a:rPr lang="en-US" sz="1200" dirty="0"/>
              <a:t>I do not accept late work</a:t>
            </a:r>
          </a:p>
          <a:p>
            <a:endParaRPr lang="en-US" sz="1200" dirty="0"/>
          </a:p>
        </p:txBody>
      </p:sp>
      <p:graphicFrame>
        <p:nvGraphicFramePr>
          <p:cNvPr id="7" name="Table 6">
            <a:extLst>
              <a:ext uri="{FF2B5EF4-FFF2-40B4-BE49-F238E27FC236}">
                <a16:creationId xmlns:a16="http://schemas.microsoft.com/office/drawing/2014/main" id="{5ECAB9F5-1993-6A4A-B697-BB7FA7EEED96}"/>
              </a:ext>
            </a:extLst>
          </p:cNvPr>
          <p:cNvGraphicFramePr>
            <a:graphicFrameLocks noGrp="1"/>
          </p:cNvGraphicFramePr>
          <p:nvPr>
            <p:extLst>
              <p:ext uri="{D42A27DB-BD31-4B8C-83A1-F6EECF244321}">
                <p14:modId xmlns:p14="http://schemas.microsoft.com/office/powerpoint/2010/main" val="3988347981"/>
              </p:ext>
            </p:extLst>
          </p:nvPr>
        </p:nvGraphicFramePr>
        <p:xfrm>
          <a:off x="774377" y="1360133"/>
          <a:ext cx="5400512" cy="727329"/>
        </p:xfrm>
        <a:graphic>
          <a:graphicData uri="http://schemas.openxmlformats.org/drawingml/2006/table">
            <a:tbl>
              <a:tblPr bandRow="1">
                <a:tableStyleId>{5C22544A-7EE6-4342-B048-85BDC9FD1C3A}</a:tableStyleId>
              </a:tblPr>
              <a:tblGrid>
                <a:gridCol w="3685509">
                  <a:extLst>
                    <a:ext uri="{9D8B030D-6E8A-4147-A177-3AD203B41FA5}">
                      <a16:colId xmlns:a16="http://schemas.microsoft.com/office/drawing/2014/main" val="2793017773"/>
                    </a:ext>
                  </a:extLst>
                </a:gridCol>
                <a:gridCol w="1715003">
                  <a:extLst>
                    <a:ext uri="{9D8B030D-6E8A-4147-A177-3AD203B41FA5}">
                      <a16:colId xmlns:a16="http://schemas.microsoft.com/office/drawing/2014/main" val="1864223008"/>
                    </a:ext>
                  </a:extLst>
                </a:gridCol>
              </a:tblGrid>
              <a:tr h="0">
                <a:tc>
                  <a:txBody>
                    <a:bodyPr/>
                    <a:lstStyle/>
                    <a:p>
                      <a:pPr marL="0" marR="0">
                        <a:lnSpc>
                          <a:spcPct val="107000"/>
                        </a:lnSpc>
                        <a:spcBef>
                          <a:spcPts val="0"/>
                        </a:spcBef>
                        <a:spcAft>
                          <a:spcPts val="0"/>
                        </a:spcAft>
                      </a:pPr>
                      <a:r>
                        <a:rPr lang="en-US" sz="1600" dirty="0">
                          <a:effectLst/>
                          <a:latin typeface="+mn-lt"/>
                          <a:ea typeface="Calibri" panose="020F0502020204030204" pitchFamily="34" charset="0"/>
                        </a:rPr>
                        <a:t>Quizzes</a:t>
                      </a:r>
                    </a:p>
                  </a:txBody>
                  <a:tcPr marL="68580" marR="68580" marT="0" marB="0"/>
                </a:tc>
                <a:tc>
                  <a:txBody>
                    <a:bodyPr/>
                    <a:lstStyle/>
                    <a:p>
                      <a:pPr marL="0" marR="0" algn="r">
                        <a:lnSpc>
                          <a:spcPct val="107000"/>
                        </a:lnSpc>
                        <a:spcBef>
                          <a:spcPts val="0"/>
                        </a:spcBef>
                        <a:spcAft>
                          <a:spcPts val="0"/>
                        </a:spcAft>
                      </a:pPr>
                      <a:r>
                        <a:rPr lang="en-US" sz="1600" dirty="0">
                          <a:effectLst/>
                          <a:latin typeface="+mn-lt"/>
                          <a:ea typeface="Calibri" panose="020F0502020204030204" pitchFamily="34" charset="0"/>
                        </a:rPr>
                        <a:t>20%</a:t>
                      </a:r>
                    </a:p>
                  </a:txBody>
                  <a:tcPr marL="68580" marR="68580" marT="0" marB="0"/>
                </a:tc>
                <a:extLst>
                  <a:ext uri="{0D108BD9-81ED-4DB2-BD59-A6C34878D82A}">
                    <a16:rowId xmlns:a16="http://schemas.microsoft.com/office/drawing/2014/main" val="3837434483"/>
                  </a:ext>
                </a:extLst>
              </a:tr>
              <a:tr h="0">
                <a:tc>
                  <a:txBody>
                    <a:bodyPr/>
                    <a:lstStyle/>
                    <a:p>
                      <a:pPr marL="0" marR="0">
                        <a:lnSpc>
                          <a:spcPct val="107000"/>
                        </a:lnSpc>
                        <a:spcBef>
                          <a:spcPts val="0"/>
                        </a:spcBef>
                        <a:spcAft>
                          <a:spcPts val="0"/>
                        </a:spcAft>
                      </a:pPr>
                      <a:r>
                        <a:rPr lang="en-US" sz="1600" dirty="0">
                          <a:effectLst/>
                          <a:latin typeface="+mn-lt"/>
                        </a:rPr>
                        <a:t>Projects(3) </a:t>
                      </a:r>
                      <a:endParaRPr lang="en-US" sz="1600" dirty="0">
                        <a:effectLst/>
                        <a:latin typeface="+mn-lt"/>
                        <a:ea typeface="Calibri" panose="020F0502020204030204" pitchFamily="34" charset="0"/>
                      </a:endParaRPr>
                    </a:p>
                  </a:txBody>
                  <a:tcPr marL="68580" marR="68580" marT="0" marB="0"/>
                </a:tc>
                <a:tc>
                  <a:txBody>
                    <a:bodyPr/>
                    <a:lstStyle/>
                    <a:p>
                      <a:pPr marL="0" marR="0" algn="r">
                        <a:lnSpc>
                          <a:spcPct val="107000"/>
                        </a:lnSpc>
                        <a:spcBef>
                          <a:spcPts val="0"/>
                        </a:spcBef>
                        <a:spcAft>
                          <a:spcPts val="0"/>
                        </a:spcAft>
                      </a:pPr>
                      <a:r>
                        <a:rPr lang="en-US" sz="1600" dirty="0">
                          <a:effectLst/>
                          <a:latin typeface="+mn-lt"/>
                        </a:rPr>
                        <a:t>50% </a:t>
                      </a:r>
                      <a:endParaRPr lang="en-US" sz="1600" dirty="0">
                        <a:effectLst/>
                        <a:latin typeface="+mn-lt"/>
                        <a:ea typeface="Calibri" panose="020F0502020204030204" pitchFamily="34" charset="0"/>
                      </a:endParaRPr>
                    </a:p>
                  </a:txBody>
                  <a:tcPr marL="68580" marR="68580" marT="0" marB="0"/>
                </a:tc>
                <a:extLst>
                  <a:ext uri="{0D108BD9-81ED-4DB2-BD59-A6C34878D82A}">
                    <a16:rowId xmlns:a16="http://schemas.microsoft.com/office/drawing/2014/main" val="2765814091"/>
                  </a:ext>
                </a:extLst>
              </a:tr>
              <a:tr h="0">
                <a:tc>
                  <a:txBody>
                    <a:bodyPr/>
                    <a:lstStyle/>
                    <a:p>
                      <a:pPr marL="0" marR="0">
                        <a:lnSpc>
                          <a:spcPct val="107000"/>
                        </a:lnSpc>
                        <a:spcBef>
                          <a:spcPts val="0"/>
                        </a:spcBef>
                        <a:spcAft>
                          <a:spcPts val="0"/>
                        </a:spcAft>
                      </a:pPr>
                      <a:r>
                        <a:rPr lang="en-US" sz="1600" dirty="0">
                          <a:effectLst/>
                          <a:latin typeface="+mn-lt"/>
                          <a:ea typeface="Calibri" panose="020F0502020204030204" pitchFamily="34" charset="0"/>
                        </a:rPr>
                        <a:t>Final Project</a:t>
                      </a:r>
                    </a:p>
                  </a:txBody>
                  <a:tcPr marL="68580" marR="68580" marT="0" marB="0"/>
                </a:tc>
                <a:tc>
                  <a:txBody>
                    <a:bodyPr/>
                    <a:lstStyle/>
                    <a:p>
                      <a:pPr marL="0" marR="0" algn="r">
                        <a:lnSpc>
                          <a:spcPct val="107000"/>
                        </a:lnSpc>
                        <a:spcBef>
                          <a:spcPts val="0"/>
                        </a:spcBef>
                        <a:spcAft>
                          <a:spcPts val="0"/>
                        </a:spcAft>
                      </a:pPr>
                      <a:r>
                        <a:rPr lang="en-US" sz="1600" dirty="0">
                          <a:effectLst/>
                          <a:latin typeface="+mn-lt"/>
                          <a:ea typeface="Calibri" panose="020F0502020204030204" pitchFamily="34" charset="0"/>
                        </a:rPr>
                        <a:t>30%</a:t>
                      </a:r>
                    </a:p>
                  </a:txBody>
                  <a:tcPr marL="68580" marR="68580" marT="0" marB="0"/>
                </a:tc>
                <a:extLst>
                  <a:ext uri="{0D108BD9-81ED-4DB2-BD59-A6C34878D82A}">
                    <a16:rowId xmlns:a16="http://schemas.microsoft.com/office/drawing/2014/main" val="1165083908"/>
                  </a:ext>
                </a:extLst>
              </a:tr>
            </a:tbl>
          </a:graphicData>
        </a:graphic>
      </p:graphicFrame>
      <p:sp>
        <p:nvSpPr>
          <p:cNvPr id="5" name="Rectangle 1">
            <a:extLst>
              <a:ext uri="{FF2B5EF4-FFF2-40B4-BE49-F238E27FC236}">
                <a16:creationId xmlns:a16="http://schemas.microsoft.com/office/drawing/2014/main" id="{9377E686-6567-A279-ABDF-33050A206A62}"/>
              </a:ext>
            </a:extLst>
          </p:cNvPr>
          <p:cNvSpPr>
            <a:spLocks noChangeArrowheads="1"/>
          </p:cNvSpPr>
          <p:nvPr/>
        </p:nvSpPr>
        <p:spPr bwMode="auto">
          <a:xfrm>
            <a:off x="2708275" y="113153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720153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C5A79-F69E-3A41-8335-1FC51CB0550F}"/>
              </a:ext>
            </a:extLst>
          </p:cNvPr>
          <p:cNvSpPr>
            <a:spLocks noGrp="1"/>
          </p:cNvSpPr>
          <p:nvPr>
            <p:ph type="title"/>
          </p:nvPr>
        </p:nvSpPr>
        <p:spPr/>
        <p:txBody>
          <a:bodyPr/>
          <a:lstStyle/>
          <a:p>
            <a:r>
              <a:rPr lang="en-US" dirty="0"/>
              <a:t>What to turn in – Quizzes &amp; Challenges</a:t>
            </a:r>
          </a:p>
        </p:txBody>
      </p:sp>
      <p:sp>
        <p:nvSpPr>
          <p:cNvPr id="3" name="Content Placeholder 2">
            <a:extLst>
              <a:ext uri="{FF2B5EF4-FFF2-40B4-BE49-F238E27FC236}">
                <a16:creationId xmlns:a16="http://schemas.microsoft.com/office/drawing/2014/main" id="{3E79061B-86FE-F044-BB0E-24005A1AC285}"/>
              </a:ext>
            </a:extLst>
          </p:cNvPr>
          <p:cNvSpPr>
            <a:spLocks noGrp="1"/>
          </p:cNvSpPr>
          <p:nvPr>
            <p:ph idx="1"/>
          </p:nvPr>
        </p:nvSpPr>
        <p:spPr>
          <a:xfrm>
            <a:off x="664633" y="1981201"/>
            <a:ext cx="11148484" cy="4144963"/>
          </a:xfrm>
        </p:spPr>
        <p:txBody>
          <a:bodyPr>
            <a:normAutofit fontScale="70000" lnSpcReduction="20000"/>
          </a:bodyPr>
          <a:lstStyle/>
          <a:p>
            <a:r>
              <a:rPr lang="en-US" dirty="0"/>
              <a:t>Model Report </a:t>
            </a:r>
          </a:p>
          <a:p>
            <a:pPr lvl="1"/>
            <a:r>
              <a:rPr lang="en-US" b="1" dirty="0"/>
              <a:t>Challenge Model Summary</a:t>
            </a:r>
          </a:p>
          <a:p>
            <a:pPr lvl="2"/>
            <a:r>
              <a:rPr lang="en-US" dirty="0"/>
              <a:t>Be well </a:t>
            </a:r>
            <a:r>
              <a:rPr lang="en-US" b="1" u="sng" dirty="0"/>
              <a:t>organized</a:t>
            </a:r>
            <a:r>
              <a:rPr lang="en-US" dirty="0"/>
              <a:t> with your NAME and DATE &amp; Section on it!</a:t>
            </a:r>
          </a:p>
          <a:p>
            <a:pPr lvl="2"/>
            <a:r>
              <a:rPr lang="en-US" dirty="0"/>
              <a:t>Restate the business problem </a:t>
            </a:r>
          </a:p>
          <a:p>
            <a:pPr lvl="2"/>
            <a:r>
              <a:rPr lang="en-US" b="1" dirty="0"/>
              <a:t>Model performance </a:t>
            </a:r>
          </a:p>
          <a:p>
            <a:pPr lvl="2"/>
            <a:r>
              <a:rPr lang="en-US" b="1" dirty="0"/>
              <a:t>Key findings (3-4)</a:t>
            </a:r>
          </a:p>
          <a:p>
            <a:pPr lvl="2"/>
            <a:r>
              <a:rPr lang="en-US" dirty="0"/>
              <a:t>Provide CLEAR &amp; ACTIONABLE recommendations (2-3), </a:t>
            </a:r>
          </a:p>
          <a:p>
            <a:pPr lvl="3"/>
            <a:r>
              <a:rPr lang="en-US" dirty="0"/>
              <a:t>addressing </a:t>
            </a:r>
            <a:r>
              <a:rPr lang="en-US" b="1" i="1" dirty="0"/>
              <a:t>data quality doesn’t count as a recommendation</a:t>
            </a:r>
            <a:r>
              <a:rPr lang="en-US" dirty="0"/>
              <a:t>. </a:t>
            </a:r>
          </a:p>
          <a:p>
            <a:pPr lvl="2"/>
            <a:r>
              <a:rPr lang="en-US" dirty="0"/>
              <a:t>Graphs, Charts, Tables and Summaries </a:t>
            </a:r>
          </a:p>
          <a:p>
            <a:pPr lvl="3"/>
            <a:r>
              <a:rPr lang="en-US" dirty="0"/>
              <a:t>Should have titles, labels, and description of why it’s important </a:t>
            </a:r>
          </a:p>
          <a:p>
            <a:r>
              <a:rPr lang="en-US" dirty="0"/>
              <a:t>Code </a:t>
            </a:r>
          </a:p>
          <a:p>
            <a:pPr lvl="1"/>
            <a:r>
              <a:rPr lang="en-US" dirty="0"/>
              <a:t>Your own work and we should be able to repeat your results. </a:t>
            </a:r>
          </a:p>
          <a:p>
            <a:r>
              <a:rPr lang="en-US" dirty="0"/>
              <a:t>Kaggle Position (up to 5 points) </a:t>
            </a:r>
          </a:p>
          <a:p>
            <a:pPr lvl="1"/>
            <a:r>
              <a:rPr lang="en-US" dirty="0"/>
              <a:t>Every project will have a competitive posting </a:t>
            </a:r>
          </a:p>
          <a:p>
            <a:pPr lvl="1"/>
            <a:r>
              <a:rPr lang="en-US" dirty="0"/>
              <a:t>Evaluation metric and submit time, in case a tie (same metric) then earlier submit wins. </a:t>
            </a:r>
          </a:p>
        </p:txBody>
      </p:sp>
      <p:sp>
        <p:nvSpPr>
          <p:cNvPr id="4" name="Slide Number Placeholder 3">
            <a:extLst>
              <a:ext uri="{FF2B5EF4-FFF2-40B4-BE49-F238E27FC236}">
                <a16:creationId xmlns:a16="http://schemas.microsoft.com/office/drawing/2014/main" id="{CA556716-CADF-064A-BDEE-E388E5C7994C}"/>
              </a:ext>
            </a:extLst>
          </p:cNvPr>
          <p:cNvSpPr>
            <a:spLocks noGrp="1"/>
          </p:cNvSpPr>
          <p:nvPr>
            <p:ph type="sldNum" sz="quarter" idx="12"/>
          </p:nvPr>
        </p:nvSpPr>
        <p:spPr/>
        <p:txBody>
          <a:bodyPr/>
          <a:lstStyle/>
          <a:p>
            <a:fld id="{02456A73-CB17-B748-BD2A-A20F5DD59EC7}" type="slidenum">
              <a:rPr lang="en-US" smtClean="0"/>
              <a:pPr/>
              <a:t>6</a:t>
            </a:fld>
            <a:endParaRPr lang="en-US" dirty="0"/>
          </a:p>
        </p:txBody>
      </p:sp>
      <p:sp>
        <p:nvSpPr>
          <p:cNvPr id="6" name="Text Placeholder 5">
            <a:extLst>
              <a:ext uri="{FF2B5EF4-FFF2-40B4-BE49-F238E27FC236}">
                <a16:creationId xmlns:a16="http://schemas.microsoft.com/office/drawing/2014/main" id="{826C533A-9A59-5440-8F25-896D5AD513BE}"/>
              </a:ext>
            </a:extLst>
          </p:cNvPr>
          <p:cNvSpPr>
            <a:spLocks noGrp="1"/>
          </p:cNvSpPr>
          <p:nvPr>
            <p:ph type="body" sz="half" idx="2"/>
          </p:nvPr>
        </p:nvSpPr>
        <p:spPr/>
        <p:txBody>
          <a:bodyPr/>
          <a:lstStyle/>
          <a:p>
            <a:r>
              <a:rPr lang="en-US" dirty="0"/>
              <a:t>It should go without saying but turn in your own work. </a:t>
            </a:r>
          </a:p>
          <a:p>
            <a:endParaRPr lang="en-US" dirty="0"/>
          </a:p>
        </p:txBody>
      </p:sp>
    </p:spTree>
    <p:extLst>
      <p:ext uri="{BB962C8B-B14F-4D97-AF65-F5344CB8AC3E}">
        <p14:creationId xmlns:p14="http://schemas.microsoft.com/office/powerpoint/2010/main" val="17856881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02522-CF79-6745-91ED-386478BFCA96}"/>
              </a:ext>
            </a:extLst>
          </p:cNvPr>
          <p:cNvSpPr>
            <a:spLocks noGrp="1"/>
          </p:cNvSpPr>
          <p:nvPr>
            <p:ph type="title"/>
          </p:nvPr>
        </p:nvSpPr>
        <p:spPr/>
        <p:txBody>
          <a:bodyPr/>
          <a:lstStyle/>
          <a:p>
            <a:r>
              <a:rPr lang="en-US" dirty="0"/>
              <a:t>Kaggle</a:t>
            </a:r>
          </a:p>
        </p:txBody>
      </p:sp>
      <p:sp>
        <p:nvSpPr>
          <p:cNvPr id="3" name="Content Placeholder 2">
            <a:extLst>
              <a:ext uri="{FF2B5EF4-FFF2-40B4-BE49-F238E27FC236}">
                <a16:creationId xmlns:a16="http://schemas.microsoft.com/office/drawing/2014/main" id="{33C73771-5ECF-0C49-9EEF-EEB923EE7759}"/>
              </a:ext>
            </a:extLst>
          </p:cNvPr>
          <p:cNvSpPr>
            <a:spLocks noGrp="1"/>
          </p:cNvSpPr>
          <p:nvPr>
            <p:ph idx="1"/>
          </p:nvPr>
        </p:nvSpPr>
        <p:spPr>
          <a:xfrm>
            <a:off x="664633" y="1981201"/>
            <a:ext cx="10075084" cy="1306009"/>
          </a:xfrm>
        </p:spPr>
        <p:txBody>
          <a:bodyPr>
            <a:normAutofit fontScale="92500" lnSpcReduction="10000"/>
          </a:bodyPr>
          <a:lstStyle/>
          <a:p>
            <a:r>
              <a:rPr lang="en-US" dirty="0"/>
              <a:t>Competition </a:t>
            </a:r>
          </a:p>
          <a:p>
            <a:pPr lvl="1"/>
            <a:r>
              <a:rPr lang="en-US" dirty="0"/>
              <a:t>Makes you and everyone who participates better </a:t>
            </a:r>
          </a:p>
          <a:p>
            <a:pPr lvl="1"/>
            <a:r>
              <a:rPr lang="en-US" dirty="0"/>
              <a:t>Activates reward center </a:t>
            </a:r>
          </a:p>
          <a:p>
            <a:pPr lvl="1"/>
            <a:r>
              <a:rPr lang="en-US" dirty="0"/>
              <a:t>Key driver of innovation</a:t>
            </a:r>
          </a:p>
          <a:p>
            <a:pPr marL="228600" lvl="1" indent="0">
              <a:buNone/>
            </a:pPr>
            <a:endParaRPr lang="en-US" dirty="0"/>
          </a:p>
        </p:txBody>
      </p:sp>
      <p:sp>
        <p:nvSpPr>
          <p:cNvPr id="4" name="Slide Number Placeholder 3">
            <a:extLst>
              <a:ext uri="{FF2B5EF4-FFF2-40B4-BE49-F238E27FC236}">
                <a16:creationId xmlns:a16="http://schemas.microsoft.com/office/drawing/2014/main" id="{CB99B322-A8B9-CB45-88AE-39898ACD6950}"/>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7</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23FB0765-23B7-4341-99D7-4E5C17D5D24A}"/>
              </a:ext>
            </a:extLst>
          </p:cNvPr>
          <p:cNvSpPr>
            <a:spLocks noGrp="1"/>
          </p:cNvSpPr>
          <p:nvPr>
            <p:ph type="body" sz="half" idx="2"/>
          </p:nvPr>
        </p:nvSpPr>
        <p:spPr/>
        <p:txBody>
          <a:bodyPr/>
          <a:lstStyle/>
          <a:p>
            <a:r>
              <a:rPr lang="en-US" dirty="0"/>
              <a:t>Many quizzes will be competition based. </a:t>
            </a:r>
          </a:p>
        </p:txBody>
      </p:sp>
      <p:sp>
        <p:nvSpPr>
          <p:cNvPr id="7" name="Rectangle 6">
            <a:extLst>
              <a:ext uri="{FF2B5EF4-FFF2-40B4-BE49-F238E27FC236}">
                <a16:creationId xmlns:a16="http://schemas.microsoft.com/office/drawing/2014/main" id="{1BB6236D-AF45-E547-8C3F-9151D9BE7065}"/>
              </a:ext>
            </a:extLst>
          </p:cNvPr>
          <p:cNvSpPr/>
          <p:nvPr/>
        </p:nvSpPr>
        <p:spPr>
          <a:xfrm>
            <a:off x="4826643" y="5267178"/>
            <a:ext cx="7072132" cy="1200329"/>
          </a:xfrm>
          <a:prstGeom prst="rect">
            <a:avLst/>
          </a:prstGeom>
        </p:spPr>
        <p:txBody>
          <a:bodyPr wrap="square">
            <a:spAutoFit/>
          </a:bodyPr>
          <a:lstStyle/>
          <a:p>
            <a:r>
              <a:rPr lang="en-US" b="1" i="1" dirty="0">
                <a:solidFill>
                  <a:schemeClr val="tx1">
                    <a:lumMod val="65000"/>
                    <a:lumOff val="35000"/>
                  </a:schemeClr>
                </a:solidFill>
              </a:rPr>
              <a:t>“</a:t>
            </a:r>
            <a:r>
              <a:rPr lang="en-US" b="1" i="1" u="sng" dirty="0">
                <a:solidFill>
                  <a:schemeClr val="tx1">
                    <a:lumMod val="65000"/>
                    <a:lumOff val="35000"/>
                  </a:schemeClr>
                </a:solidFill>
              </a:rPr>
              <a:t>the sole defense against the capitalists is competition</a:t>
            </a:r>
            <a:r>
              <a:rPr lang="en-US" i="1" dirty="0">
                <a:solidFill>
                  <a:schemeClr val="tx1">
                    <a:lumMod val="65000"/>
                    <a:lumOff val="35000"/>
                  </a:schemeClr>
                </a:solidFill>
              </a:rPr>
              <a:t>, which according to the evidence of political economy acts beneficently by both raising wages and lowering the prices of commodities to the advantage of the consuming public.". </a:t>
            </a:r>
            <a:r>
              <a:rPr lang="en-US" i="1" dirty="0">
                <a:solidFill>
                  <a:srgbClr val="202124"/>
                </a:solidFill>
                <a:latin typeface="Roboto" panose="02000000000000000000" pitchFamily="2" charset="0"/>
              </a:rPr>
              <a:t>– Karl Marx 1844</a:t>
            </a:r>
            <a:endParaRPr lang="en-US" i="1" dirty="0"/>
          </a:p>
        </p:txBody>
      </p:sp>
      <p:pic>
        <p:nvPicPr>
          <p:cNvPr id="8" name="Picture 7">
            <a:extLst>
              <a:ext uri="{FF2B5EF4-FFF2-40B4-BE49-F238E27FC236}">
                <a16:creationId xmlns:a16="http://schemas.microsoft.com/office/drawing/2014/main" id="{165453C4-5C43-A54D-8DAE-850E62AFB19A}"/>
              </a:ext>
            </a:extLst>
          </p:cNvPr>
          <p:cNvPicPr>
            <a:picLocks noChangeAspect="1"/>
          </p:cNvPicPr>
          <p:nvPr/>
        </p:nvPicPr>
        <p:blipFill>
          <a:blip r:embed="rId2" cstate="hqprint">
            <a:extLst>
              <a:ext uri="{28A0092B-C50C-407E-A947-70E740481C1C}">
                <a14:useLocalDpi xmlns:a14="http://schemas.microsoft.com/office/drawing/2010/main"/>
              </a:ext>
            </a:extLst>
          </a:blip>
          <a:stretch>
            <a:fillRect/>
          </a:stretch>
        </p:blipFill>
        <p:spPr>
          <a:xfrm>
            <a:off x="4753268" y="2696751"/>
            <a:ext cx="6275092" cy="2271922"/>
          </a:xfrm>
          <a:prstGeom prst="rect">
            <a:avLst/>
          </a:prstGeom>
        </p:spPr>
      </p:pic>
      <p:pic>
        <p:nvPicPr>
          <p:cNvPr id="9" name="Picture 8">
            <a:extLst>
              <a:ext uri="{FF2B5EF4-FFF2-40B4-BE49-F238E27FC236}">
                <a16:creationId xmlns:a16="http://schemas.microsoft.com/office/drawing/2014/main" id="{0FE665C1-542A-0145-8F1A-A7538E0DA75F}"/>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64633" y="3287210"/>
            <a:ext cx="4489513" cy="1983121"/>
          </a:xfrm>
          <a:prstGeom prst="rect">
            <a:avLst/>
          </a:prstGeom>
        </p:spPr>
      </p:pic>
      <p:sp>
        <p:nvSpPr>
          <p:cNvPr id="11" name="TextBox 10">
            <a:extLst>
              <a:ext uri="{FF2B5EF4-FFF2-40B4-BE49-F238E27FC236}">
                <a16:creationId xmlns:a16="http://schemas.microsoft.com/office/drawing/2014/main" id="{2D931D4D-6335-E57E-B8C5-8383D7F26F47}"/>
              </a:ext>
            </a:extLst>
          </p:cNvPr>
          <p:cNvSpPr txBox="1"/>
          <p:nvPr/>
        </p:nvSpPr>
        <p:spPr>
          <a:xfrm>
            <a:off x="293224" y="5518376"/>
            <a:ext cx="4460043" cy="1077218"/>
          </a:xfrm>
          <a:prstGeom prst="rect">
            <a:avLst/>
          </a:prstGeom>
          <a:noFill/>
        </p:spPr>
        <p:txBody>
          <a:bodyPr wrap="square">
            <a:spAutoFit/>
          </a:bodyPr>
          <a:lstStyle/>
          <a:p>
            <a:r>
              <a:rPr lang="en-US" sz="1600" b="0" i="1" dirty="0">
                <a:solidFill>
                  <a:srgbClr val="0F1419"/>
                </a:solidFill>
                <a:effectLst/>
                <a:latin typeface="TwitterChirp"/>
              </a:rPr>
              <a:t>“There is of course an anti-System which is called Libertarianism, which means to tear down everything which creates some kind of influence of government into private lives” – Klaus Schwab 2024</a:t>
            </a:r>
            <a:endParaRPr lang="en-US" sz="1600" i="1" dirty="0"/>
          </a:p>
        </p:txBody>
      </p:sp>
    </p:spTree>
    <p:extLst>
      <p:ext uri="{BB962C8B-B14F-4D97-AF65-F5344CB8AC3E}">
        <p14:creationId xmlns:p14="http://schemas.microsoft.com/office/powerpoint/2010/main" val="26810649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706"/>
            <a:ext cx="12192000" cy="6863646"/>
          </a:xfrm>
          <a:prstGeom prst="rect">
            <a:avLst/>
          </a:prstGeom>
        </p:spPr>
      </p:pic>
      <p:sp>
        <p:nvSpPr>
          <p:cNvPr id="2" name="Rectangle 1"/>
          <p:cNvSpPr/>
          <p:nvPr/>
        </p:nvSpPr>
        <p:spPr>
          <a:xfrm>
            <a:off x="2540253" y="2809860"/>
            <a:ext cx="8337177" cy="3970318"/>
          </a:xfrm>
          <a:prstGeom prst="rect">
            <a:avLst/>
          </a:prstGeom>
        </p:spPr>
        <p:txBody>
          <a:bodyPr wrap="square">
            <a:spAutoFit/>
          </a:bodyPr>
          <a:lstStyle/>
          <a:p>
            <a:pPr fontAlgn="base"/>
            <a:r>
              <a:rPr lang="en-US" b="1" dirty="0">
                <a:solidFill>
                  <a:schemeClr val="bg1">
                    <a:lumMod val="85000"/>
                  </a:schemeClr>
                </a:solidFill>
              </a:rPr>
              <a:t>Statistics</a:t>
            </a:r>
            <a:r>
              <a:rPr lang="en-US" dirty="0">
                <a:solidFill>
                  <a:schemeClr val="bg1">
                    <a:lumMod val="85000"/>
                  </a:schemeClr>
                </a:solidFill>
              </a:rPr>
              <a:t> </a:t>
            </a:r>
            <a:r>
              <a:rPr lang="en-US" b="1" i="1" dirty="0">
                <a:solidFill>
                  <a:srgbClr val="92D050"/>
                </a:solidFill>
              </a:rPr>
              <a:t>quantifies</a:t>
            </a:r>
            <a:r>
              <a:rPr lang="en-US" dirty="0">
                <a:solidFill>
                  <a:schemeClr val="bg1">
                    <a:lumMod val="85000"/>
                  </a:schemeClr>
                </a:solidFill>
              </a:rPr>
              <a:t> numbers</a:t>
            </a:r>
          </a:p>
          <a:p>
            <a:pPr lvl="1" fontAlgn="base"/>
            <a:r>
              <a:rPr lang="en-US" dirty="0">
                <a:solidFill>
                  <a:schemeClr val="bg1">
                    <a:lumMod val="85000"/>
                  </a:schemeClr>
                </a:solidFill>
              </a:rPr>
              <a:t>Describes data (mean, median, mode, standard deviation etc.) </a:t>
            </a:r>
          </a:p>
          <a:p>
            <a:pPr lvl="1" fontAlgn="base"/>
            <a:r>
              <a:rPr lang="en-US" dirty="0">
                <a:solidFill>
                  <a:schemeClr val="bg1">
                    <a:lumMod val="85000"/>
                  </a:schemeClr>
                </a:solidFill>
              </a:rPr>
              <a:t>Draws conclusions from data (hypothesis test, deriving estimates etc.)</a:t>
            </a:r>
          </a:p>
          <a:p>
            <a:pPr lvl="1" fontAlgn="base"/>
            <a:r>
              <a:rPr lang="en-US" dirty="0">
                <a:solidFill>
                  <a:schemeClr val="bg1">
                    <a:lumMod val="85000"/>
                  </a:schemeClr>
                </a:solidFill>
              </a:rPr>
              <a:t> </a:t>
            </a:r>
          </a:p>
          <a:p>
            <a:pPr fontAlgn="base"/>
            <a:r>
              <a:rPr lang="en-US" b="1" dirty="0">
                <a:solidFill>
                  <a:schemeClr val="bg1">
                    <a:lumMod val="85000"/>
                  </a:schemeClr>
                </a:solidFill>
              </a:rPr>
              <a:t>Machine Learning</a:t>
            </a:r>
            <a:r>
              <a:rPr lang="en-US" dirty="0">
                <a:solidFill>
                  <a:schemeClr val="bg1">
                    <a:lumMod val="85000"/>
                  </a:schemeClr>
                </a:solidFill>
              </a:rPr>
              <a:t> </a:t>
            </a:r>
            <a:r>
              <a:rPr lang="en-US" b="1" i="1" u="sng" dirty="0">
                <a:solidFill>
                  <a:srgbClr val="92D050"/>
                </a:solidFill>
              </a:rPr>
              <a:t>predicts</a:t>
            </a:r>
            <a:r>
              <a:rPr lang="en-US" dirty="0">
                <a:solidFill>
                  <a:schemeClr val="bg1">
                    <a:lumMod val="85000"/>
                  </a:schemeClr>
                </a:solidFill>
              </a:rPr>
              <a:t> with </a:t>
            </a:r>
            <a:r>
              <a:rPr lang="en-US" b="1" i="1" u="sng" dirty="0">
                <a:solidFill>
                  <a:srgbClr val="92D050"/>
                </a:solidFill>
              </a:rPr>
              <a:t>models</a:t>
            </a:r>
            <a:r>
              <a:rPr lang="en-US" dirty="0">
                <a:solidFill>
                  <a:schemeClr val="bg1">
                    <a:lumMod val="85000"/>
                  </a:schemeClr>
                </a:solidFill>
              </a:rPr>
              <a:t> </a:t>
            </a:r>
          </a:p>
          <a:p>
            <a:pPr lvl="1" fontAlgn="base"/>
            <a:r>
              <a:rPr lang="en-US" dirty="0">
                <a:solidFill>
                  <a:schemeClr val="bg1">
                    <a:lumMod val="85000"/>
                  </a:schemeClr>
                </a:solidFill>
              </a:rPr>
              <a:t>Process of fitting models to data with the goal of </a:t>
            </a:r>
            <a:r>
              <a:rPr lang="en-US" b="1" i="1" u="sng" dirty="0">
                <a:solidFill>
                  <a:schemeClr val="accent6">
                    <a:lumMod val="60000"/>
                    <a:lumOff val="40000"/>
                  </a:schemeClr>
                </a:solidFill>
              </a:rPr>
              <a:t>predictive accuracy </a:t>
            </a:r>
          </a:p>
          <a:p>
            <a:pPr lvl="1" fontAlgn="base"/>
            <a:r>
              <a:rPr lang="en-US" b="1" dirty="0">
                <a:solidFill>
                  <a:schemeClr val="accent6">
                    <a:lumMod val="60000"/>
                    <a:lumOff val="40000"/>
                  </a:schemeClr>
                </a:solidFill>
              </a:rPr>
              <a:t>“Deep Learning” </a:t>
            </a:r>
            <a:r>
              <a:rPr lang="en-US" dirty="0">
                <a:solidFill>
                  <a:schemeClr val="bg1">
                    <a:lumMod val="85000"/>
                  </a:schemeClr>
                </a:solidFill>
              </a:rPr>
              <a:t>is a specific class of machine learning models </a:t>
            </a:r>
          </a:p>
          <a:p>
            <a:pPr lvl="1" fontAlgn="base"/>
            <a:endParaRPr lang="en-US" dirty="0">
              <a:solidFill>
                <a:schemeClr val="bg1">
                  <a:lumMod val="85000"/>
                </a:schemeClr>
              </a:solidFill>
            </a:endParaRPr>
          </a:p>
          <a:p>
            <a:pPr fontAlgn="base"/>
            <a:r>
              <a:rPr lang="en-US" b="1" dirty="0">
                <a:solidFill>
                  <a:schemeClr val="bg1">
                    <a:lumMod val="85000"/>
                  </a:schemeClr>
                </a:solidFill>
              </a:rPr>
              <a:t>Artificial Intelligence</a:t>
            </a:r>
            <a:r>
              <a:rPr lang="en-US" dirty="0">
                <a:solidFill>
                  <a:schemeClr val="bg1">
                    <a:lumMod val="85000"/>
                  </a:schemeClr>
                </a:solidFill>
              </a:rPr>
              <a:t> provides the </a:t>
            </a:r>
            <a:r>
              <a:rPr lang="en-US" b="1" i="1" dirty="0">
                <a:solidFill>
                  <a:srgbClr val="92D050"/>
                </a:solidFill>
              </a:rPr>
              <a:t>appearance</a:t>
            </a:r>
            <a:r>
              <a:rPr lang="en-US" dirty="0">
                <a:solidFill>
                  <a:srgbClr val="92D050"/>
                </a:solidFill>
              </a:rPr>
              <a:t> </a:t>
            </a:r>
            <a:r>
              <a:rPr lang="en-US" dirty="0">
                <a:solidFill>
                  <a:schemeClr val="bg1">
                    <a:lumMod val="85000"/>
                  </a:schemeClr>
                </a:solidFill>
              </a:rPr>
              <a:t>of </a:t>
            </a:r>
            <a:r>
              <a:rPr lang="en-US" b="1" i="1" dirty="0">
                <a:solidFill>
                  <a:srgbClr val="92D050"/>
                </a:solidFill>
              </a:rPr>
              <a:t>behavior </a:t>
            </a:r>
            <a:r>
              <a:rPr lang="en-US" dirty="0">
                <a:solidFill>
                  <a:schemeClr val="bg1">
                    <a:lumMod val="85000"/>
                  </a:schemeClr>
                </a:solidFill>
              </a:rPr>
              <a:t>through</a:t>
            </a:r>
            <a:r>
              <a:rPr lang="en-US" i="1" dirty="0">
                <a:solidFill>
                  <a:schemeClr val="bg1">
                    <a:lumMod val="85000"/>
                  </a:schemeClr>
                </a:solidFill>
              </a:rPr>
              <a:t> </a:t>
            </a:r>
            <a:r>
              <a:rPr lang="en-US" b="1" i="1" dirty="0">
                <a:solidFill>
                  <a:srgbClr val="92D050"/>
                </a:solidFill>
              </a:rPr>
              <a:t>automation </a:t>
            </a:r>
            <a:endParaRPr lang="en-US" b="1" dirty="0">
              <a:solidFill>
                <a:srgbClr val="92D050"/>
              </a:solidFill>
            </a:endParaRPr>
          </a:p>
          <a:p>
            <a:pPr lvl="1"/>
            <a:r>
              <a:rPr lang="en-US" dirty="0">
                <a:solidFill>
                  <a:schemeClr val="bg1">
                    <a:lumMod val="85000"/>
                  </a:schemeClr>
                </a:solidFill>
              </a:rPr>
              <a:t>Computer programs to mimic “human” behavior and interactions</a:t>
            </a:r>
          </a:p>
          <a:p>
            <a:pPr lvl="1"/>
            <a:r>
              <a:rPr lang="en-US" dirty="0">
                <a:solidFill>
                  <a:schemeClr val="bg1">
                    <a:lumMod val="85000"/>
                  </a:schemeClr>
                </a:solidFill>
              </a:rPr>
              <a:t>Automate processes for productivity, efficiency and accuracy </a:t>
            </a:r>
          </a:p>
          <a:p>
            <a:pPr lvl="1"/>
            <a:endParaRPr lang="en-US" dirty="0">
              <a:solidFill>
                <a:schemeClr val="bg1">
                  <a:lumMod val="85000"/>
                </a:schemeClr>
              </a:solidFill>
            </a:endParaRPr>
          </a:p>
          <a:p>
            <a:pPr fontAlgn="base"/>
            <a:r>
              <a:rPr lang="en-US" b="1" dirty="0">
                <a:solidFill>
                  <a:schemeClr val="bg1">
                    <a:lumMod val="85000"/>
                  </a:schemeClr>
                </a:solidFill>
              </a:rPr>
              <a:t>Data Mining &amp; Data Science </a:t>
            </a:r>
            <a:r>
              <a:rPr lang="en-US" dirty="0">
                <a:solidFill>
                  <a:schemeClr val="bg1">
                    <a:lumMod val="85000"/>
                  </a:schemeClr>
                </a:solidFill>
              </a:rPr>
              <a:t>finds </a:t>
            </a:r>
            <a:r>
              <a:rPr lang="en-US" b="1" i="1" dirty="0">
                <a:solidFill>
                  <a:srgbClr val="92D050"/>
                </a:solidFill>
              </a:rPr>
              <a:t>patterns</a:t>
            </a:r>
            <a:r>
              <a:rPr lang="en-US" i="1" dirty="0">
                <a:solidFill>
                  <a:srgbClr val="92D050"/>
                </a:solidFill>
              </a:rPr>
              <a:t> </a:t>
            </a:r>
            <a:r>
              <a:rPr lang="en-US" dirty="0">
                <a:solidFill>
                  <a:schemeClr val="bg1">
                    <a:lumMod val="85000"/>
                  </a:schemeClr>
                </a:solidFill>
              </a:rPr>
              <a:t>to explain a phenomenon</a:t>
            </a:r>
          </a:p>
          <a:p>
            <a:pPr lvl="1" fontAlgn="base"/>
            <a:r>
              <a:rPr lang="en-US" i="1" dirty="0">
                <a:solidFill>
                  <a:schemeClr val="bg1">
                    <a:lumMod val="85000"/>
                  </a:schemeClr>
                </a:solidFill>
              </a:rPr>
              <a:t>Practical application of computer programs, Statistics and Machine Learning</a:t>
            </a:r>
            <a:endParaRPr lang="en-US" dirty="0">
              <a:solidFill>
                <a:schemeClr val="bg1">
                  <a:lumMod val="85000"/>
                </a:schemeClr>
              </a:solidFill>
            </a:endParaRPr>
          </a:p>
        </p:txBody>
      </p:sp>
      <p:sp>
        <p:nvSpPr>
          <p:cNvPr id="3" name="TextBox 2">
            <a:extLst>
              <a:ext uri="{FF2B5EF4-FFF2-40B4-BE49-F238E27FC236}">
                <a16:creationId xmlns:a16="http://schemas.microsoft.com/office/drawing/2014/main" id="{DDCDBFA7-0FE3-DB76-34DE-77007957878B}"/>
              </a:ext>
            </a:extLst>
          </p:cNvPr>
          <p:cNvSpPr txBox="1"/>
          <p:nvPr/>
        </p:nvSpPr>
        <p:spPr>
          <a:xfrm>
            <a:off x="2743200" y="722489"/>
            <a:ext cx="7191022" cy="461665"/>
          </a:xfrm>
          <a:prstGeom prst="rect">
            <a:avLst/>
          </a:prstGeom>
          <a:noFill/>
        </p:spPr>
        <p:txBody>
          <a:bodyPr wrap="square" rtlCol="0">
            <a:spAutoFit/>
          </a:bodyPr>
          <a:lstStyle/>
          <a:p>
            <a:r>
              <a:rPr lang="en-US" sz="2400" i="1" dirty="0">
                <a:solidFill>
                  <a:schemeClr val="bg2"/>
                </a:solidFill>
              </a:rPr>
              <a:t>WHAT IS MACHINE LEARNING? </a:t>
            </a:r>
          </a:p>
        </p:txBody>
      </p:sp>
    </p:spTree>
    <p:extLst>
      <p:ext uri="{BB962C8B-B14F-4D97-AF65-F5344CB8AC3E}">
        <p14:creationId xmlns:p14="http://schemas.microsoft.com/office/powerpoint/2010/main" val="226794168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p>
        </p:txBody>
      </p:sp>
      <p:grpSp>
        <p:nvGrpSpPr>
          <p:cNvPr id="40" name="Group 39">
            <a:extLst>
              <a:ext uri="{FF2B5EF4-FFF2-40B4-BE49-F238E27FC236}">
                <a16:creationId xmlns:a16="http://schemas.microsoft.com/office/drawing/2014/main" id="{6E54C010-BDA6-F141-B8E6-F87FB9F2A5F7}"/>
              </a:ext>
            </a:extLst>
          </p:cNvPr>
          <p:cNvGrpSpPr/>
          <p:nvPr/>
        </p:nvGrpSpPr>
        <p:grpSpPr>
          <a:xfrm>
            <a:off x="838140" y="1218574"/>
            <a:ext cx="10950186" cy="4834397"/>
            <a:chOff x="838140" y="1218574"/>
            <a:chExt cx="10950186" cy="4834397"/>
          </a:xfrm>
        </p:grpSpPr>
        <p:grpSp>
          <p:nvGrpSpPr>
            <p:cNvPr id="41" name="Group 40">
              <a:extLst>
                <a:ext uri="{FF2B5EF4-FFF2-40B4-BE49-F238E27FC236}">
                  <a16:creationId xmlns:a16="http://schemas.microsoft.com/office/drawing/2014/main" id="{06C6BF71-F407-CF4C-95E7-C44A65009479}"/>
                </a:ext>
              </a:extLst>
            </p:cNvPr>
            <p:cNvGrpSpPr/>
            <p:nvPr/>
          </p:nvGrpSpPr>
          <p:grpSpPr>
            <a:xfrm>
              <a:off x="7114474" y="1709770"/>
              <a:ext cx="410543" cy="4336668"/>
              <a:chOff x="4671460" y="1745729"/>
              <a:chExt cx="320039" cy="4562474"/>
            </a:xfrm>
            <a:solidFill>
              <a:srgbClr val="800000"/>
            </a:solidFill>
          </p:grpSpPr>
          <p:sp>
            <p:nvSpPr>
              <p:cNvPr id="74" name="Rectangle 73">
                <a:extLst>
                  <a:ext uri="{FF2B5EF4-FFF2-40B4-BE49-F238E27FC236}">
                    <a16:creationId xmlns:a16="http://schemas.microsoft.com/office/drawing/2014/main" id="{1265A827-2612-0240-A6DE-CDD60DE37CB4}"/>
                  </a:ext>
                </a:extLst>
              </p:cNvPr>
              <p:cNvSpPr/>
              <p:nvPr/>
            </p:nvSpPr>
            <p:spPr bwMode="auto">
              <a:xfrm rot="10800000">
                <a:off x="4671461" y="1745729"/>
                <a:ext cx="319054" cy="673233"/>
              </a:xfrm>
              <a:prstGeom prst="rect">
                <a:avLst/>
              </a:prstGeom>
              <a:solidFill>
                <a:schemeClr val="accent3"/>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5" name="Right Triangle 74">
                <a:extLst>
                  <a:ext uri="{FF2B5EF4-FFF2-40B4-BE49-F238E27FC236}">
                    <a16:creationId xmlns:a16="http://schemas.microsoft.com/office/drawing/2014/main" id="{1A90F5A8-BB18-4942-A754-36A9F6DFFB13}"/>
                  </a:ext>
                </a:extLst>
              </p:cNvPr>
              <p:cNvSpPr/>
              <p:nvPr/>
            </p:nvSpPr>
            <p:spPr bwMode="auto">
              <a:xfrm rot="10800000">
                <a:off x="4671460" y="2418961"/>
                <a:ext cx="320039" cy="3889242"/>
              </a:xfrm>
              <a:prstGeom prst="rtTriangle">
                <a:avLst/>
              </a:prstGeom>
              <a:solidFill>
                <a:schemeClr val="accent3"/>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42" name="Text Placeholder 16">
              <a:extLst>
                <a:ext uri="{FF2B5EF4-FFF2-40B4-BE49-F238E27FC236}">
                  <a16:creationId xmlns:a16="http://schemas.microsoft.com/office/drawing/2014/main" id="{66B18ED9-F2CD-5343-AE0B-204034F4C0D4}"/>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43" name="Straight Connector 42">
              <a:extLst>
                <a:ext uri="{FF2B5EF4-FFF2-40B4-BE49-F238E27FC236}">
                  <a16:creationId xmlns:a16="http://schemas.microsoft.com/office/drawing/2014/main" id="{1FD728D7-EC12-E34B-B83D-EB16CCC8B32A}"/>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4" name="Text Placeholder 16">
              <a:extLst>
                <a:ext uri="{FF2B5EF4-FFF2-40B4-BE49-F238E27FC236}">
                  <a16:creationId xmlns:a16="http://schemas.microsoft.com/office/drawing/2014/main" id="{CD141A61-AAA3-AC4A-B7C7-ED6C62658ECB}"/>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45" name="Straight Connector 44">
              <a:extLst>
                <a:ext uri="{FF2B5EF4-FFF2-40B4-BE49-F238E27FC236}">
                  <a16:creationId xmlns:a16="http://schemas.microsoft.com/office/drawing/2014/main" id="{BE350404-5964-A44B-8508-340A3CDB755C}"/>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6" name="Rectangle 45">
              <a:extLst>
                <a:ext uri="{FF2B5EF4-FFF2-40B4-BE49-F238E27FC236}">
                  <a16:creationId xmlns:a16="http://schemas.microsoft.com/office/drawing/2014/main" id="{C371CE26-3B6C-E242-B8BE-41BDED8A1948}"/>
                </a:ext>
              </a:extLst>
            </p:cNvPr>
            <p:cNvSpPr/>
            <p:nvPr/>
          </p:nvSpPr>
          <p:spPr bwMode="auto">
            <a:xfrm>
              <a:off x="838140" y="1716301"/>
              <a:ext cx="2285405" cy="639913"/>
            </a:xfrm>
            <a:prstGeom prst="rect">
              <a:avLst/>
            </a:prstGeom>
            <a:solidFill>
              <a:schemeClr val="accent3"/>
            </a:solidFill>
            <a:ln w="19050"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47" name="Rectangle 46">
              <a:extLst>
                <a:ext uri="{FF2B5EF4-FFF2-40B4-BE49-F238E27FC236}">
                  <a16:creationId xmlns:a16="http://schemas.microsoft.com/office/drawing/2014/main" id="{4BA159B9-FAF4-544A-8224-E355420F35AA}"/>
                </a:ext>
              </a:extLst>
            </p:cNvPr>
            <p:cNvSpPr/>
            <p:nvPr/>
          </p:nvSpPr>
          <p:spPr bwMode="auto">
            <a:xfrm>
              <a:off x="838140" y="245673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48" name="Rectangle 47">
              <a:extLst>
                <a:ext uri="{FF2B5EF4-FFF2-40B4-BE49-F238E27FC236}">
                  <a16:creationId xmlns:a16="http://schemas.microsoft.com/office/drawing/2014/main" id="{636374A9-C9AA-8F4A-9031-1D755C5882CB}"/>
                </a:ext>
              </a:extLst>
            </p:cNvPr>
            <p:cNvSpPr/>
            <p:nvPr/>
          </p:nvSpPr>
          <p:spPr bwMode="auto">
            <a:xfrm>
              <a:off x="838140" y="319716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49" name="Rectangle 48">
              <a:extLst>
                <a:ext uri="{FF2B5EF4-FFF2-40B4-BE49-F238E27FC236}">
                  <a16:creationId xmlns:a16="http://schemas.microsoft.com/office/drawing/2014/main" id="{B0D2B88A-DD9D-7045-90FE-985F4F33E48E}"/>
                </a:ext>
              </a:extLst>
            </p:cNvPr>
            <p:cNvSpPr/>
            <p:nvPr/>
          </p:nvSpPr>
          <p:spPr bwMode="auto">
            <a:xfrm>
              <a:off x="838140" y="393759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50" name="Content Placeholder 22">
              <a:extLst>
                <a:ext uri="{FF2B5EF4-FFF2-40B4-BE49-F238E27FC236}">
                  <a16:creationId xmlns:a16="http://schemas.microsoft.com/office/drawing/2014/main" id="{FED8352D-3FB8-0D4D-82F4-53ECEE935DB0}"/>
                </a:ext>
              </a:extLst>
            </p:cNvPr>
            <p:cNvSpPr txBox="1">
              <a:spLocks/>
            </p:cNvSpPr>
            <p:nvPr/>
          </p:nvSpPr>
          <p:spPr>
            <a:xfrm>
              <a:off x="3268929" y="1716301"/>
              <a:ext cx="3847223" cy="639913"/>
            </a:xfrm>
            <a:prstGeom prst="rect">
              <a:avLst/>
            </a:prstGeom>
            <a:noFill/>
            <a:ln w="19050">
              <a:solidFill>
                <a:schemeClr val="accent3"/>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51" name="Content Placeholder 22">
              <a:extLst>
                <a:ext uri="{FF2B5EF4-FFF2-40B4-BE49-F238E27FC236}">
                  <a16:creationId xmlns:a16="http://schemas.microsoft.com/office/drawing/2014/main" id="{078F18C5-DF74-2249-A5DF-372CA7B67002}"/>
                </a:ext>
              </a:extLst>
            </p:cNvPr>
            <p:cNvSpPr txBox="1">
              <a:spLocks/>
            </p:cNvSpPr>
            <p:nvPr/>
          </p:nvSpPr>
          <p:spPr>
            <a:xfrm>
              <a:off x="3268929" y="2455653"/>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52" name="Content Placeholder 22">
              <a:extLst>
                <a:ext uri="{FF2B5EF4-FFF2-40B4-BE49-F238E27FC236}">
                  <a16:creationId xmlns:a16="http://schemas.microsoft.com/office/drawing/2014/main" id="{7A73A441-8B17-7645-ACC4-0BF6D9E632E6}"/>
                </a:ext>
              </a:extLst>
            </p:cNvPr>
            <p:cNvSpPr txBox="1">
              <a:spLocks/>
            </p:cNvSpPr>
            <p:nvPr/>
          </p:nvSpPr>
          <p:spPr>
            <a:xfrm>
              <a:off x="3268929" y="3195004"/>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53" name="Content Placeholder 22">
              <a:extLst>
                <a:ext uri="{FF2B5EF4-FFF2-40B4-BE49-F238E27FC236}">
                  <a16:creationId xmlns:a16="http://schemas.microsoft.com/office/drawing/2014/main" id="{7419BCC3-8F59-1049-8056-9262D17DF75B}"/>
                </a:ext>
              </a:extLst>
            </p:cNvPr>
            <p:cNvSpPr txBox="1">
              <a:spLocks/>
            </p:cNvSpPr>
            <p:nvPr/>
          </p:nvSpPr>
          <p:spPr>
            <a:xfrm>
              <a:off x="3268929" y="541305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54" name="Rectangle 53">
              <a:extLst>
                <a:ext uri="{FF2B5EF4-FFF2-40B4-BE49-F238E27FC236}">
                  <a16:creationId xmlns:a16="http://schemas.microsoft.com/office/drawing/2014/main" id="{43EC61A1-0814-E74F-837D-103E75B8E1AF}"/>
                </a:ext>
              </a:extLst>
            </p:cNvPr>
            <p:cNvSpPr/>
            <p:nvPr/>
          </p:nvSpPr>
          <p:spPr bwMode="auto">
            <a:xfrm>
              <a:off x="838140" y="467802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55" name="Content Placeholder 22">
              <a:extLst>
                <a:ext uri="{FF2B5EF4-FFF2-40B4-BE49-F238E27FC236}">
                  <a16:creationId xmlns:a16="http://schemas.microsoft.com/office/drawing/2014/main" id="{11DEB85B-B21B-274B-B5AA-C9C397F6B3A2}"/>
                </a:ext>
              </a:extLst>
            </p:cNvPr>
            <p:cNvSpPr txBox="1">
              <a:spLocks/>
            </p:cNvSpPr>
            <p:nvPr/>
          </p:nvSpPr>
          <p:spPr>
            <a:xfrm>
              <a:off x="3268929" y="3934356"/>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56" name="Group 55">
              <a:extLst>
                <a:ext uri="{FF2B5EF4-FFF2-40B4-BE49-F238E27FC236}">
                  <a16:creationId xmlns:a16="http://schemas.microsoft.com/office/drawing/2014/main" id="{D1E9E937-1256-6446-9339-E229D51AE5D7}"/>
                </a:ext>
              </a:extLst>
            </p:cNvPr>
            <p:cNvGrpSpPr>
              <a:grpSpLocks noChangeAspect="1"/>
            </p:cNvGrpSpPr>
            <p:nvPr/>
          </p:nvGrpSpPr>
          <p:grpSpPr>
            <a:xfrm>
              <a:off x="1061689" y="5629902"/>
              <a:ext cx="371878" cy="365665"/>
              <a:chOff x="8146160" y="1934179"/>
              <a:chExt cx="851125" cy="836906"/>
            </a:xfrm>
          </p:grpSpPr>
          <p:sp>
            <p:nvSpPr>
              <p:cNvPr id="64" name="Trapezoid 63">
                <a:extLst>
                  <a:ext uri="{FF2B5EF4-FFF2-40B4-BE49-F238E27FC236}">
                    <a16:creationId xmlns:a16="http://schemas.microsoft.com/office/drawing/2014/main" id="{CC25F0DA-94C1-7A46-B273-7B43527802D4}"/>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5" name="Right Triangle 64">
                <a:extLst>
                  <a:ext uri="{FF2B5EF4-FFF2-40B4-BE49-F238E27FC236}">
                    <a16:creationId xmlns:a16="http://schemas.microsoft.com/office/drawing/2014/main" id="{434B9027-97F2-7946-BB85-199C368D4FFC}"/>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6" name="Right Triangle 65">
                <a:extLst>
                  <a:ext uri="{FF2B5EF4-FFF2-40B4-BE49-F238E27FC236}">
                    <a16:creationId xmlns:a16="http://schemas.microsoft.com/office/drawing/2014/main" id="{DCB583C1-6439-2F40-B9D7-078F5B569ECA}"/>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7" name="Rectangle 66">
                <a:extLst>
                  <a:ext uri="{FF2B5EF4-FFF2-40B4-BE49-F238E27FC236}">
                    <a16:creationId xmlns:a16="http://schemas.microsoft.com/office/drawing/2014/main" id="{EBE852CD-7B4B-2C4B-A7C3-7E51864BF229}"/>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8" name="Rectangle 67">
                <a:extLst>
                  <a:ext uri="{FF2B5EF4-FFF2-40B4-BE49-F238E27FC236}">
                    <a16:creationId xmlns:a16="http://schemas.microsoft.com/office/drawing/2014/main" id="{4A9A6F96-2726-A640-80AA-5EE3F5B6DE96}"/>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9" name="Rectangle 68">
                <a:extLst>
                  <a:ext uri="{FF2B5EF4-FFF2-40B4-BE49-F238E27FC236}">
                    <a16:creationId xmlns:a16="http://schemas.microsoft.com/office/drawing/2014/main" id="{FA96C3CC-0EDC-814E-B294-1A3329B8859D}"/>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0" name="Rectangle 69">
                <a:extLst>
                  <a:ext uri="{FF2B5EF4-FFF2-40B4-BE49-F238E27FC236}">
                    <a16:creationId xmlns:a16="http://schemas.microsoft.com/office/drawing/2014/main" id="{5FADC747-D99D-1246-B1ED-FD220D5875B3}"/>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1" name="Rectangle 70">
                <a:extLst>
                  <a:ext uri="{FF2B5EF4-FFF2-40B4-BE49-F238E27FC236}">
                    <a16:creationId xmlns:a16="http://schemas.microsoft.com/office/drawing/2014/main" id="{0FF16987-056C-E042-BF6C-7D2402A76AEC}"/>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2" name="Rectangle 71">
                <a:extLst>
                  <a:ext uri="{FF2B5EF4-FFF2-40B4-BE49-F238E27FC236}">
                    <a16:creationId xmlns:a16="http://schemas.microsoft.com/office/drawing/2014/main" id="{7F279505-F746-1741-A932-A0E8B9EA75BA}"/>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3" name="Rectangle 72">
                <a:extLst>
                  <a:ext uri="{FF2B5EF4-FFF2-40B4-BE49-F238E27FC236}">
                    <a16:creationId xmlns:a16="http://schemas.microsoft.com/office/drawing/2014/main" id="{B8978998-08C7-2643-828B-3987DA67A7EF}"/>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7" name="Text Placeholder 16">
              <a:extLst>
                <a:ext uri="{FF2B5EF4-FFF2-40B4-BE49-F238E27FC236}">
                  <a16:creationId xmlns:a16="http://schemas.microsoft.com/office/drawing/2014/main" id="{8D728269-1542-6C40-B72C-A9A21BD218AA}"/>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58" name="Straight Connector 57">
              <a:extLst>
                <a:ext uri="{FF2B5EF4-FFF2-40B4-BE49-F238E27FC236}">
                  <a16:creationId xmlns:a16="http://schemas.microsoft.com/office/drawing/2014/main" id="{29FBB040-04B6-204A-AC61-E7AA0351B426}"/>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59" name="Rectangle 58">
              <a:extLst>
                <a:ext uri="{FF2B5EF4-FFF2-40B4-BE49-F238E27FC236}">
                  <a16:creationId xmlns:a16="http://schemas.microsoft.com/office/drawing/2014/main" id="{911B8200-2CCE-0B4C-AED1-025F16E3781E}"/>
                </a:ext>
              </a:extLst>
            </p:cNvPr>
            <p:cNvSpPr/>
            <p:nvPr/>
          </p:nvSpPr>
          <p:spPr bwMode="auto">
            <a:xfrm>
              <a:off x="838140" y="5413057"/>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sp>
          <p:nvSpPr>
            <p:cNvPr id="60" name="Content Placeholder 22">
              <a:extLst>
                <a:ext uri="{FF2B5EF4-FFF2-40B4-BE49-F238E27FC236}">
                  <a16:creationId xmlns:a16="http://schemas.microsoft.com/office/drawing/2014/main" id="{B7D362C9-E3C7-DC41-82C2-70E6E155D95E}"/>
                </a:ext>
              </a:extLst>
            </p:cNvPr>
            <p:cNvSpPr txBox="1">
              <a:spLocks/>
            </p:cNvSpPr>
            <p:nvPr/>
          </p:nvSpPr>
          <p:spPr>
            <a:xfrm>
              <a:off x="3267252" y="467370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61" name="Content Placeholder 4">
              <a:extLst>
                <a:ext uri="{FF2B5EF4-FFF2-40B4-BE49-F238E27FC236}">
                  <a16:creationId xmlns:a16="http://schemas.microsoft.com/office/drawing/2014/main" id="{15A931AE-6622-BC4E-A638-4CF803093AC5}"/>
                </a:ext>
              </a:extLst>
            </p:cNvPr>
            <p:cNvSpPr txBox="1">
              <a:spLocks/>
            </p:cNvSpPr>
            <p:nvPr/>
          </p:nvSpPr>
          <p:spPr bwMode="gray">
            <a:xfrm>
              <a:off x="7511870" y="1716301"/>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Ranking algorithm within Amazon Search</a:t>
              </a:r>
            </a:p>
          </p:txBody>
        </p:sp>
        <p:pic>
          <p:nvPicPr>
            <p:cNvPr id="62" name="Picture 61">
              <a:extLst>
                <a:ext uri="{FF2B5EF4-FFF2-40B4-BE49-F238E27FC236}">
                  <a16:creationId xmlns:a16="http://schemas.microsoft.com/office/drawing/2014/main" id="{9B06693B-8BB2-6647-847A-217644A49BC8}"/>
                </a:ext>
              </a:extLst>
            </p:cNvPr>
            <p:cNvPicPr>
              <a:picLocks noChangeAspect="1"/>
            </p:cNvPicPr>
            <p:nvPr/>
          </p:nvPicPr>
          <p:blipFill>
            <a:blip r:embed="rId3"/>
            <a:stretch>
              <a:fillRect/>
            </a:stretch>
          </p:blipFill>
          <p:spPr>
            <a:xfrm>
              <a:off x="7690347" y="2205789"/>
              <a:ext cx="3927127" cy="360425"/>
            </a:xfrm>
            <a:prstGeom prst="rect">
              <a:avLst/>
            </a:prstGeom>
          </p:spPr>
        </p:pic>
        <p:pic>
          <p:nvPicPr>
            <p:cNvPr id="63" name="Picture 62">
              <a:extLst>
                <a:ext uri="{FF2B5EF4-FFF2-40B4-BE49-F238E27FC236}">
                  <a16:creationId xmlns:a16="http://schemas.microsoft.com/office/drawing/2014/main" id="{24D0E5D8-2109-D640-9CF8-F3A1A3D4D72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690347" y="2599225"/>
              <a:ext cx="3915612" cy="3408886"/>
            </a:xfrm>
            <a:prstGeom prst="rect">
              <a:avLst/>
            </a:prstGeom>
          </p:spPr>
        </p:pic>
      </p:grpSp>
    </p:spTree>
    <p:extLst>
      <p:ext uri="{BB962C8B-B14F-4D97-AF65-F5344CB8AC3E}">
        <p14:creationId xmlns:p14="http://schemas.microsoft.com/office/powerpoint/2010/main" val="1339788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p>
        </p:txBody>
      </p:sp>
      <p:grpSp>
        <p:nvGrpSpPr>
          <p:cNvPr id="39" name="Group 38">
            <a:extLst>
              <a:ext uri="{FF2B5EF4-FFF2-40B4-BE49-F238E27FC236}">
                <a16:creationId xmlns:a16="http://schemas.microsoft.com/office/drawing/2014/main" id="{F6A7AFB7-68ED-3545-85C9-79FDFE408E95}"/>
              </a:ext>
            </a:extLst>
          </p:cNvPr>
          <p:cNvGrpSpPr/>
          <p:nvPr/>
        </p:nvGrpSpPr>
        <p:grpSpPr>
          <a:xfrm>
            <a:off x="838140" y="1218574"/>
            <a:ext cx="10950186" cy="4834397"/>
            <a:chOff x="838140" y="1218574"/>
            <a:chExt cx="10950186" cy="4834397"/>
          </a:xfrm>
        </p:grpSpPr>
        <p:grpSp>
          <p:nvGrpSpPr>
            <p:cNvPr id="76" name="Group 75">
              <a:extLst>
                <a:ext uri="{FF2B5EF4-FFF2-40B4-BE49-F238E27FC236}">
                  <a16:creationId xmlns:a16="http://schemas.microsoft.com/office/drawing/2014/main" id="{CEAE7330-6E02-F34E-A215-08E124753B85}"/>
                </a:ext>
              </a:extLst>
            </p:cNvPr>
            <p:cNvGrpSpPr/>
            <p:nvPr/>
          </p:nvGrpSpPr>
          <p:grpSpPr>
            <a:xfrm>
              <a:off x="7114473" y="1696022"/>
              <a:ext cx="410543" cy="4341714"/>
              <a:chOff x="4743448" y="1752601"/>
              <a:chExt cx="247651" cy="4562473"/>
            </a:xfrm>
            <a:solidFill>
              <a:srgbClr val="800000"/>
            </a:solidFill>
          </p:grpSpPr>
          <p:sp>
            <p:nvSpPr>
              <p:cNvPr id="109" name="Rectangle 108">
                <a:extLst>
                  <a:ext uri="{FF2B5EF4-FFF2-40B4-BE49-F238E27FC236}">
                    <a16:creationId xmlns:a16="http://schemas.microsoft.com/office/drawing/2014/main" id="{2F774F68-3BE1-4B42-98F0-C9D559E4BE93}"/>
                  </a:ext>
                </a:extLst>
              </p:cNvPr>
              <p:cNvSpPr/>
              <p:nvPr/>
            </p:nvSpPr>
            <p:spPr bwMode="auto">
              <a:xfrm rot="10800000">
                <a:off x="4743449" y="2534846"/>
                <a:ext cx="246888" cy="672451"/>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0" name="Right Triangle 109">
                <a:extLst>
                  <a:ext uri="{FF2B5EF4-FFF2-40B4-BE49-F238E27FC236}">
                    <a16:creationId xmlns:a16="http://schemas.microsoft.com/office/drawing/2014/main" id="{D6585C18-951F-C34E-A9E9-646E4EB0234F}"/>
                  </a:ext>
                </a:extLst>
              </p:cNvPr>
              <p:cNvSpPr/>
              <p:nvPr/>
            </p:nvSpPr>
            <p:spPr bwMode="auto">
              <a:xfrm rot="10800000">
                <a:off x="4743449" y="3207296"/>
                <a:ext cx="247650" cy="3107778"/>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1" name="Right Triangle 110">
                <a:extLst>
                  <a:ext uri="{FF2B5EF4-FFF2-40B4-BE49-F238E27FC236}">
                    <a16:creationId xmlns:a16="http://schemas.microsoft.com/office/drawing/2014/main" id="{D326E855-EB27-5241-B63B-37403183B48F}"/>
                  </a:ext>
                </a:extLst>
              </p:cNvPr>
              <p:cNvSpPr/>
              <p:nvPr/>
            </p:nvSpPr>
            <p:spPr bwMode="auto">
              <a:xfrm flipH="1">
                <a:off x="4743448" y="1752601"/>
                <a:ext cx="247650" cy="782245"/>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77" name="Text Placeholder 16">
              <a:extLst>
                <a:ext uri="{FF2B5EF4-FFF2-40B4-BE49-F238E27FC236}">
                  <a16:creationId xmlns:a16="http://schemas.microsoft.com/office/drawing/2014/main" id="{E8C2EC4F-29C6-EF4A-80D6-EC717B4ECFA3}"/>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78" name="Straight Connector 77">
              <a:extLst>
                <a:ext uri="{FF2B5EF4-FFF2-40B4-BE49-F238E27FC236}">
                  <a16:creationId xmlns:a16="http://schemas.microsoft.com/office/drawing/2014/main" id="{4B16532E-645B-1A46-8CDD-5A62326FA01A}"/>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79" name="Text Placeholder 16">
              <a:extLst>
                <a:ext uri="{FF2B5EF4-FFF2-40B4-BE49-F238E27FC236}">
                  <a16:creationId xmlns:a16="http://schemas.microsoft.com/office/drawing/2014/main" id="{3120D9D7-D46C-8C4F-A1A6-2A0CACBEFB4A}"/>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80" name="Straight Connector 79">
              <a:extLst>
                <a:ext uri="{FF2B5EF4-FFF2-40B4-BE49-F238E27FC236}">
                  <a16:creationId xmlns:a16="http://schemas.microsoft.com/office/drawing/2014/main" id="{410AFC30-6098-EC4D-9D98-67426AA2AA1C}"/>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81" name="Rectangle 80">
              <a:extLst>
                <a:ext uri="{FF2B5EF4-FFF2-40B4-BE49-F238E27FC236}">
                  <a16:creationId xmlns:a16="http://schemas.microsoft.com/office/drawing/2014/main" id="{C17D1335-B257-BB43-8D6E-8E59DD249298}"/>
                </a:ext>
              </a:extLst>
            </p:cNvPr>
            <p:cNvSpPr/>
            <p:nvPr/>
          </p:nvSpPr>
          <p:spPr bwMode="auto">
            <a:xfrm>
              <a:off x="838140" y="171630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82" name="Rectangle 81">
              <a:extLst>
                <a:ext uri="{FF2B5EF4-FFF2-40B4-BE49-F238E27FC236}">
                  <a16:creationId xmlns:a16="http://schemas.microsoft.com/office/drawing/2014/main" id="{57B1F948-ED54-F04F-BD11-5153D37A1B06}"/>
                </a:ext>
              </a:extLst>
            </p:cNvPr>
            <p:cNvSpPr/>
            <p:nvPr/>
          </p:nvSpPr>
          <p:spPr bwMode="auto">
            <a:xfrm>
              <a:off x="838140" y="2456731"/>
              <a:ext cx="2285405" cy="639913"/>
            </a:xfrm>
            <a:prstGeom prst="rect">
              <a:avLst/>
            </a:prstGeom>
            <a:solidFill>
              <a:schemeClr val="accent3"/>
            </a:solidFill>
            <a:ln w="19050"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83" name="Rectangle 82">
              <a:extLst>
                <a:ext uri="{FF2B5EF4-FFF2-40B4-BE49-F238E27FC236}">
                  <a16:creationId xmlns:a16="http://schemas.microsoft.com/office/drawing/2014/main" id="{ACBD1014-B5BB-F74A-98DE-6048920E278F}"/>
                </a:ext>
              </a:extLst>
            </p:cNvPr>
            <p:cNvSpPr/>
            <p:nvPr/>
          </p:nvSpPr>
          <p:spPr bwMode="auto">
            <a:xfrm>
              <a:off x="838140" y="319716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84" name="Rectangle 83">
              <a:extLst>
                <a:ext uri="{FF2B5EF4-FFF2-40B4-BE49-F238E27FC236}">
                  <a16:creationId xmlns:a16="http://schemas.microsoft.com/office/drawing/2014/main" id="{39336395-5376-2F45-A7AB-D68C7D6D59CE}"/>
                </a:ext>
              </a:extLst>
            </p:cNvPr>
            <p:cNvSpPr/>
            <p:nvPr/>
          </p:nvSpPr>
          <p:spPr bwMode="auto">
            <a:xfrm>
              <a:off x="838140" y="393759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85" name="Content Placeholder 22">
              <a:extLst>
                <a:ext uri="{FF2B5EF4-FFF2-40B4-BE49-F238E27FC236}">
                  <a16:creationId xmlns:a16="http://schemas.microsoft.com/office/drawing/2014/main" id="{D82C45C8-3DA8-D540-A476-D74C97B60909}"/>
                </a:ext>
              </a:extLst>
            </p:cNvPr>
            <p:cNvSpPr txBox="1">
              <a:spLocks/>
            </p:cNvSpPr>
            <p:nvPr/>
          </p:nvSpPr>
          <p:spPr>
            <a:xfrm>
              <a:off x="3268929" y="1716301"/>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86" name="Content Placeholder 22">
              <a:extLst>
                <a:ext uri="{FF2B5EF4-FFF2-40B4-BE49-F238E27FC236}">
                  <a16:creationId xmlns:a16="http://schemas.microsoft.com/office/drawing/2014/main" id="{76698123-B719-5A45-BD27-385FA55F3069}"/>
                </a:ext>
              </a:extLst>
            </p:cNvPr>
            <p:cNvSpPr txBox="1">
              <a:spLocks/>
            </p:cNvSpPr>
            <p:nvPr/>
          </p:nvSpPr>
          <p:spPr>
            <a:xfrm>
              <a:off x="3268929" y="2455653"/>
              <a:ext cx="3847223" cy="639913"/>
            </a:xfrm>
            <a:prstGeom prst="rect">
              <a:avLst/>
            </a:prstGeom>
            <a:noFill/>
            <a:ln w="19050">
              <a:solidFill>
                <a:schemeClr val="accent3"/>
              </a:solidFill>
            </a:ln>
          </p:spPr>
          <p:txBody>
            <a:bodyPr lIns="91416" rIns="91416" anchor="ctr"/>
            <a:lstStyle>
              <a:defPPr>
                <a:defRPr lang="en-US"/>
              </a:defPPr>
              <a:lvl1pPr defTabSz="914400">
                <a:defRPr sz="1400">
                  <a:latin typeface="+mj-lt"/>
                </a:defRPr>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87" name="Content Placeholder 22">
              <a:extLst>
                <a:ext uri="{FF2B5EF4-FFF2-40B4-BE49-F238E27FC236}">
                  <a16:creationId xmlns:a16="http://schemas.microsoft.com/office/drawing/2014/main" id="{F199CB89-707A-D147-BF56-22B9E2D1C333}"/>
                </a:ext>
              </a:extLst>
            </p:cNvPr>
            <p:cNvSpPr txBox="1">
              <a:spLocks/>
            </p:cNvSpPr>
            <p:nvPr/>
          </p:nvSpPr>
          <p:spPr>
            <a:xfrm>
              <a:off x="3268929" y="3195004"/>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88" name="Content Placeholder 22">
              <a:extLst>
                <a:ext uri="{FF2B5EF4-FFF2-40B4-BE49-F238E27FC236}">
                  <a16:creationId xmlns:a16="http://schemas.microsoft.com/office/drawing/2014/main" id="{3DBA5028-CB46-0F47-8552-BED1F6130064}"/>
                </a:ext>
              </a:extLst>
            </p:cNvPr>
            <p:cNvSpPr txBox="1">
              <a:spLocks/>
            </p:cNvSpPr>
            <p:nvPr/>
          </p:nvSpPr>
          <p:spPr>
            <a:xfrm>
              <a:off x="3268929" y="541305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89" name="Rectangle 88">
              <a:extLst>
                <a:ext uri="{FF2B5EF4-FFF2-40B4-BE49-F238E27FC236}">
                  <a16:creationId xmlns:a16="http://schemas.microsoft.com/office/drawing/2014/main" id="{B1C95A1E-A6D4-924B-A057-C484CFD23079}"/>
                </a:ext>
              </a:extLst>
            </p:cNvPr>
            <p:cNvSpPr/>
            <p:nvPr/>
          </p:nvSpPr>
          <p:spPr bwMode="auto">
            <a:xfrm>
              <a:off x="838140" y="467802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90" name="Content Placeholder 22">
              <a:extLst>
                <a:ext uri="{FF2B5EF4-FFF2-40B4-BE49-F238E27FC236}">
                  <a16:creationId xmlns:a16="http://schemas.microsoft.com/office/drawing/2014/main" id="{32B3DF3C-6CD0-A043-9069-4A9B8971B748}"/>
                </a:ext>
              </a:extLst>
            </p:cNvPr>
            <p:cNvSpPr txBox="1">
              <a:spLocks/>
            </p:cNvSpPr>
            <p:nvPr/>
          </p:nvSpPr>
          <p:spPr>
            <a:xfrm>
              <a:off x="3268929" y="3934356"/>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91" name="Group 90">
              <a:extLst>
                <a:ext uri="{FF2B5EF4-FFF2-40B4-BE49-F238E27FC236}">
                  <a16:creationId xmlns:a16="http://schemas.microsoft.com/office/drawing/2014/main" id="{BFC2D221-2DBA-C74A-AF81-A5B26E9C6D9E}"/>
                </a:ext>
              </a:extLst>
            </p:cNvPr>
            <p:cNvGrpSpPr>
              <a:grpSpLocks noChangeAspect="1"/>
            </p:cNvGrpSpPr>
            <p:nvPr/>
          </p:nvGrpSpPr>
          <p:grpSpPr>
            <a:xfrm>
              <a:off x="1061689" y="5629902"/>
              <a:ext cx="371878" cy="365665"/>
              <a:chOff x="8146160" y="1934179"/>
              <a:chExt cx="851125" cy="836906"/>
            </a:xfrm>
          </p:grpSpPr>
          <p:sp>
            <p:nvSpPr>
              <p:cNvPr id="99" name="Trapezoid 98">
                <a:extLst>
                  <a:ext uri="{FF2B5EF4-FFF2-40B4-BE49-F238E27FC236}">
                    <a16:creationId xmlns:a16="http://schemas.microsoft.com/office/drawing/2014/main" id="{DF6525E6-7A0D-6144-86EF-9CB7F4358476}"/>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0" name="Right Triangle 99">
                <a:extLst>
                  <a:ext uri="{FF2B5EF4-FFF2-40B4-BE49-F238E27FC236}">
                    <a16:creationId xmlns:a16="http://schemas.microsoft.com/office/drawing/2014/main" id="{23C9E109-D0A9-5345-808C-73DCEA74F1A1}"/>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1" name="Right Triangle 100">
                <a:extLst>
                  <a:ext uri="{FF2B5EF4-FFF2-40B4-BE49-F238E27FC236}">
                    <a16:creationId xmlns:a16="http://schemas.microsoft.com/office/drawing/2014/main" id="{11A40240-335D-7D41-BF41-75507F7EA313}"/>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2" name="Rectangle 101">
                <a:extLst>
                  <a:ext uri="{FF2B5EF4-FFF2-40B4-BE49-F238E27FC236}">
                    <a16:creationId xmlns:a16="http://schemas.microsoft.com/office/drawing/2014/main" id="{8F698AF3-57FF-4F4D-A07B-24501AFDAB5E}"/>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3" name="Rectangle 102">
                <a:extLst>
                  <a:ext uri="{FF2B5EF4-FFF2-40B4-BE49-F238E27FC236}">
                    <a16:creationId xmlns:a16="http://schemas.microsoft.com/office/drawing/2014/main" id="{1235BBFE-D7C0-224B-B7EA-DF059160AF37}"/>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4" name="Rectangle 103">
                <a:extLst>
                  <a:ext uri="{FF2B5EF4-FFF2-40B4-BE49-F238E27FC236}">
                    <a16:creationId xmlns:a16="http://schemas.microsoft.com/office/drawing/2014/main" id="{8017CAA9-5DCA-7742-AE28-66CDF85CEB7A}"/>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5" name="Rectangle 104">
                <a:extLst>
                  <a:ext uri="{FF2B5EF4-FFF2-40B4-BE49-F238E27FC236}">
                    <a16:creationId xmlns:a16="http://schemas.microsoft.com/office/drawing/2014/main" id="{3A6E3101-4ADF-D447-8DE3-0C04B551BBE7}"/>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6" name="Rectangle 105">
                <a:extLst>
                  <a:ext uri="{FF2B5EF4-FFF2-40B4-BE49-F238E27FC236}">
                    <a16:creationId xmlns:a16="http://schemas.microsoft.com/office/drawing/2014/main" id="{0D35ABDC-6A75-DD42-92CF-3132C8CF54E5}"/>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7" name="Rectangle 106">
                <a:extLst>
                  <a:ext uri="{FF2B5EF4-FFF2-40B4-BE49-F238E27FC236}">
                    <a16:creationId xmlns:a16="http://schemas.microsoft.com/office/drawing/2014/main" id="{6E5569A2-2553-C942-AF3E-EACB38AFC598}"/>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8" name="Rectangle 107">
                <a:extLst>
                  <a:ext uri="{FF2B5EF4-FFF2-40B4-BE49-F238E27FC236}">
                    <a16:creationId xmlns:a16="http://schemas.microsoft.com/office/drawing/2014/main" id="{8489D688-445C-654C-A5E6-229784BAC257}"/>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92" name="Text Placeholder 16">
              <a:extLst>
                <a:ext uri="{FF2B5EF4-FFF2-40B4-BE49-F238E27FC236}">
                  <a16:creationId xmlns:a16="http://schemas.microsoft.com/office/drawing/2014/main" id="{7286CF7B-07CC-6843-9264-8028FD2ADC16}"/>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93" name="Straight Connector 92">
              <a:extLst>
                <a:ext uri="{FF2B5EF4-FFF2-40B4-BE49-F238E27FC236}">
                  <a16:creationId xmlns:a16="http://schemas.microsoft.com/office/drawing/2014/main" id="{9A8668B5-E217-7745-B73E-95B5CB095A0B}"/>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94" name="Rectangle 93">
              <a:extLst>
                <a:ext uri="{FF2B5EF4-FFF2-40B4-BE49-F238E27FC236}">
                  <a16:creationId xmlns:a16="http://schemas.microsoft.com/office/drawing/2014/main" id="{BB922C51-EB4D-2B4E-9766-63DC2B253598}"/>
                </a:ext>
              </a:extLst>
            </p:cNvPr>
            <p:cNvSpPr/>
            <p:nvPr/>
          </p:nvSpPr>
          <p:spPr bwMode="auto">
            <a:xfrm>
              <a:off x="838140" y="5413057"/>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sp>
          <p:nvSpPr>
            <p:cNvPr id="95" name="Content Placeholder 22">
              <a:extLst>
                <a:ext uri="{FF2B5EF4-FFF2-40B4-BE49-F238E27FC236}">
                  <a16:creationId xmlns:a16="http://schemas.microsoft.com/office/drawing/2014/main" id="{332ACBAF-D7B6-A04C-BFE3-B532482255ED}"/>
                </a:ext>
              </a:extLst>
            </p:cNvPr>
            <p:cNvSpPr txBox="1">
              <a:spLocks/>
            </p:cNvSpPr>
            <p:nvPr/>
          </p:nvSpPr>
          <p:spPr>
            <a:xfrm>
              <a:off x="3267252" y="467370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96" name="Content Placeholder 4">
              <a:extLst>
                <a:ext uri="{FF2B5EF4-FFF2-40B4-BE49-F238E27FC236}">
                  <a16:creationId xmlns:a16="http://schemas.microsoft.com/office/drawing/2014/main" id="{D3426CCD-777C-2948-B6AF-2E767FE3E425}"/>
                </a:ext>
              </a:extLst>
            </p:cNvPr>
            <p:cNvSpPr txBox="1">
              <a:spLocks/>
            </p:cNvSpPr>
            <p:nvPr/>
          </p:nvSpPr>
          <p:spPr bwMode="gray">
            <a:xfrm>
              <a:off x="7511870" y="1716301"/>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Recommendations across the website</a:t>
              </a: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endParaRPr lang="en-US" sz="1400" b="1"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Amazon’s Choice</a:t>
              </a:r>
            </a:p>
          </p:txBody>
        </p:sp>
        <p:pic>
          <p:nvPicPr>
            <p:cNvPr id="97" name="Picture 96">
              <a:extLst>
                <a:ext uri="{FF2B5EF4-FFF2-40B4-BE49-F238E27FC236}">
                  <a16:creationId xmlns:a16="http://schemas.microsoft.com/office/drawing/2014/main" id="{C8FF1C10-ED3A-5D4C-A2B4-D6E27E6485EC}"/>
                </a:ext>
              </a:extLst>
            </p:cNvPr>
            <p:cNvPicPr>
              <a:picLocks noChangeAspect="1"/>
            </p:cNvPicPr>
            <p:nvPr/>
          </p:nvPicPr>
          <p:blipFill>
            <a:blip r:embed="rId3"/>
            <a:stretch>
              <a:fillRect/>
            </a:stretch>
          </p:blipFill>
          <p:spPr>
            <a:xfrm>
              <a:off x="7692484" y="2096095"/>
              <a:ext cx="3896666" cy="1781928"/>
            </a:xfrm>
            <a:prstGeom prst="rect">
              <a:avLst/>
            </a:prstGeom>
          </p:spPr>
        </p:pic>
        <p:pic>
          <p:nvPicPr>
            <p:cNvPr id="98" name="Picture 97">
              <a:extLst>
                <a:ext uri="{FF2B5EF4-FFF2-40B4-BE49-F238E27FC236}">
                  <a16:creationId xmlns:a16="http://schemas.microsoft.com/office/drawing/2014/main" id="{82AB7068-2CE5-FC43-A57C-A1A5D537670A}"/>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7664130" y="4406622"/>
              <a:ext cx="3966447" cy="1471197"/>
            </a:xfrm>
            <a:prstGeom prst="rect">
              <a:avLst/>
            </a:prstGeom>
          </p:spPr>
        </p:pic>
      </p:grpSp>
    </p:spTree>
    <p:extLst>
      <p:ext uri="{BB962C8B-B14F-4D97-AF65-F5344CB8AC3E}">
        <p14:creationId xmlns:p14="http://schemas.microsoft.com/office/powerpoint/2010/main" val="658998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p>
        </p:txBody>
      </p:sp>
      <p:grpSp>
        <p:nvGrpSpPr>
          <p:cNvPr id="40" name="Group 39">
            <a:extLst>
              <a:ext uri="{FF2B5EF4-FFF2-40B4-BE49-F238E27FC236}">
                <a16:creationId xmlns:a16="http://schemas.microsoft.com/office/drawing/2014/main" id="{97EBC8C4-390E-0C47-9C19-0C47F5EEBE09}"/>
              </a:ext>
            </a:extLst>
          </p:cNvPr>
          <p:cNvGrpSpPr/>
          <p:nvPr/>
        </p:nvGrpSpPr>
        <p:grpSpPr>
          <a:xfrm>
            <a:off x="838140" y="1218574"/>
            <a:ext cx="10950186" cy="4834397"/>
            <a:chOff x="838140" y="1218574"/>
            <a:chExt cx="10950186" cy="4834397"/>
          </a:xfrm>
        </p:grpSpPr>
        <p:grpSp>
          <p:nvGrpSpPr>
            <p:cNvPr id="41" name="Group 40">
              <a:extLst>
                <a:ext uri="{FF2B5EF4-FFF2-40B4-BE49-F238E27FC236}">
                  <a16:creationId xmlns:a16="http://schemas.microsoft.com/office/drawing/2014/main" id="{5BBCB749-4DF9-BA4C-B5D2-43BC8A065963}"/>
                </a:ext>
              </a:extLst>
            </p:cNvPr>
            <p:cNvGrpSpPr/>
            <p:nvPr/>
          </p:nvGrpSpPr>
          <p:grpSpPr>
            <a:xfrm>
              <a:off x="7114473" y="1711255"/>
              <a:ext cx="410543" cy="4341715"/>
              <a:chOff x="4743448" y="1752600"/>
              <a:chExt cx="247651" cy="4562474"/>
            </a:xfrm>
            <a:solidFill>
              <a:srgbClr val="800000"/>
            </a:solidFill>
          </p:grpSpPr>
          <p:sp>
            <p:nvSpPr>
              <p:cNvPr id="116" name="Rectangle 115">
                <a:extLst>
                  <a:ext uri="{FF2B5EF4-FFF2-40B4-BE49-F238E27FC236}">
                    <a16:creationId xmlns:a16="http://schemas.microsoft.com/office/drawing/2014/main" id="{B778F4CB-7E55-0E46-BE09-0B33ABE0F908}"/>
                  </a:ext>
                </a:extLst>
              </p:cNvPr>
              <p:cNvSpPr/>
              <p:nvPr/>
            </p:nvSpPr>
            <p:spPr bwMode="auto">
              <a:xfrm rot="10800000">
                <a:off x="4743449" y="3319360"/>
                <a:ext cx="246888" cy="664877"/>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7" name="Right Triangle 116">
                <a:extLst>
                  <a:ext uri="{FF2B5EF4-FFF2-40B4-BE49-F238E27FC236}">
                    <a16:creationId xmlns:a16="http://schemas.microsoft.com/office/drawing/2014/main" id="{798BB6CB-405E-724C-A99A-CEAAA33DED4D}"/>
                  </a:ext>
                </a:extLst>
              </p:cNvPr>
              <p:cNvSpPr/>
              <p:nvPr/>
            </p:nvSpPr>
            <p:spPr bwMode="auto">
              <a:xfrm rot="10800000">
                <a:off x="4743449" y="3984241"/>
                <a:ext cx="247650" cy="2330833"/>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8" name="Right Triangle 117">
                <a:extLst>
                  <a:ext uri="{FF2B5EF4-FFF2-40B4-BE49-F238E27FC236}">
                    <a16:creationId xmlns:a16="http://schemas.microsoft.com/office/drawing/2014/main" id="{5A457CE5-4E4B-AE48-9798-4F8D01B594CA}"/>
                  </a:ext>
                </a:extLst>
              </p:cNvPr>
              <p:cNvSpPr/>
              <p:nvPr/>
            </p:nvSpPr>
            <p:spPr bwMode="auto">
              <a:xfrm flipH="1">
                <a:off x="4743448" y="1752600"/>
                <a:ext cx="247650" cy="1566755"/>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42" name="Text Placeholder 16">
              <a:extLst>
                <a:ext uri="{FF2B5EF4-FFF2-40B4-BE49-F238E27FC236}">
                  <a16:creationId xmlns:a16="http://schemas.microsoft.com/office/drawing/2014/main" id="{AD68F4CB-C91B-3441-B15F-500CCD6B58B3}"/>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43" name="Straight Connector 42">
              <a:extLst>
                <a:ext uri="{FF2B5EF4-FFF2-40B4-BE49-F238E27FC236}">
                  <a16:creationId xmlns:a16="http://schemas.microsoft.com/office/drawing/2014/main" id="{8D22F282-5660-C749-83E8-8B912112DD4E}"/>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4" name="Text Placeholder 16">
              <a:extLst>
                <a:ext uri="{FF2B5EF4-FFF2-40B4-BE49-F238E27FC236}">
                  <a16:creationId xmlns:a16="http://schemas.microsoft.com/office/drawing/2014/main" id="{656D6979-8234-F946-BF06-74547BAB7138}"/>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45" name="Straight Connector 44">
              <a:extLst>
                <a:ext uri="{FF2B5EF4-FFF2-40B4-BE49-F238E27FC236}">
                  <a16:creationId xmlns:a16="http://schemas.microsoft.com/office/drawing/2014/main" id="{7E5401C2-2641-6D47-ABC7-235B54D89B43}"/>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6" name="Rectangle 45">
              <a:extLst>
                <a:ext uri="{FF2B5EF4-FFF2-40B4-BE49-F238E27FC236}">
                  <a16:creationId xmlns:a16="http://schemas.microsoft.com/office/drawing/2014/main" id="{71C45A82-5AE9-F346-A858-27038F423489}"/>
                </a:ext>
              </a:extLst>
            </p:cNvPr>
            <p:cNvSpPr/>
            <p:nvPr/>
          </p:nvSpPr>
          <p:spPr bwMode="auto">
            <a:xfrm>
              <a:off x="838140" y="171630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47" name="Rectangle 46">
              <a:extLst>
                <a:ext uri="{FF2B5EF4-FFF2-40B4-BE49-F238E27FC236}">
                  <a16:creationId xmlns:a16="http://schemas.microsoft.com/office/drawing/2014/main" id="{E7747ACC-90E7-2347-B33D-4E7C3C64244F}"/>
                </a:ext>
              </a:extLst>
            </p:cNvPr>
            <p:cNvSpPr/>
            <p:nvPr/>
          </p:nvSpPr>
          <p:spPr bwMode="auto">
            <a:xfrm>
              <a:off x="838140" y="245673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48" name="Rectangle 47">
              <a:extLst>
                <a:ext uri="{FF2B5EF4-FFF2-40B4-BE49-F238E27FC236}">
                  <a16:creationId xmlns:a16="http://schemas.microsoft.com/office/drawing/2014/main" id="{0A4F91D3-CAC8-8C41-90DB-A3CE2F074142}"/>
                </a:ext>
              </a:extLst>
            </p:cNvPr>
            <p:cNvSpPr/>
            <p:nvPr/>
          </p:nvSpPr>
          <p:spPr bwMode="auto">
            <a:xfrm>
              <a:off x="838140" y="3197162"/>
              <a:ext cx="2285405" cy="639913"/>
            </a:xfrm>
            <a:prstGeom prst="rect">
              <a:avLst/>
            </a:prstGeom>
            <a:solidFill>
              <a:schemeClr val="accent3"/>
            </a:solidFill>
            <a:ln w="19050"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49" name="Rectangle 48">
              <a:extLst>
                <a:ext uri="{FF2B5EF4-FFF2-40B4-BE49-F238E27FC236}">
                  <a16:creationId xmlns:a16="http://schemas.microsoft.com/office/drawing/2014/main" id="{A2E5A73C-BD46-B14B-A714-FC09FF204C7B}"/>
                </a:ext>
              </a:extLst>
            </p:cNvPr>
            <p:cNvSpPr/>
            <p:nvPr/>
          </p:nvSpPr>
          <p:spPr bwMode="auto">
            <a:xfrm>
              <a:off x="838140" y="393759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50" name="Content Placeholder 22">
              <a:extLst>
                <a:ext uri="{FF2B5EF4-FFF2-40B4-BE49-F238E27FC236}">
                  <a16:creationId xmlns:a16="http://schemas.microsoft.com/office/drawing/2014/main" id="{E94D0DC6-A27B-3444-98A0-E996E180EE38}"/>
                </a:ext>
              </a:extLst>
            </p:cNvPr>
            <p:cNvSpPr txBox="1">
              <a:spLocks/>
            </p:cNvSpPr>
            <p:nvPr/>
          </p:nvSpPr>
          <p:spPr>
            <a:xfrm>
              <a:off x="3268929" y="1716301"/>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51" name="Content Placeholder 22">
              <a:extLst>
                <a:ext uri="{FF2B5EF4-FFF2-40B4-BE49-F238E27FC236}">
                  <a16:creationId xmlns:a16="http://schemas.microsoft.com/office/drawing/2014/main" id="{989C047B-F3D6-BD4B-8769-12A55440B7E2}"/>
                </a:ext>
              </a:extLst>
            </p:cNvPr>
            <p:cNvSpPr txBox="1">
              <a:spLocks/>
            </p:cNvSpPr>
            <p:nvPr/>
          </p:nvSpPr>
          <p:spPr>
            <a:xfrm>
              <a:off x="3268929" y="2455653"/>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52" name="Content Placeholder 22">
              <a:extLst>
                <a:ext uri="{FF2B5EF4-FFF2-40B4-BE49-F238E27FC236}">
                  <a16:creationId xmlns:a16="http://schemas.microsoft.com/office/drawing/2014/main" id="{D40D918E-58DE-F34B-A5CC-B53463D902A1}"/>
                </a:ext>
              </a:extLst>
            </p:cNvPr>
            <p:cNvSpPr txBox="1">
              <a:spLocks/>
            </p:cNvSpPr>
            <p:nvPr/>
          </p:nvSpPr>
          <p:spPr>
            <a:xfrm>
              <a:off x="3268929" y="3195004"/>
              <a:ext cx="3847223" cy="639913"/>
            </a:xfrm>
            <a:prstGeom prst="rect">
              <a:avLst/>
            </a:prstGeom>
            <a:noFill/>
            <a:ln w="19050">
              <a:solidFill>
                <a:schemeClr val="accent3"/>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53" name="Content Placeholder 22">
              <a:extLst>
                <a:ext uri="{FF2B5EF4-FFF2-40B4-BE49-F238E27FC236}">
                  <a16:creationId xmlns:a16="http://schemas.microsoft.com/office/drawing/2014/main" id="{F2957FCC-0A2D-2240-91A9-A7F8BCDEEFD2}"/>
                </a:ext>
              </a:extLst>
            </p:cNvPr>
            <p:cNvSpPr txBox="1">
              <a:spLocks/>
            </p:cNvSpPr>
            <p:nvPr/>
          </p:nvSpPr>
          <p:spPr>
            <a:xfrm>
              <a:off x="3268929" y="541305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54" name="Rectangle 53">
              <a:extLst>
                <a:ext uri="{FF2B5EF4-FFF2-40B4-BE49-F238E27FC236}">
                  <a16:creationId xmlns:a16="http://schemas.microsoft.com/office/drawing/2014/main" id="{F8ECEB70-DAEF-0544-80AC-BBCAC0085718}"/>
                </a:ext>
              </a:extLst>
            </p:cNvPr>
            <p:cNvSpPr/>
            <p:nvPr/>
          </p:nvSpPr>
          <p:spPr bwMode="auto">
            <a:xfrm>
              <a:off x="838140" y="467802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55" name="Content Placeholder 22">
              <a:extLst>
                <a:ext uri="{FF2B5EF4-FFF2-40B4-BE49-F238E27FC236}">
                  <a16:creationId xmlns:a16="http://schemas.microsoft.com/office/drawing/2014/main" id="{833CF4ED-CC79-E047-861B-BAE2D1DC732B}"/>
                </a:ext>
              </a:extLst>
            </p:cNvPr>
            <p:cNvSpPr txBox="1">
              <a:spLocks/>
            </p:cNvSpPr>
            <p:nvPr/>
          </p:nvSpPr>
          <p:spPr>
            <a:xfrm>
              <a:off x="3268929" y="3934356"/>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56" name="Group 55">
              <a:extLst>
                <a:ext uri="{FF2B5EF4-FFF2-40B4-BE49-F238E27FC236}">
                  <a16:creationId xmlns:a16="http://schemas.microsoft.com/office/drawing/2014/main" id="{68E70D0E-79A0-4C4B-A18C-DE407680E911}"/>
                </a:ext>
              </a:extLst>
            </p:cNvPr>
            <p:cNvGrpSpPr>
              <a:grpSpLocks noChangeAspect="1"/>
            </p:cNvGrpSpPr>
            <p:nvPr/>
          </p:nvGrpSpPr>
          <p:grpSpPr>
            <a:xfrm>
              <a:off x="1061689" y="5629902"/>
              <a:ext cx="371878" cy="365665"/>
              <a:chOff x="8146160" y="1934179"/>
              <a:chExt cx="851125" cy="836906"/>
            </a:xfrm>
          </p:grpSpPr>
          <p:sp>
            <p:nvSpPr>
              <p:cNvPr id="70" name="Trapezoid 69">
                <a:extLst>
                  <a:ext uri="{FF2B5EF4-FFF2-40B4-BE49-F238E27FC236}">
                    <a16:creationId xmlns:a16="http://schemas.microsoft.com/office/drawing/2014/main" id="{F5C7570B-51EF-664C-BF27-DC8C172E920A}"/>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1" name="Right Triangle 70">
                <a:extLst>
                  <a:ext uri="{FF2B5EF4-FFF2-40B4-BE49-F238E27FC236}">
                    <a16:creationId xmlns:a16="http://schemas.microsoft.com/office/drawing/2014/main" id="{B7330863-D188-2543-9906-E0F43354D83A}"/>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2" name="Right Triangle 71">
                <a:extLst>
                  <a:ext uri="{FF2B5EF4-FFF2-40B4-BE49-F238E27FC236}">
                    <a16:creationId xmlns:a16="http://schemas.microsoft.com/office/drawing/2014/main" id="{46F226C9-2636-604D-9539-EFFE9A245D69}"/>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3" name="Rectangle 72">
                <a:extLst>
                  <a:ext uri="{FF2B5EF4-FFF2-40B4-BE49-F238E27FC236}">
                    <a16:creationId xmlns:a16="http://schemas.microsoft.com/office/drawing/2014/main" id="{E238EB15-24AC-DD4A-AEB4-147E91DC5C9E}"/>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4" name="Rectangle 73">
                <a:extLst>
                  <a:ext uri="{FF2B5EF4-FFF2-40B4-BE49-F238E27FC236}">
                    <a16:creationId xmlns:a16="http://schemas.microsoft.com/office/drawing/2014/main" id="{86BD9DD2-91BC-4842-AB9F-10DDBF81F5AE}"/>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5" name="Rectangle 74">
                <a:extLst>
                  <a:ext uri="{FF2B5EF4-FFF2-40B4-BE49-F238E27FC236}">
                    <a16:creationId xmlns:a16="http://schemas.microsoft.com/office/drawing/2014/main" id="{F0AE26F1-DFBD-1D44-B72C-BA562AB87CEA}"/>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2" name="Rectangle 111">
                <a:extLst>
                  <a:ext uri="{FF2B5EF4-FFF2-40B4-BE49-F238E27FC236}">
                    <a16:creationId xmlns:a16="http://schemas.microsoft.com/office/drawing/2014/main" id="{FF823DA3-1753-064C-AACA-15ED1AAFB0ED}"/>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3" name="Rectangle 112">
                <a:extLst>
                  <a:ext uri="{FF2B5EF4-FFF2-40B4-BE49-F238E27FC236}">
                    <a16:creationId xmlns:a16="http://schemas.microsoft.com/office/drawing/2014/main" id="{4F6EA10B-41A6-1A4E-972D-C9F0DEB2E3A9}"/>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4" name="Rectangle 113">
                <a:extLst>
                  <a:ext uri="{FF2B5EF4-FFF2-40B4-BE49-F238E27FC236}">
                    <a16:creationId xmlns:a16="http://schemas.microsoft.com/office/drawing/2014/main" id="{EA2589F4-63EB-E64C-BE11-C87AA27B82EE}"/>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5" name="Rectangle 114">
                <a:extLst>
                  <a:ext uri="{FF2B5EF4-FFF2-40B4-BE49-F238E27FC236}">
                    <a16:creationId xmlns:a16="http://schemas.microsoft.com/office/drawing/2014/main" id="{CE09B8FA-9053-2847-A854-C757A2A7682C}"/>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7" name="Text Placeholder 16">
              <a:extLst>
                <a:ext uri="{FF2B5EF4-FFF2-40B4-BE49-F238E27FC236}">
                  <a16:creationId xmlns:a16="http://schemas.microsoft.com/office/drawing/2014/main" id="{71597B67-E89D-2D4D-8231-E884C63AA1AF}"/>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58" name="Straight Connector 57">
              <a:extLst>
                <a:ext uri="{FF2B5EF4-FFF2-40B4-BE49-F238E27FC236}">
                  <a16:creationId xmlns:a16="http://schemas.microsoft.com/office/drawing/2014/main" id="{9D05EADE-507D-904E-B5F5-89A5DCB42A38}"/>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59" name="Rectangle 58">
              <a:extLst>
                <a:ext uri="{FF2B5EF4-FFF2-40B4-BE49-F238E27FC236}">
                  <a16:creationId xmlns:a16="http://schemas.microsoft.com/office/drawing/2014/main" id="{247C985D-1D2F-1C46-815B-23BAFE440E85}"/>
                </a:ext>
              </a:extLst>
            </p:cNvPr>
            <p:cNvSpPr/>
            <p:nvPr/>
          </p:nvSpPr>
          <p:spPr bwMode="auto">
            <a:xfrm>
              <a:off x="838140" y="5413057"/>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sp>
          <p:nvSpPr>
            <p:cNvPr id="60" name="Content Placeholder 22">
              <a:extLst>
                <a:ext uri="{FF2B5EF4-FFF2-40B4-BE49-F238E27FC236}">
                  <a16:creationId xmlns:a16="http://schemas.microsoft.com/office/drawing/2014/main" id="{9BC0A622-04B5-5048-AC58-7AB75A25553B}"/>
                </a:ext>
              </a:extLst>
            </p:cNvPr>
            <p:cNvSpPr txBox="1">
              <a:spLocks/>
            </p:cNvSpPr>
            <p:nvPr/>
          </p:nvSpPr>
          <p:spPr>
            <a:xfrm>
              <a:off x="3267252" y="467370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61" name="Content Placeholder 4">
              <a:extLst>
                <a:ext uri="{FF2B5EF4-FFF2-40B4-BE49-F238E27FC236}">
                  <a16:creationId xmlns:a16="http://schemas.microsoft.com/office/drawing/2014/main" id="{638F374B-D466-3446-BC15-49187DF217C1}"/>
                </a:ext>
              </a:extLst>
            </p:cNvPr>
            <p:cNvSpPr txBox="1">
              <a:spLocks/>
            </p:cNvSpPr>
            <p:nvPr/>
          </p:nvSpPr>
          <p:spPr bwMode="gray">
            <a:xfrm>
              <a:off x="7511870" y="1716301"/>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Product classification for our catalog</a:t>
              </a:r>
            </a:p>
          </p:txBody>
        </p:sp>
        <p:sp>
          <p:nvSpPr>
            <p:cNvPr id="62" name="TextBox 61">
              <a:extLst>
                <a:ext uri="{FF2B5EF4-FFF2-40B4-BE49-F238E27FC236}">
                  <a16:creationId xmlns:a16="http://schemas.microsoft.com/office/drawing/2014/main" id="{E3B89E12-2174-4443-905D-3D16D62EC447}"/>
                </a:ext>
              </a:extLst>
            </p:cNvPr>
            <p:cNvSpPr txBox="1"/>
            <p:nvPr/>
          </p:nvSpPr>
          <p:spPr>
            <a:xfrm>
              <a:off x="7993904" y="3666964"/>
              <a:ext cx="1477905" cy="307697"/>
            </a:xfrm>
            <a:prstGeom prst="rect">
              <a:avLst/>
            </a:prstGeom>
            <a:noFill/>
          </p:spPr>
          <p:txBody>
            <a:bodyPr wrap="none" rtlCol="0">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High-Low Dress</a:t>
              </a:r>
            </a:p>
          </p:txBody>
        </p:sp>
        <p:pic>
          <p:nvPicPr>
            <p:cNvPr id="63" name="Picture 62">
              <a:extLst>
                <a:ext uri="{FF2B5EF4-FFF2-40B4-BE49-F238E27FC236}">
                  <a16:creationId xmlns:a16="http://schemas.microsoft.com/office/drawing/2014/main" id="{33CE4A94-DD27-D54A-92AC-FA8DBBE9D82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154097" y="2285091"/>
              <a:ext cx="1138289" cy="1371243"/>
            </a:xfrm>
            <a:prstGeom prst="rect">
              <a:avLst/>
            </a:prstGeom>
          </p:spPr>
        </p:pic>
        <p:sp>
          <p:nvSpPr>
            <p:cNvPr id="64" name="TextBox 63">
              <a:extLst>
                <a:ext uri="{FF2B5EF4-FFF2-40B4-BE49-F238E27FC236}">
                  <a16:creationId xmlns:a16="http://schemas.microsoft.com/office/drawing/2014/main" id="{02A8A571-68FE-C34B-BD3A-4B4C339CCB4A}"/>
                </a:ext>
              </a:extLst>
            </p:cNvPr>
            <p:cNvSpPr txBox="1"/>
            <p:nvPr/>
          </p:nvSpPr>
          <p:spPr>
            <a:xfrm>
              <a:off x="9862147" y="3666964"/>
              <a:ext cx="1329210" cy="307777"/>
            </a:xfrm>
            <a:prstGeom prst="rect">
              <a:avLst/>
            </a:prstGeom>
            <a:noFill/>
          </p:spPr>
          <p:txBody>
            <a:bodyPr wrap="none" rtlCol="0">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Straight Dress</a:t>
              </a:r>
            </a:p>
          </p:txBody>
        </p:sp>
        <p:pic>
          <p:nvPicPr>
            <p:cNvPr id="65" name="Picture 64">
              <a:extLst>
                <a:ext uri="{FF2B5EF4-FFF2-40B4-BE49-F238E27FC236}">
                  <a16:creationId xmlns:a16="http://schemas.microsoft.com/office/drawing/2014/main" id="{AB7C4C16-39A3-0241-B099-4DF398564F5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949946" y="2285091"/>
              <a:ext cx="1143652" cy="1371243"/>
            </a:xfrm>
            <a:prstGeom prst="rect">
              <a:avLst/>
            </a:prstGeom>
          </p:spPr>
        </p:pic>
        <p:sp>
          <p:nvSpPr>
            <p:cNvPr id="66" name="TextBox 65">
              <a:extLst>
                <a:ext uri="{FF2B5EF4-FFF2-40B4-BE49-F238E27FC236}">
                  <a16:creationId xmlns:a16="http://schemas.microsoft.com/office/drawing/2014/main" id="{B0AC2336-88B8-2142-A61D-16FE8AB7C4C0}"/>
                </a:ext>
              </a:extLst>
            </p:cNvPr>
            <p:cNvSpPr txBox="1"/>
            <p:nvPr/>
          </p:nvSpPr>
          <p:spPr>
            <a:xfrm>
              <a:off x="8142947" y="5555939"/>
              <a:ext cx="1151277" cy="307777"/>
            </a:xfrm>
            <a:prstGeom prst="rect">
              <a:avLst/>
            </a:prstGeom>
            <a:noFill/>
          </p:spPr>
          <p:txBody>
            <a:bodyPr wrap="none" rtlCol="0">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Striped Skirt</a:t>
              </a:r>
            </a:p>
          </p:txBody>
        </p:sp>
        <p:pic>
          <p:nvPicPr>
            <p:cNvPr id="67" name="Picture 66">
              <a:extLst>
                <a:ext uri="{FF2B5EF4-FFF2-40B4-BE49-F238E27FC236}">
                  <a16:creationId xmlns:a16="http://schemas.microsoft.com/office/drawing/2014/main" id="{4A80DD3A-C760-FD49-AB3C-052B31CB65D2}"/>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181255" y="4143338"/>
              <a:ext cx="1083977" cy="1371243"/>
            </a:xfrm>
            <a:prstGeom prst="rect">
              <a:avLst/>
            </a:prstGeom>
          </p:spPr>
        </p:pic>
        <p:sp>
          <p:nvSpPr>
            <p:cNvPr id="68" name="TextBox 67">
              <a:extLst>
                <a:ext uri="{FF2B5EF4-FFF2-40B4-BE49-F238E27FC236}">
                  <a16:creationId xmlns:a16="http://schemas.microsoft.com/office/drawing/2014/main" id="{DE40D67A-FF76-3F44-951F-A752284C74BD}"/>
                </a:ext>
              </a:extLst>
            </p:cNvPr>
            <p:cNvSpPr txBox="1"/>
            <p:nvPr/>
          </p:nvSpPr>
          <p:spPr>
            <a:xfrm>
              <a:off x="9907020" y="5555939"/>
              <a:ext cx="1250663" cy="307777"/>
            </a:xfrm>
            <a:prstGeom prst="rect">
              <a:avLst/>
            </a:prstGeom>
            <a:noFill/>
          </p:spPr>
          <p:txBody>
            <a:bodyPr wrap="none" rtlCol="0">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Graphic Shirt</a:t>
              </a:r>
            </a:p>
          </p:txBody>
        </p:sp>
        <p:pic>
          <p:nvPicPr>
            <p:cNvPr id="69" name="Picture 68">
              <a:extLst>
                <a:ext uri="{FF2B5EF4-FFF2-40B4-BE49-F238E27FC236}">
                  <a16:creationId xmlns:a16="http://schemas.microsoft.com/office/drawing/2014/main" id="{F7C19E05-7F24-CD41-AF74-0AF7E0E3BA4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9906161" y="4143338"/>
              <a:ext cx="1231221" cy="1371243"/>
            </a:xfrm>
            <a:prstGeom prst="rect">
              <a:avLst/>
            </a:prstGeom>
          </p:spPr>
        </p:pic>
      </p:grpSp>
    </p:spTree>
    <p:extLst>
      <p:ext uri="{BB962C8B-B14F-4D97-AF65-F5344CB8AC3E}">
        <p14:creationId xmlns:p14="http://schemas.microsoft.com/office/powerpoint/2010/main" val="9511480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endParaRPr lang="en-US" b="1" dirty="0"/>
          </a:p>
        </p:txBody>
      </p:sp>
      <p:grpSp>
        <p:nvGrpSpPr>
          <p:cNvPr id="3" name="Group 2">
            <a:extLst>
              <a:ext uri="{FF2B5EF4-FFF2-40B4-BE49-F238E27FC236}">
                <a16:creationId xmlns:a16="http://schemas.microsoft.com/office/drawing/2014/main" id="{EF3FB4AE-149B-D845-9324-6C2C13A8E565}"/>
              </a:ext>
            </a:extLst>
          </p:cNvPr>
          <p:cNvGrpSpPr/>
          <p:nvPr/>
        </p:nvGrpSpPr>
        <p:grpSpPr>
          <a:xfrm>
            <a:off x="838140" y="1218574"/>
            <a:ext cx="10950186" cy="4834397"/>
            <a:chOff x="838140" y="1218574"/>
            <a:chExt cx="10950186" cy="4834397"/>
          </a:xfrm>
        </p:grpSpPr>
        <p:grpSp>
          <p:nvGrpSpPr>
            <p:cNvPr id="76" name="Group 75">
              <a:extLst>
                <a:ext uri="{FF2B5EF4-FFF2-40B4-BE49-F238E27FC236}">
                  <a16:creationId xmlns:a16="http://schemas.microsoft.com/office/drawing/2014/main" id="{D6AFE4D0-6A40-CB45-B2CA-D9CABDED4702}"/>
                </a:ext>
              </a:extLst>
            </p:cNvPr>
            <p:cNvGrpSpPr/>
            <p:nvPr/>
          </p:nvGrpSpPr>
          <p:grpSpPr>
            <a:xfrm>
              <a:off x="7114473" y="1711256"/>
              <a:ext cx="410543" cy="4341713"/>
              <a:chOff x="4743448" y="1752601"/>
              <a:chExt cx="247651" cy="4562472"/>
            </a:xfrm>
            <a:solidFill>
              <a:srgbClr val="800000"/>
            </a:solidFill>
          </p:grpSpPr>
          <p:sp>
            <p:nvSpPr>
              <p:cNvPr id="77" name="Rectangle 76">
                <a:extLst>
                  <a:ext uri="{FF2B5EF4-FFF2-40B4-BE49-F238E27FC236}">
                    <a16:creationId xmlns:a16="http://schemas.microsoft.com/office/drawing/2014/main" id="{8D916053-5275-A744-AF3F-9F957651D0D5}"/>
                  </a:ext>
                </a:extLst>
              </p:cNvPr>
              <p:cNvSpPr/>
              <p:nvPr/>
            </p:nvSpPr>
            <p:spPr bwMode="auto">
              <a:xfrm rot="10800000">
                <a:off x="4743449" y="4097436"/>
                <a:ext cx="246888" cy="663746"/>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8" name="Right Triangle 77">
                <a:extLst>
                  <a:ext uri="{FF2B5EF4-FFF2-40B4-BE49-F238E27FC236}">
                    <a16:creationId xmlns:a16="http://schemas.microsoft.com/office/drawing/2014/main" id="{538A4313-0B14-714A-8D3A-F86F5F2381B5}"/>
                  </a:ext>
                </a:extLst>
              </p:cNvPr>
              <p:cNvSpPr/>
              <p:nvPr/>
            </p:nvSpPr>
            <p:spPr bwMode="auto">
              <a:xfrm rot="10800000">
                <a:off x="4743449" y="4761185"/>
                <a:ext cx="247650" cy="1553888"/>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9" name="Right Triangle 78">
                <a:extLst>
                  <a:ext uri="{FF2B5EF4-FFF2-40B4-BE49-F238E27FC236}">
                    <a16:creationId xmlns:a16="http://schemas.microsoft.com/office/drawing/2014/main" id="{3179EA7C-2D46-2A4C-A962-7F962DA54A17}"/>
                  </a:ext>
                </a:extLst>
              </p:cNvPr>
              <p:cNvSpPr/>
              <p:nvPr/>
            </p:nvSpPr>
            <p:spPr bwMode="auto">
              <a:xfrm flipH="1">
                <a:off x="4743448" y="1752601"/>
                <a:ext cx="247650" cy="2344836"/>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80" name="Text Placeholder 16">
              <a:extLst>
                <a:ext uri="{FF2B5EF4-FFF2-40B4-BE49-F238E27FC236}">
                  <a16:creationId xmlns:a16="http://schemas.microsoft.com/office/drawing/2014/main" id="{B3836109-1D6E-9C41-B248-DD417538A19C}"/>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81" name="Straight Connector 80">
              <a:extLst>
                <a:ext uri="{FF2B5EF4-FFF2-40B4-BE49-F238E27FC236}">
                  <a16:creationId xmlns:a16="http://schemas.microsoft.com/office/drawing/2014/main" id="{FDA5C8F9-B101-DE41-8CB2-013B4C939BCF}"/>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82" name="Text Placeholder 16">
              <a:extLst>
                <a:ext uri="{FF2B5EF4-FFF2-40B4-BE49-F238E27FC236}">
                  <a16:creationId xmlns:a16="http://schemas.microsoft.com/office/drawing/2014/main" id="{89DCEBD9-A92C-4D4A-BFBD-8040629D5360}"/>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83" name="Straight Connector 82">
              <a:extLst>
                <a:ext uri="{FF2B5EF4-FFF2-40B4-BE49-F238E27FC236}">
                  <a16:creationId xmlns:a16="http://schemas.microsoft.com/office/drawing/2014/main" id="{DC3D0D14-F7D4-1E41-90EB-14BCFCD93E4A}"/>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84" name="Rectangle 83">
              <a:extLst>
                <a:ext uri="{FF2B5EF4-FFF2-40B4-BE49-F238E27FC236}">
                  <a16:creationId xmlns:a16="http://schemas.microsoft.com/office/drawing/2014/main" id="{5D8811B1-6995-C344-AE98-5A535BB21005}"/>
                </a:ext>
              </a:extLst>
            </p:cNvPr>
            <p:cNvSpPr/>
            <p:nvPr/>
          </p:nvSpPr>
          <p:spPr bwMode="auto">
            <a:xfrm>
              <a:off x="838140" y="171630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85" name="Rectangle 84">
              <a:extLst>
                <a:ext uri="{FF2B5EF4-FFF2-40B4-BE49-F238E27FC236}">
                  <a16:creationId xmlns:a16="http://schemas.microsoft.com/office/drawing/2014/main" id="{075F6D5B-1B37-5F4E-8B8E-71176C36E23E}"/>
                </a:ext>
              </a:extLst>
            </p:cNvPr>
            <p:cNvSpPr/>
            <p:nvPr/>
          </p:nvSpPr>
          <p:spPr bwMode="auto">
            <a:xfrm>
              <a:off x="838140" y="245673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86" name="Rectangle 85">
              <a:extLst>
                <a:ext uri="{FF2B5EF4-FFF2-40B4-BE49-F238E27FC236}">
                  <a16:creationId xmlns:a16="http://schemas.microsoft.com/office/drawing/2014/main" id="{DA340ADC-D426-C04A-992A-9795F2E3DC01}"/>
                </a:ext>
              </a:extLst>
            </p:cNvPr>
            <p:cNvSpPr/>
            <p:nvPr/>
          </p:nvSpPr>
          <p:spPr bwMode="auto">
            <a:xfrm>
              <a:off x="838140" y="319716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87" name="Rectangle 86">
              <a:extLst>
                <a:ext uri="{FF2B5EF4-FFF2-40B4-BE49-F238E27FC236}">
                  <a16:creationId xmlns:a16="http://schemas.microsoft.com/office/drawing/2014/main" id="{E24C8813-2241-A945-A388-D6AF84C54247}"/>
                </a:ext>
              </a:extLst>
            </p:cNvPr>
            <p:cNvSpPr/>
            <p:nvPr/>
          </p:nvSpPr>
          <p:spPr bwMode="auto">
            <a:xfrm>
              <a:off x="838140" y="3937592"/>
              <a:ext cx="2285405" cy="639913"/>
            </a:xfrm>
            <a:prstGeom prst="rect">
              <a:avLst/>
            </a:prstGeom>
            <a:solidFill>
              <a:schemeClr val="accent3"/>
            </a:solidFill>
            <a:ln w="19050"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88" name="Content Placeholder 22">
              <a:extLst>
                <a:ext uri="{FF2B5EF4-FFF2-40B4-BE49-F238E27FC236}">
                  <a16:creationId xmlns:a16="http://schemas.microsoft.com/office/drawing/2014/main" id="{4C8E3928-E078-E24B-85A8-D54DE0C23CC1}"/>
                </a:ext>
              </a:extLst>
            </p:cNvPr>
            <p:cNvSpPr txBox="1">
              <a:spLocks/>
            </p:cNvSpPr>
            <p:nvPr/>
          </p:nvSpPr>
          <p:spPr>
            <a:xfrm>
              <a:off x="3268929" y="1716301"/>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89" name="Content Placeholder 22">
              <a:extLst>
                <a:ext uri="{FF2B5EF4-FFF2-40B4-BE49-F238E27FC236}">
                  <a16:creationId xmlns:a16="http://schemas.microsoft.com/office/drawing/2014/main" id="{EC949CA9-1AEF-6C49-A3E0-C1FFB2C6160B}"/>
                </a:ext>
              </a:extLst>
            </p:cNvPr>
            <p:cNvSpPr txBox="1">
              <a:spLocks/>
            </p:cNvSpPr>
            <p:nvPr/>
          </p:nvSpPr>
          <p:spPr>
            <a:xfrm>
              <a:off x="3268929" y="2455653"/>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90" name="Content Placeholder 22">
              <a:extLst>
                <a:ext uri="{FF2B5EF4-FFF2-40B4-BE49-F238E27FC236}">
                  <a16:creationId xmlns:a16="http://schemas.microsoft.com/office/drawing/2014/main" id="{027D583B-BEE2-8843-AAD2-78B48EA98A96}"/>
                </a:ext>
              </a:extLst>
            </p:cNvPr>
            <p:cNvSpPr txBox="1">
              <a:spLocks/>
            </p:cNvSpPr>
            <p:nvPr/>
          </p:nvSpPr>
          <p:spPr>
            <a:xfrm>
              <a:off x="3268929" y="3195004"/>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91" name="Content Placeholder 22">
              <a:extLst>
                <a:ext uri="{FF2B5EF4-FFF2-40B4-BE49-F238E27FC236}">
                  <a16:creationId xmlns:a16="http://schemas.microsoft.com/office/drawing/2014/main" id="{43040D49-B2C3-8942-B1AD-D6D75F977980}"/>
                </a:ext>
              </a:extLst>
            </p:cNvPr>
            <p:cNvSpPr txBox="1">
              <a:spLocks/>
            </p:cNvSpPr>
            <p:nvPr/>
          </p:nvSpPr>
          <p:spPr>
            <a:xfrm>
              <a:off x="3268929" y="541305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92" name="Rectangle 91">
              <a:extLst>
                <a:ext uri="{FF2B5EF4-FFF2-40B4-BE49-F238E27FC236}">
                  <a16:creationId xmlns:a16="http://schemas.microsoft.com/office/drawing/2014/main" id="{53227076-6DB6-5C4F-92C9-0EE9CD2F7C79}"/>
                </a:ext>
              </a:extLst>
            </p:cNvPr>
            <p:cNvSpPr/>
            <p:nvPr/>
          </p:nvSpPr>
          <p:spPr bwMode="auto">
            <a:xfrm>
              <a:off x="838140" y="467802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93" name="Content Placeholder 22">
              <a:extLst>
                <a:ext uri="{FF2B5EF4-FFF2-40B4-BE49-F238E27FC236}">
                  <a16:creationId xmlns:a16="http://schemas.microsoft.com/office/drawing/2014/main" id="{0D4D7C5E-7740-844F-95C5-7AAC0511CA15}"/>
                </a:ext>
              </a:extLst>
            </p:cNvPr>
            <p:cNvSpPr txBox="1">
              <a:spLocks/>
            </p:cNvSpPr>
            <p:nvPr/>
          </p:nvSpPr>
          <p:spPr>
            <a:xfrm>
              <a:off x="3268929" y="3934356"/>
              <a:ext cx="3847223" cy="639913"/>
            </a:xfrm>
            <a:prstGeom prst="rect">
              <a:avLst/>
            </a:prstGeom>
            <a:noFill/>
            <a:ln w="19050">
              <a:solidFill>
                <a:schemeClr val="accent3"/>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94" name="Group 93">
              <a:extLst>
                <a:ext uri="{FF2B5EF4-FFF2-40B4-BE49-F238E27FC236}">
                  <a16:creationId xmlns:a16="http://schemas.microsoft.com/office/drawing/2014/main" id="{A5BFA6E8-A137-974A-A1C3-A1FE9B9A4E93}"/>
                </a:ext>
              </a:extLst>
            </p:cNvPr>
            <p:cNvGrpSpPr>
              <a:grpSpLocks noChangeAspect="1"/>
            </p:cNvGrpSpPr>
            <p:nvPr/>
          </p:nvGrpSpPr>
          <p:grpSpPr>
            <a:xfrm>
              <a:off x="1061689" y="5629902"/>
              <a:ext cx="371878" cy="365665"/>
              <a:chOff x="8146160" y="1934179"/>
              <a:chExt cx="851125" cy="836906"/>
            </a:xfrm>
          </p:grpSpPr>
          <p:sp>
            <p:nvSpPr>
              <p:cNvPr id="95" name="Trapezoid 94">
                <a:extLst>
                  <a:ext uri="{FF2B5EF4-FFF2-40B4-BE49-F238E27FC236}">
                    <a16:creationId xmlns:a16="http://schemas.microsoft.com/office/drawing/2014/main" id="{2992BD78-4BC8-CE4A-AFF4-F3A12BDF6CC1}"/>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6" name="Right Triangle 95">
                <a:extLst>
                  <a:ext uri="{FF2B5EF4-FFF2-40B4-BE49-F238E27FC236}">
                    <a16:creationId xmlns:a16="http://schemas.microsoft.com/office/drawing/2014/main" id="{64A7CDDE-6FFA-2C48-ACAD-4A486535A0BC}"/>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7" name="Right Triangle 96">
                <a:extLst>
                  <a:ext uri="{FF2B5EF4-FFF2-40B4-BE49-F238E27FC236}">
                    <a16:creationId xmlns:a16="http://schemas.microsoft.com/office/drawing/2014/main" id="{EFC1F77A-1A52-4142-8846-D3D789190FA3}"/>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8" name="Rectangle 97">
                <a:extLst>
                  <a:ext uri="{FF2B5EF4-FFF2-40B4-BE49-F238E27FC236}">
                    <a16:creationId xmlns:a16="http://schemas.microsoft.com/office/drawing/2014/main" id="{71A723A6-4A00-3441-8352-50B896268A49}"/>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9" name="Rectangle 98">
                <a:extLst>
                  <a:ext uri="{FF2B5EF4-FFF2-40B4-BE49-F238E27FC236}">
                    <a16:creationId xmlns:a16="http://schemas.microsoft.com/office/drawing/2014/main" id="{A381A35D-5AFE-BE4F-9509-A323883A7AE9}"/>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0" name="Rectangle 99">
                <a:extLst>
                  <a:ext uri="{FF2B5EF4-FFF2-40B4-BE49-F238E27FC236}">
                    <a16:creationId xmlns:a16="http://schemas.microsoft.com/office/drawing/2014/main" id="{63178292-2019-4844-A8B2-AA10D49930A6}"/>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1" name="Rectangle 100">
                <a:extLst>
                  <a:ext uri="{FF2B5EF4-FFF2-40B4-BE49-F238E27FC236}">
                    <a16:creationId xmlns:a16="http://schemas.microsoft.com/office/drawing/2014/main" id="{974F11C7-E053-9947-92CD-F01542115628}"/>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2" name="Rectangle 101">
                <a:extLst>
                  <a:ext uri="{FF2B5EF4-FFF2-40B4-BE49-F238E27FC236}">
                    <a16:creationId xmlns:a16="http://schemas.microsoft.com/office/drawing/2014/main" id="{C970217F-CDDC-144A-8AB4-E3992F27C73F}"/>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3" name="Rectangle 102">
                <a:extLst>
                  <a:ext uri="{FF2B5EF4-FFF2-40B4-BE49-F238E27FC236}">
                    <a16:creationId xmlns:a16="http://schemas.microsoft.com/office/drawing/2014/main" id="{E3020101-F28C-8D44-92C5-6524D0C34AE0}"/>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4" name="Rectangle 103">
                <a:extLst>
                  <a:ext uri="{FF2B5EF4-FFF2-40B4-BE49-F238E27FC236}">
                    <a16:creationId xmlns:a16="http://schemas.microsoft.com/office/drawing/2014/main" id="{1EAF20A7-CA1F-D946-A69B-AB2107C50B5B}"/>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105" name="Text Placeholder 16">
              <a:extLst>
                <a:ext uri="{FF2B5EF4-FFF2-40B4-BE49-F238E27FC236}">
                  <a16:creationId xmlns:a16="http://schemas.microsoft.com/office/drawing/2014/main" id="{33C772B8-EC65-E148-8123-889CEF6D52E9}"/>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106" name="Straight Connector 105">
              <a:extLst>
                <a:ext uri="{FF2B5EF4-FFF2-40B4-BE49-F238E27FC236}">
                  <a16:creationId xmlns:a16="http://schemas.microsoft.com/office/drawing/2014/main" id="{972D9C59-7042-DE4A-9C59-0B095EA526AA}"/>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107" name="Rectangle 106">
              <a:extLst>
                <a:ext uri="{FF2B5EF4-FFF2-40B4-BE49-F238E27FC236}">
                  <a16:creationId xmlns:a16="http://schemas.microsoft.com/office/drawing/2014/main" id="{CF30CBEA-E7BB-9042-B4A0-5C3CECB31B73}"/>
                </a:ext>
              </a:extLst>
            </p:cNvPr>
            <p:cNvSpPr/>
            <p:nvPr/>
          </p:nvSpPr>
          <p:spPr bwMode="auto">
            <a:xfrm>
              <a:off x="838140" y="5413057"/>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sp>
          <p:nvSpPr>
            <p:cNvPr id="108" name="Content Placeholder 22">
              <a:extLst>
                <a:ext uri="{FF2B5EF4-FFF2-40B4-BE49-F238E27FC236}">
                  <a16:creationId xmlns:a16="http://schemas.microsoft.com/office/drawing/2014/main" id="{DB4E9C1C-9294-4D49-A4D8-CAF2703B4095}"/>
                </a:ext>
              </a:extLst>
            </p:cNvPr>
            <p:cNvSpPr txBox="1">
              <a:spLocks/>
            </p:cNvSpPr>
            <p:nvPr/>
          </p:nvSpPr>
          <p:spPr>
            <a:xfrm>
              <a:off x="3267252" y="467370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109" name="Content Placeholder 4">
              <a:extLst>
                <a:ext uri="{FF2B5EF4-FFF2-40B4-BE49-F238E27FC236}">
                  <a16:creationId xmlns:a16="http://schemas.microsoft.com/office/drawing/2014/main" id="{91AA3822-AA9A-D140-9616-6F3233913E5E}"/>
                </a:ext>
              </a:extLst>
            </p:cNvPr>
            <p:cNvSpPr txBox="1">
              <a:spLocks/>
            </p:cNvSpPr>
            <p:nvPr/>
          </p:nvSpPr>
          <p:spPr bwMode="gray">
            <a:xfrm>
              <a:off x="7511870" y="1716301"/>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sales for specific ASINs</a:t>
              </a:r>
            </a:p>
          </p:txBody>
        </p:sp>
        <p:pic>
          <p:nvPicPr>
            <p:cNvPr id="110" name="Picture 109">
              <a:extLst>
                <a:ext uri="{FF2B5EF4-FFF2-40B4-BE49-F238E27FC236}">
                  <a16:creationId xmlns:a16="http://schemas.microsoft.com/office/drawing/2014/main" id="{74A55525-6836-5049-92D9-2D421CF569F7}"/>
                </a:ext>
              </a:extLst>
            </p:cNvPr>
            <p:cNvPicPr>
              <a:picLocks noChangeAspect="1"/>
            </p:cNvPicPr>
            <p:nvPr/>
          </p:nvPicPr>
          <p:blipFill>
            <a:blip r:embed="rId3"/>
            <a:stretch>
              <a:fillRect/>
            </a:stretch>
          </p:blipFill>
          <p:spPr>
            <a:xfrm>
              <a:off x="7771965" y="3937472"/>
              <a:ext cx="3849212" cy="1587493"/>
            </a:xfrm>
            <a:prstGeom prst="rect">
              <a:avLst/>
            </a:prstGeom>
          </p:spPr>
        </p:pic>
        <p:sp>
          <p:nvSpPr>
            <p:cNvPr id="111" name="TextBox 110">
              <a:extLst>
                <a:ext uri="{FF2B5EF4-FFF2-40B4-BE49-F238E27FC236}">
                  <a16:creationId xmlns:a16="http://schemas.microsoft.com/office/drawing/2014/main" id="{8573CA48-D664-A541-9402-7F01F276B266}"/>
                </a:ext>
              </a:extLst>
            </p:cNvPr>
            <p:cNvSpPr txBox="1"/>
            <p:nvPr/>
          </p:nvSpPr>
          <p:spPr>
            <a:xfrm>
              <a:off x="7771965" y="5590001"/>
              <a:ext cx="3693151" cy="307697"/>
            </a:xfrm>
            <a:prstGeom prst="rect">
              <a:avLst/>
            </a:prstGeom>
            <a:noFill/>
          </p:spPr>
          <p:txBody>
            <a:bodyPr wrap="square" rtlCol="0">
              <a:spAutoFit/>
            </a:bodyPr>
            <a:lstStyle/>
            <a:p>
              <a:pPr algn="ctr">
                <a:spcBef>
                  <a:spcPts val="600"/>
                </a:spcBef>
                <a:spcAft>
                  <a:spcPts val="600"/>
                </a:spcAft>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Seasonality | Out of stock | Promotions</a:t>
              </a:r>
            </a:p>
          </p:txBody>
        </p:sp>
        <p:pic>
          <p:nvPicPr>
            <p:cNvPr id="119" name="Picture 118">
              <a:extLst>
                <a:ext uri="{FF2B5EF4-FFF2-40B4-BE49-F238E27FC236}">
                  <a16:creationId xmlns:a16="http://schemas.microsoft.com/office/drawing/2014/main" id="{15FE0DE2-98BF-C345-A725-FEE9902BA006}"/>
                </a:ext>
              </a:extLst>
            </p:cNvPr>
            <p:cNvPicPr>
              <a:picLocks noChangeAspect="1"/>
            </p:cNvPicPr>
            <p:nvPr/>
          </p:nvPicPr>
          <p:blipFill>
            <a:blip r:embed="rId4"/>
            <a:stretch>
              <a:fillRect/>
            </a:stretch>
          </p:blipFill>
          <p:spPr>
            <a:xfrm>
              <a:off x="7674137" y="2089460"/>
              <a:ext cx="3871307" cy="1773599"/>
            </a:xfrm>
            <a:prstGeom prst="rect">
              <a:avLst/>
            </a:prstGeom>
          </p:spPr>
        </p:pic>
      </p:grpSp>
    </p:spTree>
    <p:extLst>
      <p:ext uri="{BB962C8B-B14F-4D97-AF65-F5344CB8AC3E}">
        <p14:creationId xmlns:p14="http://schemas.microsoft.com/office/powerpoint/2010/main" val="936426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endParaRPr lang="en-US" b="1" dirty="0"/>
          </a:p>
        </p:txBody>
      </p:sp>
      <p:grpSp>
        <p:nvGrpSpPr>
          <p:cNvPr id="41" name="Group 40">
            <a:extLst>
              <a:ext uri="{FF2B5EF4-FFF2-40B4-BE49-F238E27FC236}">
                <a16:creationId xmlns:a16="http://schemas.microsoft.com/office/drawing/2014/main" id="{AFD814BE-B513-D64E-9847-427CD83DB3D0}"/>
              </a:ext>
            </a:extLst>
          </p:cNvPr>
          <p:cNvGrpSpPr/>
          <p:nvPr/>
        </p:nvGrpSpPr>
        <p:grpSpPr>
          <a:xfrm>
            <a:off x="838140" y="1218574"/>
            <a:ext cx="10950186" cy="4834397"/>
            <a:chOff x="838140" y="1218574"/>
            <a:chExt cx="10950186" cy="4834397"/>
          </a:xfrm>
        </p:grpSpPr>
        <p:grpSp>
          <p:nvGrpSpPr>
            <p:cNvPr id="42" name="Group 41">
              <a:extLst>
                <a:ext uri="{FF2B5EF4-FFF2-40B4-BE49-F238E27FC236}">
                  <a16:creationId xmlns:a16="http://schemas.microsoft.com/office/drawing/2014/main" id="{03037B17-F956-0041-87FC-AF90EFA0F403}"/>
                </a:ext>
              </a:extLst>
            </p:cNvPr>
            <p:cNvGrpSpPr/>
            <p:nvPr/>
          </p:nvGrpSpPr>
          <p:grpSpPr>
            <a:xfrm>
              <a:off x="7114473" y="1711258"/>
              <a:ext cx="410543" cy="4341712"/>
              <a:chOff x="4743448" y="1752601"/>
              <a:chExt cx="247651" cy="4562471"/>
            </a:xfrm>
            <a:solidFill>
              <a:srgbClr val="800000"/>
            </a:solidFill>
          </p:grpSpPr>
          <p:sp>
            <p:nvSpPr>
              <p:cNvPr id="75" name="Rectangle 74">
                <a:extLst>
                  <a:ext uri="{FF2B5EF4-FFF2-40B4-BE49-F238E27FC236}">
                    <a16:creationId xmlns:a16="http://schemas.microsoft.com/office/drawing/2014/main" id="{2E28B3F9-1547-1646-BAE5-279CC959ED2B}"/>
                  </a:ext>
                </a:extLst>
              </p:cNvPr>
              <p:cNvSpPr/>
              <p:nvPr/>
            </p:nvSpPr>
            <p:spPr bwMode="auto">
              <a:xfrm rot="10800000">
                <a:off x="4743449" y="4870213"/>
                <a:ext cx="246888" cy="667912"/>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2" name="Right Triangle 111">
                <a:extLst>
                  <a:ext uri="{FF2B5EF4-FFF2-40B4-BE49-F238E27FC236}">
                    <a16:creationId xmlns:a16="http://schemas.microsoft.com/office/drawing/2014/main" id="{C3458E29-4442-1D4E-8C85-35DB8027283B}"/>
                  </a:ext>
                </a:extLst>
              </p:cNvPr>
              <p:cNvSpPr/>
              <p:nvPr/>
            </p:nvSpPr>
            <p:spPr bwMode="auto">
              <a:xfrm rot="10800000">
                <a:off x="4743449" y="5538130"/>
                <a:ext cx="247650" cy="776942"/>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3" name="Right Triangle 112">
                <a:extLst>
                  <a:ext uri="{FF2B5EF4-FFF2-40B4-BE49-F238E27FC236}">
                    <a16:creationId xmlns:a16="http://schemas.microsoft.com/office/drawing/2014/main" id="{F171182F-0C03-FD49-BB3A-B05347F78029}"/>
                  </a:ext>
                </a:extLst>
              </p:cNvPr>
              <p:cNvSpPr/>
              <p:nvPr/>
            </p:nvSpPr>
            <p:spPr bwMode="auto">
              <a:xfrm flipH="1">
                <a:off x="4743448" y="1752601"/>
                <a:ext cx="247650" cy="3117609"/>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43" name="Text Placeholder 16">
              <a:extLst>
                <a:ext uri="{FF2B5EF4-FFF2-40B4-BE49-F238E27FC236}">
                  <a16:creationId xmlns:a16="http://schemas.microsoft.com/office/drawing/2014/main" id="{3E5724EF-32F5-6A4C-B449-F78658EE949E}"/>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44" name="Straight Connector 43">
              <a:extLst>
                <a:ext uri="{FF2B5EF4-FFF2-40B4-BE49-F238E27FC236}">
                  <a16:creationId xmlns:a16="http://schemas.microsoft.com/office/drawing/2014/main" id="{A9F59DB2-4947-0440-9414-BAC01F270CCC}"/>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5" name="Text Placeholder 16">
              <a:extLst>
                <a:ext uri="{FF2B5EF4-FFF2-40B4-BE49-F238E27FC236}">
                  <a16:creationId xmlns:a16="http://schemas.microsoft.com/office/drawing/2014/main" id="{125F323E-820A-7A43-9DE9-10A15FF4C8BD}"/>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46" name="Straight Connector 45">
              <a:extLst>
                <a:ext uri="{FF2B5EF4-FFF2-40B4-BE49-F238E27FC236}">
                  <a16:creationId xmlns:a16="http://schemas.microsoft.com/office/drawing/2014/main" id="{1DBEA6AA-6FBA-C14F-83CA-CB983F7C29B3}"/>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7" name="Rectangle 46">
              <a:extLst>
                <a:ext uri="{FF2B5EF4-FFF2-40B4-BE49-F238E27FC236}">
                  <a16:creationId xmlns:a16="http://schemas.microsoft.com/office/drawing/2014/main" id="{E12C3F37-9973-B448-BA49-F13E9D3A7BC7}"/>
                </a:ext>
              </a:extLst>
            </p:cNvPr>
            <p:cNvSpPr/>
            <p:nvPr/>
          </p:nvSpPr>
          <p:spPr bwMode="auto">
            <a:xfrm>
              <a:off x="838140" y="171630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48" name="Rectangle 47">
              <a:extLst>
                <a:ext uri="{FF2B5EF4-FFF2-40B4-BE49-F238E27FC236}">
                  <a16:creationId xmlns:a16="http://schemas.microsoft.com/office/drawing/2014/main" id="{C0F62F6C-0D3F-1443-AA17-9FB1FD0B20F7}"/>
                </a:ext>
              </a:extLst>
            </p:cNvPr>
            <p:cNvSpPr/>
            <p:nvPr/>
          </p:nvSpPr>
          <p:spPr bwMode="auto">
            <a:xfrm>
              <a:off x="838140" y="245673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49" name="Rectangle 48">
              <a:extLst>
                <a:ext uri="{FF2B5EF4-FFF2-40B4-BE49-F238E27FC236}">
                  <a16:creationId xmlns:a16="http://schemas.microsoft.com/office/drawing/2014/main" id="{899063B9-1A56-EE4E-A64E-7A5CA5E34C5F}"/>
                </a:ext>
              </a:extLst>
            </p:cNvPr>
            <p:cNvSpPr/>
            <p:nvPr/>
          </p:nvSpPr>
          <p:spPr bwMode="auto">
            <a:xfrm>
              <a:off x="838140" y="319716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50" name="Rectangle 49">
              <a:extLst>
                <a:ext uri="{FF2B5EF4-FFF2-40B4-BE49-F238E27FC236}">
                  <a16:creationId xmlns:a16="http://schemas.microsoft.com/office/drawing/2014/main" id="{004A0B84-AF79-834C-8300-7B14BBBBAA3F}"/>
                </a:ext>
              </a:extLst>
            </p:cNvPr>
            <p:cNvSpPr/>
            <p:nvPr/>
          </p:nvSpPr>
          <p:spPr bwMode="auto">
            <a:xfrm>
              <a:off x="838140" y="393759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51" name="Content Placeholder 22">
              <a:extLst>
                <a:ext uri="{FF2B5EF4-FFF2-40B4-BE49-F238E27FC236}">
                  <a16:creationId xmlns:a16="http://schemas.microsoft.com/office/drawing/2014/main" id="{7E6FC195-B808-1C49-AEC9-8182B5E32E9D}"/>
                </a:ext>
              </a:extLst>
            </p:cNvPr>
            <p:cNvSpPr txBox="1">
              <a:spLocks/>
            </p:cNvSpPr>
            <p:nvPr/>
          </p:nvSpPr>
          <p:spPr>
            <a:xfrm>
              <a:off x="3268929" y="1716301"/>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52" name="Content Placeholder 22">
              <a:extLst>
                <a:ext uri="{FF2B5EF4-FFF2-40B4-BE49-F238E27FC236}">
                  <a16:creationId xmlns:a16="http://schemas.microsoft.com/office/drawing/2014/main" id="{399E8B22-D857-534E-91D1-11D45D2E1927}"/>
                </a:ext>
              </a:extLst>
            </p:cNvPr>
            <p:cNvSpPr txBox="1">
              <a:spLocks/>
            </p:cNvSpPr>
            <p:nvPr/>
          </p:nvSpPr>
          <p:spPr>
            <a:xfrm>
              <a:off x="3268929" y="2455653"/>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53" name="Content Placeholder 22">
              <a:extLst>
                <a:ext uri="{FF2B5EF4-FFF2-40B4-BE49-F238E27FC236}">
                  <a16:creationId xmlns:a16="http://schemas.microsoft.com/office/drawing/2014/main" id="{48067840-9D74-814D-9633-2FCC31199AA4}"/>
                </a:ext>
              </a:extLst>
            </p:cNvPr>
            <p:cNvSpPr txBox="1">
              <a:spLocks/>
            </p:cNvSpPr>
            <p:nvPr/>
          </p:nvSpPr>
          <p:spPr>
            <a:xfrm>
              <a:off x="3268929" y="3195004"/>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54" name="Content Placeholder 22">
              <a:extLst>
                <a:ext uri="{FF2B5EF4-FFF2-40B4-BE49-F238E27FC236}">
                  <a16:creationId xmlns:a16="http://schemas.microsoft.com/office/drawing/2014/main" id="{646E8E94-B9A6-BB42-A615-C66B1AB957EA}"/>
                </a:ext>
              </a:extLst>
            </p:cNvPr>
            <p:cNvSpPr txBox="1">
              <a:spLocks/>
            </p:cNvSpPr>
            <p:nvPr/>
          </p:nvSpPr>
          <p:spPr>
            <a:xfrm>
              <a:off x="3268929" y="5413057"/>
              <a:ext cx="3847223" cy="639913"/>
            </a:xfrm>
            <a:prstGeom prst="rect">
              <a:avLst/>
            </a:prstGeom>
            <a:noFill/>
            <a:ln>
              <a:solidFill>
                <a:schemeClr val="bg1">
                  <a:lumMod val="85000"/>
                </a:schemeClr>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55" name="Rectangle 54">
              <a:extLst>
                <a:ext uri="{FF2B5EF4-FFF2-40B4-BE49-F238E27FC236}">
                  <a16:creationId xmlns:a16="http://schemas.microsoft.com/office/drawing/2014/main" id="{A0F502FE-E687-C346-87A5-DD5598FEAC0E}"/>
                </a:ext>
              </a:extLst>
            </p:cNvPr>
            <p:cNvSpPr/>
            <p:nvPr/>
          </p:nvSpPr>
          <p:spPr bwMode="auto">
            <a:xfrm>
              <a:off x="838140" y="4678022"/>
              <a:ext cx="2285405" cy="639913"/>
            </a:xfrm>
            <a:prstGeom prst="rect">
              <a:avLst/>
            </a:prstGeom>
            <a:solidFill>
              <a:schemeClr val="accent3"/>
            </a:solidFill>
            <a:ln w="19050"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56" name="Content Placeholder 22">
              <a:extLst>
                <a:ext uri="{FF2B5EF4-FFF2-40B4-BE49-F238E27FC236}">
                  <a16:creationId xmlns:a16="http://schemas.microsoft.com/office/drawing/2014/main" id="{F9FCD680-290A-644B-B16A-5C95D900756C}"/>
                </a:ext>
              </a:extLst>
            </p:cNvPr>
            <p:cNvSpPr txBox="1">
              <a:spLocks/>
            </p:cNvSpPr>
            <p:nvPr/>
          </p:nvSpPr>
          <p:spPr>
            <a:xfrm>
              <a:off x="3268929" y="3934356"/>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57" name="Group 56">
              <a:extLst>
                <a:ext uri="{FF2B5EF4-FFF2-40B4-BE49-F238E27FC236}">
                  <a16:creationId xmlns:a16="http://schemas.microsoft.com/office/drawing/2014/main" id="{2CA8AAB2-A139-4D48-8320-9FD31CEF55A8}"/>
                </a:ext>
              </a:extLst>
            </p:cNvPr>
            <p:cNvGrpSpPr>
              <a:grpSpLocks noChangeAspect="1"/>
            </p:cNvGrpSpPr>
            <p:nvPr/>
          </p:nvGrpSpPr>
          <p:grpSpPr>
            <a:xfrm>
              <a:off x="1061689" y="5629902"/>
              <a:ext cx="371878" cy="365665"/>
              <a:chOff x="8146160" y="1934179"/>
              <a:chExt cx="851125" cy="836906"/>
            </a:xfrm>
          </p:grpSpPr>
          <p:sp>
            <p:nvSpPr>
              <p:cNvPr id="65" name="Trapezoid 64">
                <a:extLst>
                  <a:ext uri="{FF2B5EF4-FFF2-40B4-BE49-F238E27FC236}">
                    <a16:creationId xmlns:a16="http://schemas.microsoft.com/office/drawing/2014/main" id="{414A0459-00B1-5F48-BCD4-6F3A9F87A07B}"/>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6" name="Right Triangle 65">
                <a:extLst>
                  <a:ext uri="{FF2B5EF4-FFF2-40B4-BE49-F238E27FC236}">
                    <a16:creationId xmlns:a16="http://schemas.microsoft.com/office/drawing/2014/main" id="{5C460FD3-B756-5048-A48B-1ECF0D791DC1}"/>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7" name="Right Triangle 66">
                <a:extLst>
                  <a:ext uri="{FF2B5EF4-FFF2-40B4-BE49-F238E27FC236}">
                    <a16:creationId xmlns:a16="http://schemas.microsoft.com/office/drawing/2014/main" id="{F5664569-15AF-1449-9F74-955A2DAEA89B}"/>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8" name="Rectangle 67">
                <a:extLst>
                  <a:ext uri="{FF2B5EF4-FFF2-40B4-BE49-F238E27FC236}">
                    <a16:creationId xmlns:a16="http://schemas.microsoft.com/office/drawing/2014/main" id="{2823F781-FBB4-FB49-8C23-7163A5C24DFD}"/>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9" name="Rectangle 68">
                <a:extLst>
                  <a:ext uri="{FF2B5EF4-FFF2-40B4-BE49-F238E27FC236}">
                    <a16:creationId xmlns:a16="http://schemas.microsoft.com/office/drawing/2014/main" id="{88492854-0504-1842-ADC8-6F860737C6C7}"/>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0" name="Rectangle 69">
                <a:extLst>
                  <a:ext uri="{FF2B5EF4-FFF2-40B4-BE49-F238E27FC236}">
                    <a16:creationId xmlns:a16="http://schemas.microsoft.com/office/drawing/2014/main" id="{4FC4CFD5-66AC-C742-B9E0-DA76579A6BE8}"/>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1" name="Rectangle 70">
                <a:extLst>
                  <a:ext uri="{FF2B5EF4-FFF2-40B4-BE49-F238E27FC236}">
                    <a16:creationId xmlns:a16="http://schemas.microsoft.com/office/drawing/2014/main" id="{5A3721AE-2207-294F-A7A0-9A5401196976}"/>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2" name="Rectangle 71">
                <a:extLst>
                  <a:ext uri="{FF2B5EF4-FFF2-40B4-BE49-F238E27FC236}">
                    <a16:creationId xmlns:a16="http://schemas.microsoft.com/office/drawing/2014/main" id="{52A8DA1E-43EE-D54D-9A51-E7A3AD26CE58}"/>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3" name="Rectangle 72">
                <a:extLst>
                  <a:ext uri="{FF2B5EF4-FFF2-40B4-BE49-F238E27FC236}">
                    <a16:creationId xmlns:a16="http://schemas.microsoft.com/office/drawing/2014/main" id="{75733BCC-8528-7B4F-BBF2-621C9072BA14}"/>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4" name="Rectangle 73">
                <a:extLst>
                  <a:ext uri="{FF2B5EF4-FFF2-40B4-BE49-F238E27FC236}">
                    <a16:creationId xmlns:a16="http://schemas.microsoft.com/office/drawing/2014/main" id="{584760C8-F2ED-E44F-9CA3-7364F74E99E3}"/>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8" name="Text Placeholder 16">
              <a:extLst>
                <a:ext uri="{FF2B5EF4-FFF2-40B4-BE49-F238E27FC236}">
                  <a16:creationId xmlns:a16="http://schemas.microsoft.com/office/drawing/2014/main" id="{256E7838-8DCB-5143-BCED-E23FB39AF1C1}"/>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59" name="Straight Connector 58">
              <a:extLst>
                <a:ext uri="{FF2B5EF4-FFF2-40B4-BE49-F238E27FC236}">
                  <a16:creationId xmlns:a16="http://schemas.microsoft.com/office/drawing/2014/main" id="{ABC738D3-AB98-9B43-9C94-9FAD5F1483B4}"/>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60" name="Rectangle 59">
              <a:extLst>
                <a:ext uri="{FF2B5EF4-FFF2-40B4-BE49-F238E27FC236}">
                  <a16:creationId xmlns:a16="http://schemas.microsoft.com/office/drawing/2014/main" id="{39B266C2-6B6C-8746-9C12-9E760308318B}"/>
                </a:ext>
              </a:extLst>
            </p:cNvPr>
            <p:cNvSpPr/>
            <p:nvPr/>
          </p:nvSpPr>
          <p:spPr bwMode="auto">
            <a:xfrm>
              <a:off x="838140" y="5413057"/>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sp>
          <p:nvSpPr>
            <p:cNvPr id="61" name="Content Placeholder 22">
              <a:extLst>
                <a:ext uri="{FF2B5EF4-FFF2-40B4-BE49-F238E27FC236}">
                  <a16:creationId xmlns:a16="http://schemas.microsoft.com/office/drawing/2014/main" id="{F4D2177D-99F5-4A49-8B21-4C3B4B0ABB46}"/>
                </a:ext>
              </a:extLst>
            </p:cNvPr>
            <p:cNvSpPr txBox="1">
              <a:spLocks/>
            </p:cNvSpPr>
            <p:nvPr/>
          </p:nvSpPr>
          <p:spPr>
            <a:xfrm>
              <a:off x="3267252" y="4673707"/>
              <a:ext cx="3847223" cy="639913"/>
            </a:xfrm>
            <a:prstGeom prst="rect">
              <a:avLst/>
            </a:prstGeom>
            <a:noFill/>
            <a:ln w="19050">
              <a:solidFill>
                <a:schemeClr val="accent3"/>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62" name="Content Placeholder 4">
              <a:extLst>
                <a:ext uri="{FF2B5EF4-FFF2-40B4-BE49-F238E27FC236}">
                  <a16:creationId xmlns:a16="http://schemas.microsoft.com/office/drawing/2014/main" id="{B29D90F7-CD3D-F34C-9FC2-F9E8CC7AEB4D}"/>
                </a:ext>
              </a:extLst>
            </p:cNvPr>
            <p:cNvSpPr txBox="1">
              <a:spLocks/>
            </p:cNvSpPr>
            <p:nvPr/>
          </p:nvSpPr>
          <p:spPr bwMode="gray">
            <a:xfrm>
              <a:off x="7511870" y="1716301"/>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Close-matching for near-duplicates</a:t>
              </a:r>
            </a:p>
          </p:txBody>
        </p:sp>
        <p:pic>
          <p:nvPicPr>
            <p:cNvPr id="63" name="Picture 62">
              <a:extLst>
                <a:ext uri="{FF2B5EF4-FFF2-40B4-BE49-F238E27FC236}">
                  <a16:creationId xmlns:a16="http://schemas.microsoft.com/office/drawing/2014/main" id="{4D759FAA-108A-B74F-9C08-0B5261A40CEC}"/>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b="2365"/>
            <a:stretch/>
          </p:blipFill>
          <p:spPr>
            <a:xfrm>
              <a:off x="7872943" y="2183826"/>
              <a:ext cx="3273366" cy="3695342"/>
            </a:xfrm>
            <a:prstGeom prst="rect">
              <a:avLst/>
            </a:prstGeom>
          </p:spPr>
        </p:pic>
        <p:sp>
          <p:nvSpPr>
            <p:cNvPr id="64" name="Rectangle 63">
              <a:extLst>
                <a:ext uri="{FF2B5EF4-FFF2-40B4-BE49-F238E27FC236}">
                  <a16:creationId xmlns:a16="http://schemas.microsoft.com/office/drawing/2014/main" id="{EC0C935C-5630-E840-9CD9-F533C3B9F648}"/>
                </a:ext>
              </a:extLst>
            </p:cNvPr>
            <p:cNvSpPr/>
            <p:nvPr/>
          </p:nvSpPr>
          <p:spPr>
            <a:xfrm>
              <a:off x="7676296" y="2183825"/>
              <a:ext cx="3912854" cy="1261122"/>
            </a:xfrm>
            <a:prstGeom prst="rect">
              <a:avLst/>
            </a:prstGeom>
            <a:noFill/>
            <a:ln w="28575">
              <a:solidFill>
                <a:srgbClr val="60774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Tree>
    <p:extLst>
      <p:ext uri="{BB962C8B-B14F-4D97-AF65-F5344CB8AC3E}">
        <p14:creationId xmlns:p14="http://schemas.microsoft.com/office/powerpoint/2010/main" val="4136234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26891-EC2E-6E4A-9BBD-C36860F890F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Machine Learning Applications</a:t>
            </a:r>
            <a:endParaRPr lang="en-US" b="1" dirty="0"/>
          </a:p>
        </p:txBody>
      </p:sp>
      <p:grpSp>
        <p:nvGrpSpPr>
          <p:cNvPr id="41" name="Group 40">
            <a:extLst>
              <a:ext uri="{FF2B5EF4-FFF2-40B4-BE49-F238E27FC236}">
                <a16:creationId xmlns:a16="http://schemas.microsoft.com/office/drawing/2014/main" id="{AFD814BE-B513-D64E-9847-427CD83DB3D0}"/>
              </a:ext>
            </a:extLst>
          </p:cNvPr>
          <p:cNvGrpSpPr/>
          <p:nvPr/>
        </p:nvGrpSpPr>
        <p:grpSpPr>
          <a:xfrm>
            <a:off x="838140" y="1218574"/>
            <a:ext cx="10950186" cy="4834396"/>
            <a:chOff x="838140" y="1218574"/>
            <a:chExt cx="10950186" cy="4834396"/>
          </a:xfrm>
        </p:grpSpPr>
        <p:sp>
          <p:nvSpPr>
            <p:cNvPr id="43" name="Text Placeholder 16">
              <a:extLst>
                <a:ext uri="{FF2B5EF4-FFF2-40B4-BE49-F238E27FC236}">
                  <a16:creationId xmlns:a16="http://schemas.microsoft.com/office/drawing/2014/main" id="{3E5724EF-32F5-6A4C-B449-F78658EE949E}"/>
                </a:ext>
              </a:extLst>
            </p:cNvPr>
            <p:cNvSpPr txBox="1">
              <a:spLocks/>
            </p:cNvSpPr>
            <p:nvPr/>
          </p:nvSpPr>
          <p:spPr>
            <a:xfrm>
              <a:off x="838140" y="1218574"/>
              <a:ext cx="2285405"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Business/ML Problem</a:t>
              </a:r>
            </a:p>
          </p:txBody>
        </p:sp>
        <p:cxnSp>
          <p:nvCxnSpPr>
            <p:cNvPr id="44" name="Straight Connector 43">
              <a:extLst>
                <a:ext uri="{FF2B5EF4-FFF2-40B4-BE49-F238E27FC236}">
                  <a16:creationId xmlns:a16="http://schemas.microsoft.com/office/drawing/2014/main" id="{A9F59DB2-4947-0440-9414-BAC01F270CCC}"/>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5" name="Text Placeholder 16">
              <a:extLst>
                <a:ext uri="{FF2B5EF4-FFF2-40B4-BE49-F238E27FC236}">
                  <a16:creationId xmlns:a16="http://schemas.microsoft.com/office/drawing/2014/main" id="{125F323E-820A-7A43-9DE9-10A15FF4C8BD}"/>
                </a:ext>
              </a:extLst>
            </p:cNvPr>
            <p:cNvSpPr txBox="1">
              <a:spLocks/>
            </p:cNvSpPr>
            <p:nvPr/>
          </p:nvSpPr>
          <p:spPr>
            <a:xfrm>
              <a:off x="3303618" y="1218574"/>
              <a:ext cx="384722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Description  </a:t>
              </a:r>
            </a:p>
          </p:txBody>
        </p:sp>
        <p:cxnSp>
          <p:nvCxnSpPr>
            <p:cNvPr id="46" name="Straight Connector 45">
              <a:extLst>
                <a:ext uri="{FF2B5EF4-FFF2-40B4-BE49-F238E27FC236}">
                  <a16:creationId xmlns:a16="http://schemas.microsoft.com/office/drawing/2014/main" id="{1DBEA6AA-6FBA-C14F-83CA-CB983F7C29B3}"/>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47" name="Rectangle 46">
              <a:extLst>
                <a:ext uri="{FF2B5EF4-FFF2-40B4-BE49-F238E27FC236}">
                  <a16:creationId xmlns:a16="http://schemas.microsoft.com/office/drawing/2014/main" id="{E12C3F37-9973-B448-BA49-F13E9D3A7BC7}"/>
                </a:ext>
              </a:extLst>
            </p:cNvPr>
            <p:cNvSpPr/>
            <p:nvPr/>
          </p:nvSpPr>
          <p:spPr bwMode="auto">
            <a:xfrm>
              <a:off x="838140" y="171630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Ranking</a:t>
              </a:r>
            </a:p>
          </p:txBody>
        </p:sp>
        <p:sp>
          <p:nvSpPr>
            <p:cNvPr id="48" name="Rectangle 47">
              <a:extLst>
                <a:ext uri="{FF2B5EF4-FFF2-40B4-BE49-F238E27FC236}">
                  <a16:creationId xmlns:a16="http://schemas.microsoft.com/office/drawing/2014/main" id="{C0F62F6C-0D3F-1443-AA17-9FB1FD0B20F7}"/>
                </a:ext>
              </a:extLst>
            </p:cNvPr>
            <p:cNvSpPr/>
            <p:nvPr/>
          </p:nvSpPr>
          <p:spPr bwMode="auto">
            <a:xfrm>
              <a:off x="838140" y="2456731"/>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Recommendation</a:t>
              </a:r>
            </a:p>
          </p:txBody>
        </p:sp>
        <p:sp>
          <p:nvSpPr>
            <p:cNvPr id="49" name="Rectangle 48">
              <a:extLst>
                <a:ext uri="{FF2B5EF4-FFF2-40B4-BE49-F238E27FC236}">
                  <a16:creationId xmlns:a16="http://schemas.microsoft.com/office/drawing/2014/main" id="{899063B9-1A56-EE4E-A64E-7A5CA5E34C5F}"/>
                </a:ext>
              </a:extLst>
            </p:cNvPr>
            <p:cNvSpPr/>
            <p:nvPr/>
          </p:nvSpPr>
          <p:spPr bwMode="auto">
            <a:xfrm>
              <a:off x="838140" y="319716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Classification</a:t>
              </a:r>
            </a:p>
          </p:txBody>
        </p:sp>
        <p:sp>
          <p:nvSpPr>
            <p:cNvPr id="50" name="Rectangle 49">
              <a:extLst>
                <a:ext uri="{FF2B5EF4-FFF2-40B4-BE49-F238E27FC236}">
                  <a16:creationId xmlns:a16="http://schemas.microsoft.com/office/drawing/2014/main" id="{004A0B84-AF79-834C-8300-7B14BBBBAA3F}"/>
                </a:ext>
              </a:extLst>
            </p:cNvPr>
            <p:cNvSpPr/>
            <p:nvPr/>
          </p:nvSpPr>
          <p:spPr bwMode="auto">
            <a:xfrm>
              <a:off x="838140" y="3937592"/>
              <a:ext cx="2285405" cy="639913"/>
            </a:xfrm>
            <a:prstGeom prst="rect">
              <a:avLst/>
            </a:prstGeom>
            <a:solidFill>
              <a:schemeClr val="tx1">
                <a:lumMod val="60000"/>
                <a:lumOff val="40000"/>
              </a:schemeClr>
            </a:solidFill>
            <a:ln w="19050" cap="flat" cmpd="sng" algn="ctr">
              <a:solidFill>
                <a:schemeClr val="tx1">
                  <a:lumMod val="60000"/>
                  <a:lumOff val="40000"/>
                </a:schemeClr>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Regression</a:t>
              </a:r>
            </a:p>
          </p:txBody>
        </p:sp>
        <p:sp>
          <p:nvSpPr>
            <p:cNvPr id="51" name="Content Placeholder 22">
              <a:extLst>
                <a:ext uri="{FF2B5EF4-FFF2-40B4-BE49-F238E27FC236}">
                  <a16:creationId xmlns:a16="http://schemas.microsoft.com/office/drawing/2014/main" id="{7E6FC195-B808-1C49-AEC9-8182B5E32E9D}"/>
                </a:ext>
              </a:extLst>
            </p:cNvPr>
            <p:cNvSpPr txBox="1">
              <a:spLocks/>
            </p:cNvSpPr>
            <p:nvPr/>
          </p:nvSpPr>
          <p:spPr>
            <a:xfrm>
              <a:off x="3268929" y="1716301"/>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Helping users find the most relevant thing</a:t>
              </a:r>
            </a:p>
          </p:txBody>
        </p:sp>
        <p:sp>
          <p:nvSpPr>
            <p:cNvPr id="52" name="Content Placeholder 22">
              <a:extLst>
                <a:ext uri="{FF2B5EF4-FFF2-40B4-BE49-F238E27FC236}">
                  <a16:creationId xmlns:a16="http://schemas.microsoft.com/office/drawing/2014/main" id="{399E8B22-D857-534E-91D1-11D45D2E1927}"/>
                </a:ext>
              </a:extLst>
            </p:cNvPr>
            <p:cNvSpPr txBox="1">
              <a:spLocks/>
            </p:cNvSpPr>
            <p:nvPr/>
          </p:nvSpPr>
          <p:spPr>
            <a:xfrm>
              <a:off x="3268929" y="2455653"/>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Giving users the thing they may be most interested in</a:t>
              </a:r>
            </a:p>
          </p:txBody>
        </p:sp>
        <p:sp>
          <p:nvSpPr>
            <p:cNvPr id="53" name="Content Placeholder 22">
              <a:extLst>
                <a:ext uri="{FF2B5EF4-FFF2-40B4-BE49-F238E27FC236}">
                  <a16:creationId xmlns:a16="http://schemas.microsoft.com/office/drawing/2014/main" id="{48067840-9D74-814D-9633-2FCC31199AA4}"/>
                </a:ext>
              </a:extLst>
            </p:cNvPr>
            <p:cNvSpPr txBox="1">
              <a:spLocks/>
            </p:cNvSpPr>
            <p:nvPr/>
          </p:nvSpPr>
          <p:spPr>
            <a:xfrm>
              <a:off x="3268929" y="3195004"/>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Figuring out what kind of thing something is</a:t>
              </a:r>
            </a:p>
          </p:txBody>
        </p:sp>
        <p:sp>
          <p:nvSpPr>
            <p:cNvPr id="54" name="Content Placeholder 22">
              <a:extLst>
                <a:ext uri="{FF2B5EF4-FFF2-40B4-BE49-F238E27FC236}">
                  <a16:creationId xmlns:a16="http://schemas.microsoft.com/office/drawing/2014/main" id="{646E8E94-B9A6-BB42-A615-C66B1AB957EA}"/>
                </a:ext>
              </a:extLst>
            </p:cNvPr>
            <p:cNvSpPr txBox="1">
              <a:spLocks/>
            </p:cNvSpPr>
            <p:nvPr/>
          </p:nvSpPr>
          <p:spPr>
            <a:xfrm>
              <a:off x="3268929" y="5413057"/>
              <a:ext cx="3847223" cy="639913"/>
            </a:xfrm>
            <a:prstGeom prst="rect">
              <a:avLst/>
            </a:prstGeom>
            <a:noFill/>
            <a:ln w="19050">
              <a:solidFill>
                <a:schemeClr val="accent3"/>
              </a:solidFill>
            </a:ln>
          </p:spPr>
          <p:txBody>
            <a:bodyPr lIns="91416" rIns="91416"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Finding uncommon things</a:t>
              </a:r>
            </a:p>
          </p:txBody>
        </p:sp>
        <p:sp>
          <p:nvSpPr>
            <p:cNvPr id="55" name="Rectangle 54">
              <a:extLst>
                <a:ext uri="{FF2B5EF4-FFF2-40B4-BE49-F238E27FC236}">
                  <a16:creationId xmlns:a16="http://schemas.microsoft.com/office/drawing/2014/main" id="{A0F502FE-E687-C346-87A5-DD5598FEAC0E}"/>
                </a:ext>
              </a:extLst>
            </p:cNvPr>
            <p:cNvSpPr/>
            <p:nvPr/>
          </p:nvSpPr>
          <p:spPr bwMode="auto">
            <a:xfrm>
              <a:off x="838140" y="4678022"/>
              <a:ext cx="2285405" cy="639913"/>
            </a:xfrm>
            <a:prstGeom prst="rect">
              <a:avLst/>
            </a:prstGeom>
            <a:solidFill>
              <a:schemeClr val="tx1">
                <a:lumMod val="60000"/>
                <a:lumOff val="40000"/>
              </a:schemeClr>
            </a:solidFill>
            <a:ln w="19050"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Clustering</a:t>
              </a:r>
            </a:p>
          </p:txBody>
        </p:sp>
        <p:sp>
          <p:nvSpPr>
            <p:cNvPr id="56" name="Content Placeholder 22">
              <a:extLst>
                <a:ext uri="{FF2B5EF4-FFF2-40B4-BE49-F238E27FC236}">
                  <a16:creationId xmlns:a16="http://schemas.microsoft.com/office/drawing/2014/main" id="{F9FCD680-290A-644B-B16A-5C95D900756C}"/>
                </a:ext>
              </a:extLst>
            </p:cNvPr>
            <p:cNvSpPr txBox="1">
              <a:spLocks/>
            </p:cNvSpPr>
            <p:nvPr/>
          </p:nvSpPr>
          <p:spPr>
            <a:xfrm>
              <a:off x="3268929" y="3934356"/>
              <a:ext cx="3847223" cy="639913"/>
            </a:xfrm>
            <a:prstGeom prst="rect">
              <a:avLst/>
            </a:prstGeom>
            <a:noFill/>
            <a:ln>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Predicting a numerical value of a thing</a:t>
              </a:r>
            </a:p>
          </p:txBody>
        </p:sp>
        <p:grpSp>
          <p:nvGrpSpPr>
            <p:cNvPr id="57" name="Group 56">
              <a:extLst>
                <a:ext uri="{FF2B5EF4-FFF2-40B4-BE49-F238E27FC236}">
                  <a16:creationId xmlns:a16="http://schemas.microsoft.com/office/drawing/2014/main" id="{2CA8AAB2-A139-4D48-8320-9FD31CEF55A8}"/>
                </a:ext>
              </a:extLst>
            </p:cNvPr>
            <p:cNvGrpSpPr>
              <a:grpSpLocks noChangeAspect="1"/>
            </p:cNvGrpSpPr>
            <p:nvPr/>
          </p:nvGrpSpPr>
          <p:grpSpPr>
            <a:xfrm>
              <a:off x="1061689" y="5629902"/>
              <a:ext cx="371878" cy="365665"/>
              <a:chOff x="8146160" y="1934179"/>
              <a:chExt cx="851125" cy="836906"/>
            </a:xfrm>
          </p:grpSpPr>
          <p:sp>
            <p:nvSpPr>
              <p:cNvPr id="65" name="Trapezoid 64">
                <a:extLst>
                  <a:ext uri="{FF2B5EF4-FFF2-40B4-BE49-F238E27FC236}">
                    <a16:creationId xmlns:a16="http://schemas.microsoft.com/office/drawing/2014/main" id="{414A0459-00B1-5F48-BCD4-6F3A9F87A07B}"/>
                  </a:ext>
                </a:extLst>
              </p:cNvPr>
              <p:cNvSpPr/>
              <p:nvPr/>
            </p:nvSpPr>
            <p:spPr bwMode="auto">
              <a:xfrm>
                <a:off x="8726829" y="1934179"/>
                <a:ext cx="270456" cy="836906"/>
              </a:xfrm>
              <a:prstGeom prst="trapezoid">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6" name="Right Triangle 65">
                <a:extLst>
                  <a:ext uri="{FF2B5EF4-FFF2-40B4-BE49-F238E27FC236}">
                    <a16:creationId xmlns:a16="http://schemas.microsoft.com/office/drawing/2014/main" id="{5C460FD3-B756-5048-A48B-1ECF0D791DC1}"/>
                  </a:ext>
                </a:extLst>
              </p:cNvPr>
              <p:cNvSpPr/>
              <p:nvPr/>
            </p:nvSpPr>
            <p:spPr bwMode="auto">
              <a:xfrm flipH="1">
                <a:off x="8146160"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7" name="Right Triangle 66">
                <a:extLst>
                  <a:ext uri="{FF2B5EF4-FFF2-40B4-BE49-F238E27FC236}">
                    <a16:creationId xmlns:a16="http://schemas.microsoft.com/office/drawing/2014/main" id="{F5664569-15AF-1449-9F74-955A2DAEA89B}"/>
                  </a:ext>
                </a:extLst>
              </p:cNvPr>
              <p:cNvSpPr/>
              <p:nvPr/>
            </p:nvSpPr>
            <p:spPr bwMode="auto">
              <a:xfrm flipH="1">
                <a:off x="8407328" y="2184257"/>
                <a:ext cx="261168" cy="165799"/>
              </a:xfrm>
              <a:prstGeom prst="rtTriangle">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8" name="Rectangle 67">
                <a:extLst>
                  <a:ext uri="{FF2B5EF4-FFF2-40B4-BE49-F238E27FC236}">
                    <a16:creationId xmlns:a16="http://schemas.microsoft.com/office/drawing/2014/main" id="{2823F781-FBB4-FB49-8C23-7163A5C24DFD}"/>
                  </a:ext>
                </a:extLst>
              </p:cNvPr>
              <p:cNvSpPr/>
              <p:nvPr/>
            </p:nvSpPr>
            <p:spPr bwMode="auto">
              <a:xfrm>
                <a:off x="8146160" y="23491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9" name="Rectangle 68">
                <a:extLst>
                  <a:ext uri="{FF2B5EF4-FFF2-40B4-BE49-F238E27FC236}">
                    <a16:creationId xmlns:a16="http://schemas.microsoft.com/office/drawing/2014/main" id="{88492854-0504-1842-ADC8-6F860737C6C7}"/>
                  </a:ext>
                </a:extLst>
              </p:cNvPr>
              <p:cNvSpPr/>
              <p:nvPr/>
            </p:nvSpPr>
            <p:spPr bwMode="auto">
              <a:xfrm>
                <a:off x="8146160" y="2501594"/>
                <a:ext cx="624353" cy="49158"/>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0" name="Rectangle 69">
                <a:extLst>
                  <a:ext uri="{FF2B5EF4-FFF2-40B4-BE49-F238E27FC236}">
                    <a16:creationId xmlns:a16="http://schemas.microsoft.com/office/drawing/2014/main" id="{4FC4CFD5-66AC-C742-B9E0-DA76579A6BE8}"/>
                  </a:ext>
                </a:extLst>
              </p:cNvPr>
              <p:cNvSpPr/>
              <p:nvPr/>
            </p:nvSpPr>
            <p:spPr bwMode="auto">
              <a:xfrm>
                <a:off x="8146160" y="2647896"/>
                <a:ext cx="594360" cy="123189"/>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1" name="Rectangle 70">
                <a:extLst>
                  <a:ext uri="{FF2B5EF4-FFF2-40B4-BE49-F238E27FC236}">
                    <a16:creationId xmlns:a16="http://schemas.microsoft.com/office/drawing/2014/main" id="{5A3721AE-2207-294F-A7A0-9A5401196976}"/>
                  </a:ext>
                </a:extLst>
              </p:cNvPr>
              <p:cNvSpPr/>
              <p:nvPr/>
            </p:nvSpPr>
            <p:spPr bwMode="auto">
              <a:xfrm>
                <a:off x="814616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2" name="Rectangle 71">
                <a:extLst>
                  <a:ext uri="{FF2B5EF4-FFF2-40B4-BE49-F238E27FC236}">
                    <a16:creationId xmlns:a16="http://schemas.microsoft.com/office/drawing/2014/main" id="{52A8DA1E-43EE-D54D-9A51-E7A3AD26CE58}"/>
                  </a:ext>
                </a:extLst>
              </p:cNvPr>
              <p:cNvSpPr/>
              <p:nvPr/>
            </p:nvSpPr>
            <p:spPr bwMode="auto">
              <a:xfrm>
                <a:off x="8313800" y="2387279"/>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3" name="Rectangle 72">
                <a:extLst>
                  <a:ext uri="{FF2B5EF4-FFF2-40B4-BE49-F238E27FC236}">
                    <a16:creationId xmlns:a16="http://schemas.microsoft.com/office/drawing/2014/main" id="{75733BCC-8528-7B4F-BBF2-621C9072BA14}"/>
                  </a:ext>
                </a:extLst>
              </p:cNvPr>
              <p:cNvSpPr/>
              <p:nvPr/>
            </p:nvSpPr>
            <p:spPr bwMode="auto">
              <a:xfrm>
                <a:off x="8481440" y="2373773"/>
                <a:ext cx="91440"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4" name="Rectangle 73">
                <a:extLst>
                  <a:ext uri="{FF2B5EF4-FFF2-40B4-BE49-F238E27FC236}">
                    <a16:creationId xmlns:a16="http://schemas.microsoft.com/office/drawing/2014/main" id="{584760C8-F2ED-E44F-9CA3-7364F74E99E3}"/>
                  </a:ext>
                </a:extLst>
              </p:cNvPr>
              <p:cNvSpPr/>
              <p:nvPr/>
            </p:nvSpPr>
            <p:spPr bwMode="auto">
              <a:xfrm>
                <a:off x="8649079" y="2352632"/>
                <a:ext cx="121433" cy="365760"/>
              </a:xfrm>
              <a:prstGeom prst="rect">
                <a:avLst/>
              </a:prstGeom>
              <a:solidFill>
                <a:schemeClr val="accent1"/>
              </a:solid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58" name="Text Placeholder 16">
              <a:extLst>
                <a:ext uri="{FF2B5EF4-FFF2-40B4-BE49-F238E27FC236}">
                  <a16:creationId xmlns:a16="http://schemas.microsoft.com/office/drawing/2014/main" id="{256E7838-8DCB-5143-BCED-E23FB39AF1C1}"/>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59" name="Straight Connector 58">
              <a:extLst>
                <a:ext uri="{FF2B5EF4-FFF2-40B4-BE49-F238E27FC236}">
                  <a16:creationId xmlns:a16="http://schemas.microsoft.com/office/drawing/2014/main" id="{ABC738D3-AB98-9B43-9C94-9FAD5F1483B4}"/>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61" name="Content Placeholder 22">
              <a:extLst>
                <a:ext uri="{FF2B5EF4-FFF2-40B4-BE49-F238E27FC236}">
                  <a16:creationId xmlns:a16="http://schemas.microsoft.com/office/drawing/2014/main" id="{F4D2177D-99F5-4A49-8B21-4C3B4B0ABB46}"/>
                </a:ext>
              </a:extLst>
            </p:cNvPr>
            <p:cNvSpPr txBox="1">
              <a:spLocks/>
            </p:cNvSpPr>
            <p:nvPr/>
          </p:nvSpPr>
          <p:spPr>
            <a:xfrm>
              <a:off x="3267252" y="4673707"/>
              <a:ext cx="3847223" cy="639913"/>
            </a:xfrm>
            <a:prstGeom prst="rect">
              <a:avLst/>
            </a:prstGeom>
            <a:noFill/>
            <a:ln w="9525">
              <a:solidFill>
                <a:schemeClr val="bg1">
                  <a:lumMod val="85000"/>
                </a:schemeClr>
              </a:solidFill>
            </a:ln>
          </p:spPr>
          <p:txBody>
            <a:bodyPr lIns="91416" rIns="91416" anchor="ctr"/>
            <a:lstStyle>
              <a:defPPr>
                <a:defRPr lang="en-US"/>
              </a:defPPr>
              <a:lvl1pPr defTabSz="914400">
                <a:defRPr sz="1200"/>
              </a:lvl1pPr>
              <a:lvl2pPr marL="457200" defTabSz="914400">
                <a:defRPr sz="1800"/>
              </a:lvl2pPr>
              <a:lvl3pPr marL="914400" defTabSz="914400">
                <a:defRPr sz="1800"/>
              </a:lvl3pPr>
              <a:lvl4pPr marL="1371600" defTabSz="914400">
                <a:defRPr sz="1800"/>
              </a:lvl4pPr>
              <a:lvl5pPr marL="1828800" defTabSz="914400">
                <a:defRPr sz="1800"/>
              </a:lvl5pPr>
              <a:lvl6pPr marL="2286000" defTabSz="914400">
                <a:defRPr sz="1800"/>
              </a:lvl6pPr>
              <a:lvl7pPr marL="2743200" defTabSz="914400">
                <a:defRPr sz="1800"/>
              </a:lvl7pPr>
              <a:lvl8pPr marL="3200400" defTabSz="914400">
                <a:defRPr sz="1800"/>
              </a:lvl8pPr>
              <a:lvl9pPr marL="3657600" defTabSz="914400">
                <a:defRPr sz="1800"/>
              </a:lvl9p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Putting similar things together</a:t>
              </a:r>
            </a:p>
          </p:txBody>
        </p:sp>
        <p:sp>
          <p:nvSpPr>
            <p:cNvPr id="60" name="Rectangle 59">
              <a:extLst>
                <a:ext uri="{FF2B5EF4-FFF2-40B4-BE49-F238E27FC236}">
                  <a16:creationId xmlns:a16="http://schemas.microsoft.com/office/drawing/2014/main" id="{39B266C2-6B6C-8746-9C12-9E760308318B}"/>
                </a:ext>
              </a:extLst>
            </p:cNvPr>
            <p:cNvSpPr/>
            <p:nvPr/>
          </p:nvSpPr>
          <p:spPr bwMode="auto">
            <a:xfrm>
              <a:off x="838140" y="5413057"/>
              <a:ext cx="2285405" cy="639913"/>
            </a:xfrm>
            <a:prstGeom prst="rect">
              <a:avLst/>
            </a:prstGeom>
            <a:solidFill>
              <a:schemeClr val="accent3"/>
            </a:solidFill>
            <a:ln w="19050"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179334" algn="ctr" eaLnBrk="0" fontAlgn="base" hangingPunct="0">
                <a:spcAft>
                  <a:spcPct val="0"/>
                </a:spcAft>
                <a:buClr>
                  <a:schemeClr val="accent1"/>
                </a:buClr>
              </a:pPr>
              <a:r>
                <a:rPr kumimoji="1" lang="en-US" sz="16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Anomaly Detection</a:t>
              </a:r>
            </a:p>
          </p:txBody>
        </p:sp>
      </p:grpSp>
      <p:grpSp>
        <p:nvGrpSpPr>
          <p:cNvPr id="40" name="Group 39">
            <a:extLst>
              <a:ext uri="{FF2B5EF4-FFF2-40B4-BE49-F238E27FC236}">
                <a16:creationId xmlns:a16="http://schemas.microsoft.com/office/drawing/2014/main" id="{60EB500A-0F7C-1247-BAE1-B6FE65AFFA51}"/>
              </a:ext>
            </a:extLst>
          </p:cNvPr>
          <p:cNvGrpSpPr/>
          <p:nvPr/>
        </p:nvGrpSpPr>
        <p:grpSpPr>
          <a:xfrm>
            <a:off x="852425" y="1218574"/>
            <a:ext cx="10935901" cy="4824565"/>
            <a:chOff x="852425" y="1218574"/>
            <a:chExt cx="10935901" cy="4824565"/>
          </a:xfrm>
        </p:grpSpPr>
        <p:cxnSp>
          <p:nvCxnSpPr>
            <p:cNvPr id="77" name="Straight Connector 76">
              <a:extLst>
                <a:ext uri="{FF2B5EF4-FFF2-40B4-BE49-F238E27FC236}">
                  <a16:creationId xmlns:a16="http://schemas.microsoft.com/office/drawing/2014/main" id="{B3C7AEBF-108E-9943-B615-52A4FA2762F4}"/>
                </a:ext>
              </a:extLst>
            </p:cNvPr>
            <p:cNvCxnSpPr/>
            <p:nvPr/>
          </p:nvCxnSpPr>
          <p:spPr bwMode="auto">
            <a:xfrm>
              <a:off x="852425" y="1612106"/>
              <a:ext cx="2285405"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cxnSp>
          <p:nvCxnSpPr>
            <p:cNvPr id="78" name="Straight Connector 77">
              <a:extLst>
                <a:ext uri="{FF2B5EF4-FFF2-40B4-BE49-F238E27FC236}">
                  <a16:creationId xmlns:a16="http://schemas.microsoft.com/office/drawing/2014/main" id="{A35A7C5F-10B5-4242-A838-F56885058BB0}"/>
                </a:ext>
              </a:extLst>
            </p:cNvPr>
            <p:cNvCxnSpPr/>
            <p:nvPr/>
          </p:nvCxnSpPr>
          <p:spPr bwMode="auto">
            <a:xfrm>
              <a:off x="3268929" y="1612106"/>
              <a:ext cx="384722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80" name="Text Placeholder 16">
              <a:extLst>
                <a:ext uri="{FF2B5EF4-FFF2-40B4-BE49-F238E27FC236}">
                  <a16:creationId xmlns:a16="http://schemas.microsoft.com/office/drawing/2014/main" id="{1F88140B-51AB-A841-84B7-63D52FA488BA}"/>
                </a:ext>
              </a:extLst>
            </p:cNvPr>
            <p:cNvSpPr txBox="1">
              <a:spLocks/>
            </p:cNvSpPr>
            <p:nvPr/>
          </p:nvSpPr>
          <p:spPr>
            <a:xfrm>
              <a:off x="7511872" y="1218574"/>
              <a:ext cx="4276453" cy="388489"/>
            </a:xfrm>
            <a:prstGeom prst="rect">
              <a:avLst/>
            </a:prstGeom>
          </p:spPr>
          <p:txBody>
            <a:bodyPr l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Bef>
                  <a:spcPct val="0"/>
                </a:spcBef>
              </a:pPr>
              <a:r>
                <a:rPr lang="en-US" sz="1799" b="1" kern="0" dirty="0">
                  <a:latin typeface="Amazon Ember Light" panose="020B0403020204020204" pitchFamily="34" charset="0"/>
                  <a:ea typeface="Amazon Ember Light" panose="020B0403020204020204" pitchFamily="34" charset="0"/>
                  <a:cs typeface="Amazon Ember Light" panose="020B0403020204020204" pitchFamily="34" charset="0"/>
                </a:rPr>
                <a:t>Example</a:t>
              </a:r>
            </a:p>
          </p:txBody>
        </p:sp>
        <p:cxnSp>
          <p:nvCxnSpPr>
            <p:cNvPr id="81" name="Straight Connector 80">
              <a:extLst>
                <a:ext uri="{FF2B5EF4-FFF2-40B4-BE49-F238E27FC236}">
                  <a16:creationId xmlns:a16="http://schemas.microsoft.com/office/drawing/2014/main" id="{1B02638A-8AF9-7D4C-8995-755336FD72DF}"/>
                </a:ext>
              </a:extLst>
            </p:cNvPr>
            <p:cNvCxnSpPr/>
            <p:nvPr/>
          </p:nvCxnSpPr>
          <p:spPr bwMode="auto">
            <a:xfrm>
              <a:off x="7511873" y="1612106"/>
              <a:ext cx="4276453" cy="0"/>
            </a:xfrm>
            <a:prstGeom prst="line">
              <a:avLst/>
            </a:prstGeom>
            <a:noFill/>
            <a:ln w="19050" cap="flat" cmpd="sng" algn="ctr">
              <a:solidFill>
                <a:schemeClr val="tx1">
                  <a:lumMod val="60000"/>
                  <a:lumOff val="40000"/>
                </a:schemeClr>
              </a:solidFill>
              <a:prstDash val="solid"/>
              <a:round/>
              <a:headEnd type="none" w="med" len="med"/>
              <a:tailEnd type="none" w="med" len="med"/>
            </a:ln>
            <a:effectLst/>
          </p:spPr>
        </p:cxnSp>
        <p:sp>
          <p:nvSpPr>
            <p:cNvPr id="82" name="Content Placeholder 4">
              <a:extLst>
                <a:ext uri="{FF2B5EF4-FFF2-40B4-BE49-F238E27FC236}">
                  <a16:creationId xmlns:a16="http://schemas.microsoft.com/office/drawing/2014/main" id="{C2A45380-65DE-0946-A44E-F5AEAC00ED29}"/>
                </a:ext>
              </a:extLst>
            </p:cNvPr>
            <p:cNvSpPr txBox="1">
              <a:spLocks/>
            </p:cNvSpPr>
            <p:nvPr/>
          </p:nvSpPr>
          <p:spPr bwMode="gray">
            <a:xfrm>
              <a:off x="7511870" y="1706469"/>
              <a:ext cx="4276454" cy="4336670"/>
            </a:xfrm>
            <a:prstGeom prst="rect">
              <a:avLst/>
            </a:prstGeom>
            <a:solidFill>
              <a:schemeClr val="bg1"/>
            </a:solidFill>
            <a:ln w="19050">
              <a:solidFill>
                <a:schemeClr val="accent3"/>
              </a:solidFill>
            </a:ln>
          </p:spPr>
          <p:txBody>
            <a:bodyPr lIns="182832" tIns="91416" rIns="182832" bIns="457081"/>
            <a:lstStyle>
              <a:lvl1pPr marL="249500" indent="-249500" algn="l" defTabSz="997999" rtl="0" eaLnBrk="1" latinLnBrk="0" hangingPunct="1">
                <a:lnSpc>
                  <a:spcPct val="90000"/>
                </a:lnSpc>
                <a:spcBef>
                  <a:spcPts val="1092"/>
                </a:spcBef>
                <a:buFont typeface="Arial" panose="020B0604020202020204" pitchFamily="34" charset="0"/>
                <a:buChar char="•"/>
                <a:defRPr sz="3000" kern="1200">
                  <a:solidFill>
                    <a:schemeClr val="tx1"/>
                  </a:solidFill>
                  <a:latin typeface="+mn-lt"/>
                  <a:ea typeface="+mn-ea"/>
                  <a:cs typeface="+mn-cs"/>
                </a:defRPr>
              </a:lvl1pPr>
              <a:lvl2pPr marL="748500" indent="-249500" algn="l" defTabSz="997999" rtl="0" eaLnBrk="1" latinLnBrk="0" hangingPunct="1">
                <a:lnSpc>
                  <a:spcPct val="90000"/>
                </a:lnSpc>
                <a:spcBef>
                  <a:spcPts val="545"/>
                </a:spcBef>
                <a:buFont typeface="Arial" panose="020B0604020202020204" pitchFamily="34" charset="0"/>
                <a:buChar char="•"/>
                <a:defRPr sz="2600" kern="1200">
                  <a:solidFill>
                    <a:schemeClr val="tx1"/>
                  </a:solidFill>
                  <a:latin typeface="+mn-lt"/>
                  <a:ea typeface="+mn-ea"/>
                  <a:cs typeface="+mn-cs"/>
                </a:defRPr>
              </a:lvl2pPr>
              <a:lvl3pPr marL="1247500" indent="-249500" algn="l" defTabSz="997999" rtl="0" eaLnBrk="1" latinLnBrk="0" hangingPunct="1">
                <a:lnSpc>
                  <a:spcPct val="90000"/>
                </a:lnSpc>
                <a:spcBef>
                  <a:spcPts val="545"/>
                </a:spcBef>
                <a:buFont typeface="Arial" panose="020B0604020202020204" pitchFamily="34" charset="0"/>
                <a:buChar char="•"/>
                <a:defRPr sz="2200" kern="1200">
                  <a:solidFill>
                    <a:schemeClr val="tx1"/>
                  </a:solidFill>
                  <a:latin typeface="+mn-lt"/>
                  <a:ea typeface="+mn-ea"/>
                  <a:cs typeface="+mn-cs"/>
                </a:defRPr>
              </a:lvl3pPr>
              <a:lvl4pPr marL="1746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4pPr>
              <a:lvl5pPr marL="2245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Fruit freshness</a:t>
              </a:r>
            </a:p>
          </p:txBody>
        </p:sp>
        <p:pic>
          <p:nvPicPr>
            <p:cNvPr id="83" name="Picture 82">
              <a:extLst>
                <a:ext uri="{FF2B5EF4-FFF2-40B4-BE49-F238E27FC236}">
                  <a16:creationId xmlns:a16="http://schemas.microsoft.com/office/drawing/2014/main" id="{C57CE804-8C38-3C4C-81A5-2C158F337ED3}"/>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245562" y="3784943"/>
              <a:ext cx="736074" cy="875989"/>
            </a:xfrm>
            <a:prstGeom prst="rect">
              <a:avLst/>
            </a:prstGeom>
          </p:spPr>
        </p:pic>
        <p:grpSp>
          <p:nvGrpSpPr>
            <p:cNvPr id="84" name="Group 83">
              <a:extLst>
                <a:ext uri="{FF2B5EF4-FFF2-40B4-BE49-F238E27FC236}">
                  <a16:creationId xmlns:a16="http://schemas.microsoft.com/office/drawing/2014/main" id="{97473E22-B5DD-1840-A305-8DB25FD354FA}"/>
                </a:ext>
              </a:extLst>
            </p:cNvPr>
            <p:cNvGrpSpPr/>
            <p:nvPr/>
          </p:nvGrpSpPr>
          <p:grpSpPr>
            <a:xfrm>
              <a:off x="7728791" y="3562156"/>
              <a:ext cx="866315" cy="933915"/>
              <a:chOff x="6731136" y="5472356"/>
              <a:chExt cx="484204" cy="521987"/>
            </a:xfrm>
            <a:solidFill>
              <a:schemeClr val="accent1"/>
            </a:solidFill>
          </p:grpSpPr>
          <p:sp>
            <p:nvSpPr>
              <p:cNvPr id="117" name="Pie 50186">
                <a:extLst>
                  <a:ext uri="{FF2B5EF4-FFF2-40B4-BE49-F238E27FC236}">
                    <a16:creationId xmlns:a16="http://schemas.microsoft.com/office/drawing/2014/main" id="{626C63DC-B0BE-DB43-864D-DBEC69F6EC2F}"/>
                  </a:ext>
                </a:extLst>
              </p:cNvPr>
              <p:cNvSpPr/>
              <p:nvPr/>
            </p:nvSpPr>
            <p:spPr bwMode="auto">
              <a:xfrm rot="10800000">
                <a:off x="6731136" y="5772410"/>
                <a:ext cx="484204" cy="221933"/>
              </a:xfrm>
              <a:custGeom>
                <a:avLst/>
                <a:gdLst>
                  <a:gd name="connsiteX0" fmla="*/ 828723 w 828723"/>
                  <a:gd name="connsiteY0" fmla="*/ 286565 h 573129"/>
                  <a:gd name="connsiteX1" fmla="*/ 566017 w 828723"/>
                  <a:gd name="connsiteY1" fmla="*/ 553247 h 573129"/>
                  <a:gd name="connsiteX2" fmla="*/ 256707 w 828723"/>
                  <a:gd name="connsiteY2" fmla="*/ 551578 h 573129"/>
                  <a:gd name="connsiteX3" fmla="*/ 165 w 828723"/>
                  <a:gd name="connsiteY3" fmla="*/ 278452 h 573129"/>
                  <a:gd name="connsiteX4" fmla="*/ 414362 w 828723"/>
                  <a:gd name="connsiteY4" fmla="*/ 286565 h 573129"/>
                  <a:gd name="connsiteX5" fmla="*/ 828723 w 828723"/>
                  <a:gd name="connsiteY5" fmla="*/ 286565 h 573129"/>
                  <a:gd name="connsiteX0" fmla="*/ 828672 w 828672"/>
                  <a:gd name="connsiteY0" fmla="*/ 8113 h 293039"/>
                  <a:gd name="connsiteX1" fmla="*/ 648717 w 828672"/>
                  <a:gd name="connsiteY1" fmla="*/ 254107 h 293039"/>
                  <a:gd name="connsiteX2" fmla="*/ 256656 w 828672"/>
                  <a:gd name="connsiteY2" fmla="*/ 273126 h 293039"/>
                  <a:gd name="connsiteX3" fmla="*/ 114 w 828672"/>
                  <a:gd name="connsiteY3" fmla="*/ 0 h 293039"/>
                  <a:gd name="connsiteX4" fmla="*/ 414311 w 828672"/>
                  <a:gd name="connsiteY4" fmla="*/ 8113 h 293039"/>
                  <a:gd name="connsiteX5" fmla="*/ 828672 w 828672"/>
                  <a:gd name="connsiteY5" fmla="*/ 8113 h 293039"/>
                  <a:gd name="connsiteX0" fmla="*/ 829427 w 829427"/>
                  <a:gd name="connsiteY0" fmla="*/ 8113 h 289280"/>
                  <a:gd name="connsiteX1" fmla="*/ 649472 w 829427"/>
                  <a:gd name="connsiteY1" fmla="*/ 254107 h 289280"/>
                  <a:gd name="connsiteX2" fmla="*/ 116734 w 829427"/>
                  <a:gd name="connsiteY2" fmla="*/ 260714 h 289280"/>
                  <a:gd name="connsiteX3" fmla="*/ 869 w 829427"/>
                  <a:gd name="connsiteY3" fmla="*/ 0 h 289280"/>
                  <a:gd name="connsiteX4" fmla="*/ 415066 w 829427"/>
                  <a:gd name="connsiteY4" fmla="*/ 8113 h 289280"/>
                  <a:gd name="connsiteX5" fmla="*/ 829427 w 829427"/>
                  <a:gd name="connsiteY5" fmla="*/ 8113 h 289280"/>
                  <a:gd name="connsiteX0" fmla="*/ 829710 w 829710"/>
                  <a:gd name="connsiteY0" fmla="*/ 8113 h 293737"/>
                  <a:gd name="connsiteX1" fmla="*/ 691131 w 829710"/>
                  <a:gd name="connsiteY1" fmla="*/ 262382 h 293737"/>
                  <a:gd name="connsiteX2" fmla="*/ 117017 w 829710"/>
                  <a:gd name="connsiteY2" fmla="*/ 260714 h 293737"/>
                  <a:gd name="connsiteX3" fmla="*/ 1152 w 829710"/>
                  <a:gd name="connsiteY3" fmla="*/ 0 h 293737"/>
                  <a:gd name="connsiteX4" fmla="*/ 415349 w 829710"/>
                  <a:gd name="connsiteY4" fmla="*/ 8113 h 293737"/>
                  <a:gd name="connsiteX5" fmla="*/ 829710 w 829710"/>
                  <a:gd name="connsiteY5" fmla="*/ 8113 h 2937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9710" h="293737">
                    <a:moveTo>
                      <a:pt x="829710" y="8113"/>
                    </a:moveTo>
                    <a:cubicBezTo>
                      <a:pt x="829710" y="125897"/>
                      <a:pt x="809913" y="220282"/>
                      <a:pt x="691131" y="262382"/>
                    </a:cubicBezTo>
                    <a:cubicBezTo>
                      <a:pt x="572349" y="304482"/>
                      <a:pt x="232014" y="304444"/>
                      <a:pt x="117017" y="260714"/>
                    </a:cubicBezTo>
                    <a:cubicBezTo>
                      <a:pt x="2020" y="216984"/>
                      <a:pt x="-3724" y="119067"/>
                      <a:pt x="1152" y="0"/>
                    </a:cubicBezTo>
                    <a:lnTo>
                      <a:pt x="415349" y="8113"/>
                    </a:lnTo>
                    <a:lnTo>
                      <a:pt x="829710" y="8113"/>
                    </a:lnTo>
                    <a:close/>
                  </a:path>
                </a:pathLst>
              </a:cu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8" name="Oval 117">
                <a:extLst>
                  <a:ext uri="{FF2B5EF4-FFF2-40B4-BE49-F238E27FC236}">
                    <a16:creationId xmlns:a16="http://schemas.microsoft.com/office/drawing/2014/main" id="{F6D8F13D-FC3F-2745-B365-A1F5D589EC44}"/>
                  </a:ext>
                </a:extLst>
              </p:cNvPr>
              <p:cNvSpPr/>
              <p:nvPr/>
            </p:nvSpPr>
            <p:spPr bwMode="auto">
              <a:xfrm>
                <a:off x="6836077" y="5472356"/>
                <a:ext cx="274320" cy="274320"/>
              </a:xfrm>
              <a:prstGeom prst="ellipse">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grpSp>
          <p:nvGrpSpPr>
            <p:cNvPr id="85" name="Group 84">
              <a:extLst>
                <a:ext uri="{FF2B5EF4-FFF2-40B4-BE49-F238E27FC236}">
                  <a16:creationId xmlns:a16="http://schemas.microsoft.com/office/drawing/2014/main" id="{AD609D59-F94D-E64D-98E0-D381CE9903F4}"/>
                </a:ext>
              </a:extLst>
            </p:cNvPr>
            <p:cNvGrpSpPr/>
            <p:nvPr/>
          </p:nvGrpSpPr>
          <p:grpSpPr>
            <a:xfrm>
              <a:off x="10480456" y="3111204"/>
              <a:ext cx="1138639" cy="911918"/>
              <a:chOff x="10481598" y="3441480"/>
              <a:chExt cx="1079293" cy="864389"/>
            </a:xfrm>
            <a:solidFill>
              <a:schemeClr val="accent1"/>
            </a:solidFill>
          </p:grpSpPr>
          <p:sp>
            <p:nvSpPr>
              <p:cNvPr id="111" name="Rectangle 110">
                <a:extLst>
                  <a:ext uri="{FF2B5EF4-FFF2-40B4-BE49-F238E27FC236}">
                    <a16:creationId xmlns:a16="http://schemas.microsoft.com/office/drawing/2014/main" id="{90DE5DA3-E74F-9B46-9C2D-33BD74E22270}"/>
                  </a:ext>
                </a:extLst>
              </p:cNvPr>
              <p:cNvSpPr/>
              <p:nvPr/>
            </p:nvSpPr>
            <p:spPr>
              <a:xfrm rot="19878754">
                <a:off x="10481598" y="3637274"/>
                <a:ext cx="359615" cy="1829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4" name="Flowchart: Manual Input 94">
                <a:extLst>
                  <a:ext uri="{FF2B5EF4-FFF2-40B4-BE49-F238E27FC236}">
                    <a16:creationId xmlns:a16="http://schemas.microsoft.com/office/drawing/2014/main" id="{00C87DD5-B886-FD4F-B3AC-DDA41AA01A37}"/>
                  </a:ext>
                </a:extLst>
              </p:cNvPr>
              <p:cNvSpPr/>
              <p:nvPr/>
            </p:nvSpPr>
            <p:spPr>
              <a:xfrm rot="14478754">
                <a:off x="10722169" y="3210636"/>
                <a:ext cx="335366" cy="797054"/>
              </a:xfrm>
              <a:prstGeom prst="flowChartManualInpu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5" name="Rectangle 114">
                <a:extLst>
                  <a:ext uri="{FF2B5EF4-FFF2-40B4-BE49-F238E27FC236}">
                    <a16:creationId xmlns:a16="http://schemas.microsoft.com/office/drawing/2014/main" id="{2A641643-01F6-D441-86BB-2A59DCE29C1E}"/>
                  </a:ext>
                </a:extLst>
              </p:cNvPr>
              <p:cNvSpPr/>
              <p:nvPr/>
            </p:nvSpPr>
            <p:spPr>
              <a:xfrm rot="18222277">
                <a:off x="11169956" y="3457569"/>
                <a:ext cx="156996" cy="624875"/>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6" name="Rectangle 115">
                <a:extLst>
                  <a:ext uri="{FF2B5EF4-FFF2-40B4-BE49-F238E27FC236}">
                    <a16:creationId xmlns:a16="http://schemas.microsoft.com/office/drawing/2014/main" id="{BB2EAAA3-FF04-C24D-9620-E71B62E29EB5}"/>
                  </a:ext>
                </a:extLst>
              </p:cNvPr>
              <p:cNvSpPr/>
              <p:nvPr/>
            </p:nvSpPr>
            <p:spPr>
              <a:xfrm>
                <a:off x="11466269" y="3562191"/>
                <a:ext cx="85665" cy="74367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86" name="Rectangle 85">
              <a:extLst>
                <a:ext uri="{FF2B5EF4-FFF2-40B4-BE49-F238E27FC236}">
                  <a16:creationId xmlns:a16="http://schemas.microsoft.com/office/drawing/2014/main" id="{F02D3DC4-0260-E943-945C-F00FB943544F}"/>
                </a:ext>
              </a:extLst>
            </p:cNvPr>
            <p:cNvSpPr/>
            <p:nvPr/>
          </p:nvSpPr>
          <p:spPr>
            <a:xfrm>
              <a:off x="8060840" y="2522286"/>
              <a:ext cx="723275" cy="307777"/>
            </a:xfrm>
            <a:prstGeom prst="rect">
              <a:avLst/>
            </a:prstGeom>
          </p:spPr>
          <p:txBody>
            <a:bodyPr wrap="none">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Before</a:t>
              </a:r>
            </a:p>
          </p:txBody>
        </p:sp>
        <p:sp>
          <p:nvSpPr>
            <p:cNvPr id="87" name="Rectangle 86">
              <a:extLst>
                <a:ext uri="{FF2B5EF4-FFF2-40B4-BE49-F238E27FC236}">
                  <a16:creationId xmlns:a16="http://schemas.microsoft.com/office/drawing/2014/main" id="{C7091E04-4F28-4840-8222-678DB6ACF5A4}"/>
                </a:ext>
              </a:extLst>
            </p:cNvPr>
            <p:cNvSpPr/>
            <p:nvPr/>
          </p:nvSpPr>
          <p:spPr>
            <a:xfrm>
              <a:off x="10643416" y="2522286"/>
              <a:ext cx="598241" cy="307777"/>
            </a:xfrm>
            <a:prstGeom prst="rect">
              <a:avLst/>
            </a:prstGeom>
          </p:spPr>
          <p:txBody>
            <a:bodyPr wrap="none">
              <a:spAutoFit/>
            </a:bodyPr>
            <a:lstStyle/>
            <a:p>
              <a:r>
                <a:rPr lang="en-US" sz="1400" b="1" dirty="0">
                  <a:latin typeface="Amazon Ember Light" panose="020B0403020204020204" pitchFamily="34" charset="0"/>
                  <a:ea typeface="Amazon Ember Light" panose="020B0403020204020204" pitchFamily="34" charset="0"/>
                  <a:cs typeface="Amazon Ember Light" panose="020B0403020204020204" pitchFamily="34" charset="0"/>
                </a:rPr>
                <a:t>After</a:t>
              </a:r>
            </a:p>
          </p:txBody>
        </p:sp>
        <p:grpSp>
          <p:nvGrpSpPr>
            <p:cNvPr id="88" name="Group 87">
              <a:extLst>
                <a:ext uri="{FF2B5EF4-FFF2-40B4-BE49-F238E27FC236}">
                  <a16:creationId xmlns:a16="http://schemas.microsoft.com/office/drawing/2014/main" id="{7E9C4822-59F1-BF43-B961-5A9E22235225}"/>
                </a:ext>
              </a:extLst>
            </p:cNvPr>
            <p:cNvGrpSpPr/>
            <p:nvPr/>
          </p:nvGrpSpPr>
          <p:grpSpPr>
            <a:xfrm>
              <a:off x="8814226" y="5095405"/>
              <a:ext cx="1671746" cy="830781"/>
              <a:chOff x="9208090" y="4791039"/>
              <a:chExt cx="1672181" cy="830997"/>
            </a:xfrm>
          </p:grpSpPr>
          <p:sp>
            <p:nvSpPr>
              <p:cNvPr id="94" name="Rectangle 93">
                <a:extLst>
                  <a:ext uri="{FF2B5EF4-FFF2-40B4-BE49-F238E27FC236}">
                    <a16:creationId xmlns:a16="http://schemas.microsoft.com/office/drawing/2014/main" id="{719E3741-15FF-EA4D-990F-CFFCF5BF2C24}"/>
                  </a:ext>
                </a:extLst>
              </p:cNvPr>
              <p:cNvSpPr/>
              <p:nvPr/>
            </p:nvSpPr>
            <p:spPr>
              <a:xfrm>
                <a:off x="9488649" y="4791039"/>
                <a:ext cx="1391622" cy="830997"/>
              </a:xfrm>
              <a:prstGeom prst="rect">
                <a:avLst/>
              </a:prstGeom>
            </p:spPr>
            <p:txBody>
              <a:bodyPr wrap="square">
                <a:spAutoFit/>
              </a:bodyPr>
              <a:lstStyle/>
              <a:p>
                <a:r>
                  <a:rPr lang="en-US" sz="1200" b="1" dirty="0">
                    <a:solidFill>
                      <a:srgbClr val="607744"/>
                    </a:solidFill>
                    <a:latin typeface="Amazon Ember Light" panose="020B0403020204020204" pitchFamily="34" charset="0"/>
                    <a:ea typeface="Amazon Ember Light" panose="020B0403020204020204" pitchFamily="34" charset="0"/>
                    <a:cs typeface="Amazon Ember Light" panose="020B0403020204020204" pitchFamily="34" charset="0"/>
                    <a:sym typeface="Wingdings" panose="05000000000000000000" pitchFamily="2" charset="2"/>
                  </a:rPr>
                  <a:t>Good</a:t>
                </a:r>
              </a:p>
              <a:p>
                <a:r>
                  <a:rPr lang="en-US" sz="1200" b="1"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sym typeface="Wingdings" panose="05000000000000000000" pitchFamily="2" charset="2"/>
                  </a:rPr>
                  <a:t>Damage</a:t>
                </a:r>
              </a:p>
              <a:p>
                <a:r>
                  <a:rPr lang="en-US" sz="1200" b="1"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Serious Damage</a:t>
                </a:r>
              </a:p>
              <a:p>
                <a:r>
                  <a:rPr lang="en-US" sz="1200" b="1" dirty="0">
                    <a:solidFill>
                      <a:srgbClr val="C00000"/>
                    </a:solidFill>
                    <a:latin typeface="Amazon Ember Light" panose="020B0403020204020204" pitchFamily="34" charset="0"/>
                    <a:ea typeface="Amazon Ember Light" panose="020B0403020204020204" pitchFamily="34" charset="0"/>
                    <a:cs typeface="Amazon Ember Light" panose="020B0403020204020204" pitchFamily="34" charset="0"/>
                  </a:rPr>
                  <a:t>Decay</a:t>
                </a:r>
              </a:p>
            </p:txBody>
          </p:sp>
          <p:grpSp>
            <p:nvGrpSpPr>
              <p:cNvPr id="95" name="Group 94">
                <a:extLst>
                  <a:ext uri="{FF2B5EF4-FFF2-40B4-BE49-F238E27FC236}">
                    <a16:creationId xmlns:a16="http://schemas.microsoft.com/office/drawing/2014/main" id="{41517D87-DCC0-114C-9247-46C36F82D650}"/>
                  </a:ext>
                </a:extLst>
              </p:cNvPr>
              <p:cNvGrpSpPr>
                <a:grpSpLocks noChangeAspect="1"/>
              </p:cNvGrpSpPr>
              <p:nvPr/>
            </p:nvGrpSpPr>
            <p:grpSpPr>
              <a:xfrm>
                <a:off x="9208090" y="4822505"/>
                <a:ext cx="187768" cy="182880"/>
                <a:chOff x="696292" y="2764878"/>
                <a:chExt cx="3708651" cy="3612110"/>
              </a:xfrm>
              <a:solidFill>
                <a:srgbClr val="607744"/>
              </a:solidFill>
            </p:grpSpPr>
            <p:sp>
              <p:nvSpPr>
                <p:cNvPr id="104" name="Rounded Rectangle 103">
                  <a:extLst>
                    <a:ext uri="{FF2B5EF4-FFF2-40B4-BE49-F238E27FC236}">
                      <a16:creationId xmlns:a16="http://schemas.microsoft.com/office/drawing/2014/main" id="{B0160D60-F369-3C43-A9F1-996DD97E4226}"/>
                    </a:ext>
                  </a:extLst>
                </p:cNvPr>
                <p:cNvSpPr/>
                <p:nvPr/>
              </p:nvSpPr>
              <p:spPr bwMode="auto">
                <a:xfrm rot="5400000">
                  <a:off x="2986141" y="3383389"/>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5" name="Rounded Rectangle 104">
                  <a:extLst>
                    <a:ext uri="{FF2B5EF4-FFF2-40B4-BE49-F238E27FC236}">
                      <a16:creationId xmlns:a16="http://schemas.microsoft.com/office/drawing/2014/main" id="{08762D8C-31F3-A146-AB49-3721A3545742}"/>
                    </a:ext>
                  </a:extLst>
                </p:cNvPr>
                <p:cNvSpPr/>
                <p:nvPr/>
              </p:nvSpPr>
              <p:spPr bwMode="auto">
                <a:xfrm rot="5400000">
                  <a:off x="3009914" y="3938105"/>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6" name="Rounded Rectangle 105">
                  <a:extLst>
                    <a:ext uri="{FF2B5EF4-FFF2-40B4-BE49-F238E27FC236}">
                      <a16:creationId xmlns:a16="http://schemas.microsoft.com/office/drawing/2014/main" id="{FB2B42D9-BBAB-094A-BB94-4F5F92F469D7}"/>
                    </a:ext>
                  </a:extLst>
                </p:cNvPr>
                <p:cNvSpPr/>
                <p:nvPr/>
              </p:nvSpPr>
              <p:spPr bwMode="auto">
                <a:xfrm rot="5400000">
                  <a:off x="2907872" y="4501582"/>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7" name="Rounded Rectangle 106">
                  <a:extLst>
                    <a:ext uri="{FF2B5EF4-FFF2-40B4-BE49-F238E27FC236}">
                      <a16:creationId xmlns:a16="http://schemas.microsoft.com/office/drawing/2014/main" id="{E7E46758-9D7B-7749-9F75-4B73F31D75C4}"/>
                    </a:ext>
                  </a:extLst>
                </p:cNvPr>
                <p:cNvSpPr/>
                <p:nvPr/>
              </p:nvSpPr>
              <p:spPr bwMode="auto">
                <a:xfrm rot="5400000">
                  <a:off x="2702463" y="4981959"/>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8" name="Rounded Rectangle 107">
                  <a:extLst>
                    <a:ext uri="{FF2B5EF4-FFF2-40B4-BE49-F238E27FC236}">
                      <a16:creationId xmlns:a16="http://schemas.microsoft.com/office/drawing/2014/main" id="{FF818512-99A6-C54E-BA4B-0367546F67E8}"/>
                    </a:ext>
                  </a:extLst>
                </p:cNvPr>
                <p:cNvSpPr/>
                <p:nvPr/>
              </p:nvSpPr>
              <p:spPr bwMode="auto">
                <a:xfrm rot="1800000">
                  <a:off x="2282287" y="2764878"/>
                  <a:ext cx="577876" cy="2753430"/>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9" name="Rounded Rectangle 108">
                  <a:extLst>
                    <a:ext uri="{FF2B5EF4-FFF2-40B4-BE49-F238E27FC236}">
                      <a16:creationId xmlns:a16="http://schemas.microsoft.com/office/drawing/2014/main" id="{D4201068-AB1D-F54E-AFAA-85C34BBC112A}"/>
                    </a:ext>
                  </a:extLst>
                </p:cNvPr>
                <p:cNvSpPr/>
                <p:nvPr/>
              </p:nvSpPr>
              <p:spPr bwMode="auto">
                <a:xfrm>
                  <a:off x="1632639" y="4675368"/>
                  <a:ext cx="840216" cy="1701620"/>
                </a:xfrm>
                <a:prstGeom prst="roundRect">
                  <a:avLst>
                    <a:gd name="adj" fmla="val 15931"/>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0" name="Rounded Rectangle 109">
                  <a:extLst>
                    <a:ext uri="{FF2B5EF4-FFF2-40B4-BE49-F238E27FC236}">
                      <a16:creationId xmlns:a16="http://schemas.microsoft.com/office/drawing/2014/main" id="{AEF17A95-050C-7340-AB36-0DAAE3B15FF0}"/>
                    </a:ext>
                  </a:extLst>
                </p:cNvPr>
                <p:cNvSpPr/>
                <p:nvPr/>
              </p:nvSpPr>
              <p:spPr bwMode="auto">
                <a:xfrm>
                  <a:off x="696292" y="4613454"/>
                  <a:ext cx="790601" cy="1763533"/>
                </a:xfrm>
                <a:prstGeom prst="roundRect">
                  <a:avLst>
                    <a:gd name="adj" fmla="val 15931"/>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grpSp>
            <p:nvGrpSpPr>
              <p:cNvPr id="96" name="Group 95">
                <a:extLst>
                  <a:ext uri="{FF2B5EF4-FFF2-40B4-BE49-F238E27FC236}">
                    <a16:creationId xmlns:a16="http://schemas.microsoft.com/office/drawing/2014/main" id="{FEF22988-9C9D-714C-BB76-59650481125A}"/>
                  </a:ext>
                </a:extLst>
              </p:cNvPr>
              <p:cNvGrpSpPr>
                <a:grpSpLocks noChangeAspect="1"/>
              </p:cNvGrpSpPr>
              <p:nvPr/>
            </p:nvGrpSpPr>
            <p:grpSpPr>
              <a:xfrm rot="10800000">
                <a:off x="9208090" y="5243039"/>
                <a:ext cx="187768" cy="182880"/>
                <a:chOff x="696292" y="2764878"/>
                <a:chExt cx="3708651" cy="3612110"/>
              </a:xfrm>
              <a:solidFill>
                <a:srgbClr val="C00000"/>
              </a:solidFill>
            </p:grpSpPr>
            <p:sp>
              <p:nvSpPr>
                <p:cNvPr id="97" name="Rounded Rectangle 96">
                  <a:extLst>
                    <a:ext uri="{FF2B5EF4-FFF2-40B4-BE49-F238E27FC236}">
                      <a16:creationId xmlns:a16="http://schemas.microsoft.com/office/drawing/2014/main" id="{C934C51A-527F-6A47-B117-0220B4445D83}"/>
                    </a:ext>
                  </a:extLst>
                </p:cNvPr>
                <p:cNvSpPr/>
                <p:nvPr/>
              </p:nvSpPr>
              <p:spPr bwMode="auto">
                <a:xfrm rot="5400000">
                  <a:off x="2986141" y="3383389"/>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8" name="Rounded Rectangle 97">
                  <a:extLst>
                    <a:ext uri="{FF2B5EF4-FFF2-40B4-BE49-F238E27FC236}">
                      <a16:creationId xmlns:a16="http://schemas.microsoft.com/office/drawing/2014/main" id="{4B6F10FF-2047-7E44-8475-B82FE8D651DF}"/>
                    </a:ext>
                  </a:extLst>
                </p:cNvPr>
                <p:cNvSpPr/>
                <p:nvPr/>
              </p:nvSpPr>
              <p:spPr bwMode="auto">
                <a:xfrm rot="5400000">
                  <a:off x="3009914" y="3938105"/>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99" name="Rounded Rectangle 98">
                  <a:extLst>
                    <a:ext uri="{FF2B5EF4-FFF2-40B4-BE49-F238E27FC236}">
                      <a16:creationId xmlns:a16="http://schemas.microsoft.com/office/drawing/2014/main" id="{7AB5413B-D33B-2742-9E20-D00745F6DBC5}"/>
                    </a:ext>
                  </a:extLst>
                </p:cNvPr>
                <p:cNvSpPr/>
                <p:nvPr/>
              </p:nvSpPr>
              <p:spPr bwMode="auto">
                <a:xfrm rot="5400000">
                  <a:off x="2907872" y="4501582"/>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0" name="Rounded Rectangle 99">
                  <a:extLst>
                    <a:ext uri="{FF2B5EF4-FFF2-40B4-BE49-F238E27FC236}">
                      <a16:creationId xmlns:a16="http://schemas.microsoft.com/office/drawing/2014/main" id="{7ADAE55F-0834-DC4E-A38C-A4EFE64FB550}"/>
                    </a:ext>
                  </a:extLst>
                </p:cNvPr>
                <p:cNvSpPr/>
                <p:nvPr/>
              </p:nvSpPr>
              <p:spPr bwMode="auto">
                <a:xfrm rot="5400000">
                  <a:off x="2702463" y="4981959"/>
                  <a:ext cx="577876" cy="2212182"/>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1" name="Rounded Rectangle 100">
                  <a:extLst>
                    <a:ext uri="{FF2B5EF4-FFF2-40B4-BE49-F238E27FC236}">
                      <a16:creationId xmlns:a16="http://schemas.microsoft.com/office/drawing/2014/main" id="{AD527E20-98E7-714D-A40F-2822B048EEAB}"/>
                    </a:ext>
                  </a:extLst>
                </p:cNvPr>
                <p:cNvSpPr/>
                <p:nvPr/>
              </p:nvSpPr>
              <p:spPr bwMode="auto">
                <a:xfrm rot="1800000">
                  <a:off x="2282287" y="2764878"/>
                  <a:ext cx="577876" cy="2753430"/>
                </a:xfrm>
                <a:prstGeom prst="roundRect">
                  <a:avLst>
                    <a:gd name="adj" fmla="val 50000"/>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2" name="Rounded Rectangle 101">
                  <a:extLst>
                    <a:ext uri="{FF2B5EF4-FFF2-40B4-BE49-F238E27FC236}">
                      <a16:creationId xmlns:a16="http://schemas.microsoft.com/office/drawing/2014/main" id="{F7E2B488-916A-F344-8841-52006068BE99}"/>
                    </a:ext>
                  </a:extLst>
                </p:cNvPr>
                <p:cNvSpPr/>
                <p:nvPr/>
              </p:nvSpPr>
              <p:spPr bwMode="auto">
                <a:xfrm>
                  <a:off x="1632639" y="4675368"/>
                  <a:ext cx="840216" cy="1701620"/>
                </a:xfrm>
                <a:prstGeom prst="roundRect">
                  <a:avLst>
                    <a:gd name="adj" fmla="val 15931"/>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03" name="Rounded Rectangle 102">
                  <a:extLst>
                    <a:ext uri="{FF2B5EF4-FFF2-40B4-BE49-F238E27FC236}">
                      <a16:creationId xmlns:a16="http://schemas.microsoft.com/office/drawing/2014/main" id="{E4BCEFFE-B15A-144C-8F28-DB4A57538262}"/>
                    </a:ext>
                  </a:extLst>
                </p:cNvPr>
                <p:cNvSpPr/>
                <p:nvPr/>
              </p:nvSpPr>
              <p:spPr bwMode="auto">
                <a:xfrm>
                  <a:off x="696292" y="4613454"/>
                  <a:ext cx="790601" cy="1763533"/>
                </a:xfrm>
                <a:prstGeom prst="roundRect">
                  <a:avLst>
                    <a:gd name="adj" fmla="val 15931"/>
                  </a:avLst>
                </a:prstGeom>
                <a:grpFill/>
                <a:ln w="9525" cap="flat" cmpd="sng" algn="ctr">
                  <a:no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pPr algn="ctr" fontAlgn="base">
                    <a:spcAft>
                      <a:spcPts val="600"/>
                    </a:spcAft>
                    <a:buClr>
                      <a:schemeClr val="accent1"/>
                    </a:buClr>
                  </a:pPr>
                  <a:endParaRPr kumimoji="1" lang="en-US" sz="1400" b="1"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grpSp>
        <p:cxnSp>
          <p:nvCxnSpPr>
            <p:cNvPr id="89" name="Straight Arrow Connector 88">
              <a:extLst>
                <a:ext uri="{FF2B5EF4-FFF2-40B4-BE49-F238E27FC236}">
                  <a16:creationId xmlns:a16="http://schemas.microsoft.com/office/drawing/2014/main" id="{C088CB87-BCDD-8749-954D-869CEB3250DA}"/>
                </a:ext>
              </a:extLst>
            </p:cNvPr>
            <p:cNvCxnSpPr/>
            <p:nvPr/>
          </p:nvCxnSpPr>
          <p:spPr bwMode="auto">
            <a:xfrm>
              <a:off x="8521392" y="3695451"/>
              <a:ext cx="791273" cy="56926"/>
            </a:xfrm>
            <a:prstGeom prst="straightConnector1">
              <a:avLst/>
            </a:prstGeom>
            <a:noFill/>
            <a:ln w="38100" cap="rnd" cmpd="sng" algn="ctr">
              <a:solidFill>
                <a:schemeClr val="accent1"/>
              </a:solidFill>
              <a:prstDash val="sysDot"/>
              <a:round/>
              <a:headEnd type="none" w="med" len="med"/>
              <a:tailEnd type="arrow"/>
            </a:ln>
            <a:effectLst/>
          </p:spPr>
        </p:cxnSp>
        <p:cxnSp>
          <p:nvCxnSpPr>
            <p:cNvPr id="90" name="Straight Arrow Connector 89">
              <a:extLst>
                <a:ext uri="{FF2B5EF4-FFF2-40B4-BE49-F238E27FC236}">
                  <a16:creationId xmlns:a16="http://schemas.microsoft.com/office/drawing/2014/main" id="{8F4D1EFC-A4EA-B849-B9FC-E50144ECAAC4}"/>
                </a:ext>
              </a:extLst>
            </p:cNvPr>
            <p:cNvCxnSpPr/>
            <p:nvPr/>
          </p:nvCxnSpPr>
          <p:spPr bwMode="auto">
            <a:xfrm flipH="1" flipV="1">
              <a:off x="8462369" y="3784942"/>
              <a:ext cx="716420" cy="573944"/>
            </a:xfrm>
            <a:prstGeom prst="straightConnector1">
              <a:avLst/>
            </a:prstGeom>
            <a:noFill/>
            <a:ln w="38100" cap="rnd" cmpd="sng" algn="ctr">
              <a:solidFill>
                <a:schemeClr val="accent1"/>
              </a:solidFill>
              <a:prstDash val="sysDot"/>
              <a:round/>
              <a:headEnd type="none" w="med" len="med"/>
              <a:tailEnd type="arrow"/>
            </a:ln>
            <a:effectLst/>
          </p:spPr>
        </p:cxnSp>
        <p:cxnSp>
          <p:nvCxnSpPr>
            <p:cNvPr id="91" name="Straight Arrow Connector 90">
              <a:extLst>
                <a:ext uri="{FF2B5EF4-FFF2-40B4-BE49-F238E27FC236}">
                  <a16:creationId xmlns:a16="http://schemas.microsoft.com/office/drawing/2014/main" id="{D2565630-0622-EC42-AB69-F5B609AB765D}"/>
                </a:ext>
              </a:extLst>
            </p:cNvPr>
            <p:cNvCxnSpPr/>
            <p:nvPr/>
          </p:nvCxnSpPr>
          <p:spPr bwMode="auto">
            <a:xfrm flipH="1">
              <a:off x="9785901" y="3494514"/>
              <a:ext cx="671508" cy="215085"/>
            </a:xfrm>
            <a:prstGeom prst="straightConnector1">
              <a:avLst/>
            </a:prstGeom>
            <a:noFill/>
            <a:ln w="38100" cap="rnd" cmpd="sng" algn="ctr">
              <a:solidFill>
                <a:schemeClr val="accent1"/>
              </a:solidFill>
              <a:prstDash val="sysDot"/>
              <a:round/>
              <a:headEnd type="none" w="med" len="med"/>
              <a:tailEnd type="arrow"/>
            </a:ln>
            <a:effectLst/>
          </p:spPr>
        </p:cxnSp>
        <p:cxnSp>
          <p:nvCxnSpPr>
            <p:cNvPr id="92" name="Straight Arrow Connector 91">
              <a:extLst>
                <a:ext uri="{FF2B5EF4-FFF2-40B4-BE49-F238E27FC236}">
                  <a16:creationId xmlns:a16="http://schemas.microsoft.com/office/drawing/2014/main" id="{D3311FC3-588A-AC42-8C23-185B3D013C50}"/>
                </a:ext>
              </a:extLst>
            </p:cNvPr>
            <p:cNvCxnSpPr/>
            <p:nvPr/>
          </p:nvCxnSpPr>
          <p:spPr bwMode="auto">
            <a:xfrm flipV="1">
              <a:off x="10197282" y="3599271"/>
              <a:ext cx="260124" cy="655042"/>
            </a:xfrm>
            <a:prstGeom prst="straightConnector1">
              <a:avLst/>
            </a:prstGeom>
            <a:noFill/>
            <a:ln w="38100" cap="rnd" cmpd="sng" algn="ctr">
              <a:solidFill>
                <a:schemeClr val="accent1"/>
              </a:solidFill>
              <a:prstDash val="sysDot"/>
              <a:round/>
              <a:headEnd type="none" w="med" len="med"/>
              <a:tailEnd type="arrow"/>
            </a:ln>
            <a:effectLst/>
          </p:spPr>
        </p:cxnSp>
        <p:pic>
          <p:nvPicPr>
            <p:cNvPr id="93" name="Picture 92">
              <a:extLst>
                <a:ext uri="{FF2B5EF4-FFF2-40B4-BE49-F238E27FC236}">
                  <a16:creationId xmlns:a16="http://schemas.microsoft.com/office/drawing/2014/main" id="{E9293E1E-CC40-5C47-AB97-441EA493C3B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912022" y="2951028"/>
              <a:ext cx="1361998" cy="282024"/>
            </a:xfrm>
            <a:prstGeom prst="rect">
              <a:avLst/>
            </a:prstGeom>
          </p:spPr>
        </p:pic>
      </p:grpSp>
      <p:sp>
        <p:nvSpPr>
          <p:cNvPr id="128" name="Rectangle 127">
            <a:extLst>
              <a:ext uri="{FF2B5EF4-FFF2-40B4-BE49-F238E27FC236}">
                <a16:creationId xmlns:a16="http://schemas.microsoft.com/office/drawing/2014/main" id="{3B381600-3395-074A-AD10-D2505BD93773}"/>
              </a:ext>
            </a:extLst>
          </p:cNvPr>
          <p:cNvSpPr/>
          <p:nvPr/>
        </p:nvSpPr>
        <p:spPr bwMode="auto">
          <a:xfrm rot="10800000">
            <a:off x="7114468" y="5418594"/>
            <a:ext cx="409278" cy="639913"/>
          </a:xfrm>
          <a:prstGeom prst="rect">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9" name="Right Triangle 128">
            <a:extLst>
              <a:ext uri="{FF2B5EF4-FFF2-40B4-BE49-F238E27FC236}">
                <a16:creationId xmlns:a16="http://schemas.microsoft.com/office/drawing/2014/main" id="{40EC016D-2D07-8D49-B715-84E6CF602558}"/>
              </a:ext>
            </a:extLst>
          </p:cNvPr>
          <p:cNvSpPr/>
          <p:nvPr/>
        </p:nvSpPr>
        <p:spPr bwMode="auto">
          <a:xfrm flipH="1">
            <a:off x="7114466" y="1711258"/>
            <a:ext cx="410541" cy="3701800"/>
          </a:xfrm>
          <a:prstGeom prst="rtTriangle">
            <a:avLst/>
          </a:prstGeom>
          <a:solidFill>
            <a:schemeClr val="accent3"/>
          </a:solidFill>
          <a:ln w="9525" cap="flat" cmpd="sng" algn="ctr">
            <a:solidFill>
              <a:schemeClr val="accent3"/>
            </a:solidFill>
            <a:prstDash val="solid"/>
            <a:round/>
            <a:headEnd type="none" w="med" len="med"/>
            <a:tailEnd type="none" w="med" len="med"/>
          </a:ln>
          <a:effectLst/>
        </p:spPr>
        <p:txBody>
          <a:bodyPr vert="horz" wrap="square" lIns="91416" tIns="45708" rIns="91416" bIns="45708" numCol="1" rtlCol="0" anchor="ctr" anchorCtr="0" compatLnSpc="1">
            <a:prstTxWarp prst="textNoShape">
              <a:avLst/>
            </a:prstTxWarp>
          </a:bodyPr>
          <a:lstStyle/>
          <a:p>
            <a:endParaRPr lang="en-US" sz="1000" b="1"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884104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D919-F2E6-FC4D-B814-3AE722D25E3B}"/>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What is Data Science?</a:t>
            </a:r>
          </a:p>
        </p:txBody>
      </p:sp>
      <p:sp>
        <p:nvSpPr>
          <p:cNvPr id="3" name="Content Placeholder 2">
            <a:extLst>
              <a:ext uri="{FF2B5EF4-FFF2-40B4-BE49-F238E27FC236}">
                <a16:creationId xmlns:a16="http://schemas.microsoft.com/office/drawing/2014/main" id="{247B715C-6F35-E447-9F06-B4ECA44540E3}"/>
              </a:ext>
            </a:extLst>
          </p:cNvPr>
          <p:cNvSpPr>
            <a:spLocks noGrp="1"/>
          </p:cNvSpPr>
          <p:nvPr>
            <p:ph sz="half" idx="4294967295"/>
          </p:nvPr>
        </p:nvSpPr>
        <p:spPr>
          <a:xfrm>
            <a:off x="664632" y="1290638"/>
            <a:ext cx="6105741" cy="4875212"/>
          </a:xfrm>
        </p:spPr>
        <p:txBody>
          <a:bodyPr/>
          <a:lstStyle/>
          <a:p>
            <a:pPr marL="0" indent="0">
              <a:buNone/>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Wikipedia describes </a:t>
            </a:r>
            <a:r>
              <a:rPr lang="en-US" sz="28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Data Science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as:</a:t>
            </a:r>
          </a:p>
          <a:p>
            <a:pPr marL="0" indent="0">
              <a:buNone/>
            </a:pP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a:p>
            <a:pPr marL="0" indent="0">
              <a:buNone/>
            </a:pP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“a multi-disciplinary field that uses scientific methods, processes, algorithms and systems to </a:t>
            </a:r>
            <a:r>
              <a:rPr lang="en-US" sz="2800" b="1" dirty="0">
                <a:latin typeface="Amazon Ember Light" panose="020B0403020204020204" pitchFamily="34" charset="0"/>
                <a:ea typeface="Amazon Ember Light" panose="020B0403020204020204" pitchFamily="34" charset="0"/>
                <a:cs typeface="Amazon Ember Light" panose="020B0403020204020204" pitchFamily="34" charset="0"/>
              </a:rPr>
              <a:t>extract knowledge and insights </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from structured and unstructured </a:t>
            </a:r>
            <a:r>
              <a:rPr lang="en-US" sz="2800" b="1" dirty="0">
                <a:latin typeface="Amazon Ember Light" panose="020B0403020204020204" pitchFamily="34" charset="0"/>
                <a:ea typeface="Amazon Ember Light" panose="020B0403020204020204" pitchFamily="34" charset="0"/>
                <a:cs typeface="Amazon Ember Light" panose="020B0403020204020204" pitchFamily="34" charset="0"/>
              </a:rPr>
              <a:t>data</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a:t>
            </a:r>
            <a:r>
              <a:rPr lang="en-US" sz="2800" baseline="30000" dirty="0">
                <a:latin typeface="Amazon Ember Light" panose="020B0403020204020204" pitchFamily="34" charset="0"/>
                <a:ea typeface="Amazon Ember Light" panose="020B0403020204020204" pitchFamily="34" charset="0"/>
                <a:cs typeface="Amazon Ember Light" panose="020B0403020204020204" pitchFamily="34" charset="0"/>
              </a:rPr>
              <a:t>”</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a:t>
            </a:r>
          </a:p>
        </p:txBody>
      </p:sp>
      <p:sp>
        <p:nvSpPr>
          <p:cNvPr id="4" name="Oval 3">
            <a:extLst>
              <a:ext uri="{FF2B5EF4-FFF2-40B4-BE49-F238E27FC236}">
                <a16:creationId xmlns:a16="http://schemas.microsoft.com/office/drawing/2014/main" id="{5502670E-04D7-4E4C-AF8D-188E45552407}"/>
              </a:ext>
            </a:extLst>
          </p:cNvPr>
          <p:cNvSpPr/>
          <p:nvPr/>
        </p:nvSpPr>
        <p:spPr>
          <a:xfrm>
            <a:off x="8319613" y="1879130"/>
            <a:ext cx="2645753" cy="2628404"/>
          </a:xfrm>
          <a:prstGeom prst="ellipse">
            <a:avLst/>
          </a:prstGeom>
          <a:solidFill>
            <a:schemeClr val="accent5">
              <a:lumMod val="60000"/>
              <a:lumOff val="4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 name="Oval 4">
            <a:extLst>
              <a:ext uri="{FF2B5EF4-FFF2-40B4-BE49-F238E27FC236}">
                <a16:creationId xmlns:a16="http://schemas.microsoft.com/office/drawing/2014/main" id="{C88D8D36-7655-F246-A8E3-60AD53347B2C}"/>
              </a:ext>
            </a:extLst>
          </p:cNvPr>
          <p:cNvSpPr/>
          <p:nvPr/>
        </p:nvSpPr>
        <p:spPr>
          <a:xfrm>
            <a:off x="7223071" y="1925015"/>
            <a:ext cx="2645753" cy="2628404"/>
          </a:xfrm>
          <a:prstGeom prst="ellipse">
            <a:avLst/>
          </a:prstGeom>
          <a:solidFill>
            <a:schemeClr val="accent6">
              <a:lumMod val="60000"/>
              <a:lumOff val="4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6" name="Oval 5">
            <a:extLst>
              <a:ext uri="{FF2B5EF4-FFF2-40B4-BE49-F238E27FC236}">
                <a16:creationId xmlns:a16="http://schemas.microsoft.com/office/drawing/2014/main" id="{E7025C91-002F-2246-9C6B-32ABF13FA0F3}"/>
              </a:ext>
            </a:extLst>
          </p:cNvPr>
          <p:cNvSpPr/>
          <p:nvPr/>
        </p:nvSpPr>
        <p:spPr>
          <a:xfrm>
            <a:off x="7780239" y="2617050"/>
            <a:ext cx="2645753" cy="2628404"/>
          </a:xfrm>
          <a:prstGeom prst="ellipse">
            <a:avLst/>
          </a:prstGeom>
          <a:solidFill>
            <a:schemeClr val="accent2">
              <a:lumMod val="60000"/>
              <a:lumOff val="40000"/>
              <a:alpha val="7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7" name="TextBox 6">
            <a:extLst>
              <a:ext uri="{FF2B5EF4-FFF2-40B4-BE49-F238E27FC236}">
                <a16:creationId xmlns:a16="http://schemas.microsoft.com/office/drawing/2014/main" id="{363A8F57-5617-C04A-9280-C08A6FAB0824}"/>
              </a:ext>
            </a:extLst>
          </p:cNvPr>
          <p:cNvSpPr txBox="1"/>
          <p:nvPr/>
        </p:nvSpPr>
        <p:spPr>
          <a:xfrm>
            <a:off x="8496346" y="3069271"/>
            <a:ext cx="1229432" cy="646331"/>
          </a:xfrm>
          <a:prstGeom prst="rect">
            <a:avLst/>
          </a:prstGeom>
          <a:noFill/>
        </p:spPr>
        <p:txBody>
          <a:bodyPr wrap="square" rtlCol="0">
            <a:spAutoFit/>
          </a:bodyPr>
          <a:lstStyle/>
          <a:p>
            <a:pPr algn="ctr" fontAlgn="base"/>
            <a:r>
              <a:rPr lang="en-US"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DATA</a:t>
            </a:r>
          </a:p>
          <a:p>
            <a:pPr algn="ctr" fontAlgn="base"/>
            <a:r>
              <a:rPr lang="en-US"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SCIENCE</a:t>
            </a:r>
          </a:p>
        </p:txBody>
      </p:sp>
      <p:sp>
        <p:nvSpPr>
          <p:cNvPr id="8" name="TextBox 7">
            <a:extLst>
              <a:ext uri="{FF2B5EF4-FFF2-40B4-BE49-F238E27FC236}">
                <a16:creationId xmlns:a16="http://schemas.microsoft.com/office/drawing/2014/main" id="{06478C6E-8B30-ED48-A25E-DB7A0C55667F}"/>
              </a:ext>
            </a:extLst>
          </p:cNvPr>
          <p:cNvSpPr txBox="1"/>
          <p:nvPr/>
        </p:nvSpPr>
        <p:spPr>
          <a:xfrm>
            <a:off x="8482187" y="2200026"/>
            <a:ext cx="1229432" cy="400110"/>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MACHINE LEARNING</a:t>
            </a:r>
          </a:p>
        </p:txBody>
      </p:sp>
      <p:sp>
        <p:nvSpPr>
          <p:cNvPr id="9" name="TextBox 8">
            <a:extLst>
              <a:ext uri="{FF2B5EF4-FFF2-40B4-BE49-F238E27FC236}">
                <a16:creationId xmlns:a16="http://schemas.microsoft.com/office/drawing/2014/main" id="{ADD3291C-A9ED-5E4F-888F-BBE0B51CDDE9}"/>
              </a:ext>
            </a:extLst>
          </p:cNvPr>
          <p:cNvSpPr txBox="1"/>
          <p:nvPr/>
        </p:nvSpPr>
        <p:spPr>
          <a:xfrm>
            <a:off x="9649258" y="2564004"/>
            <a:ext cx="1229432" cy="400110"/>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COMPUTER</a:t>
            </a:r>
          </a:p>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SCIENCE</a:t>
            </a:r>
          </a:p>
        </p:txBody>
      </p:sp>
      <p:sp>
        <p:nvSpPr>
          <p:cNvPr id="10" name="TextBox 9">
            <a:extLst>
              <a:ext uri="{FF2B5EF4-FFF2-40B4-BE49-F238E27FC236}">
                <a16:creationId xmlns:a16="http://schemas.microsoft.com/office/drawing/2014/main" id="{1A9D1F51-F6D1-5048-A156-1F81379D42D4}"/>
              </a:ext>
            </a:extLst>
          </p:cNvPr>
          <p:cNvSpPr txBox="1"/>
          <p:nvPr/>
        </p:nvSpPr>
        <p:spPr>
          <a:xfrm>
            <a:off x="7146872" y="2662442"/>
            <a:ext cx="1414554" cy="246221"/>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MATHEMATICS</a:t>
            </a:r>
          </a:p>
        </p:txBody>
      </p:sp>
      <p:sp>
        <p:nvSpPr>
          <p:cNvPr id="11" name="TextBox 10">
            <a:extLst>
              <a:ext uri="{FF2B5EF4-FFF2-40B4-BE49-F238E27FC236}">
                <a16:creationId xmlns:a16="http://schemas.microsoft.com/office/drawing/2014/main" id="{9F0FE4C8-B93E-E34D-8D20-C5D3A183FAAD}"/>
              </a:ext>
            </a:extLst>
          </p:cNvPr>
          <p:cNvSpPr txBox="1"/>
          <p:nvPr/>
        </p:nvSpPr>
        <p:spPr>
          <a:xfrm>
            <a:off x="7507791" y="3915745"/>
            <a:ext cx="1414554" cy="400110"/>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STATISTICAL</a:t>
            </a:r>
          </a:p>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RESEARCH</a:t>
            </a:r>
          </a:p>
        </p:txBody>
      </p:sp>
      <p:sp>
        <p:nvSpPr>
          <p:cNvPr id="12" name="TextBox 11">
            <a:extLst>
              <a:ext uri="{FF2B5EF4-FFF2-40B4-BE49-F238E27FC236}">
                <a16:creationId xmlns:a16="http://schemas.microsoft.com/office/drawing/2014/main" id="{B7B21049-4316-FC40-BEED-75CF5EA16447}"/>
              </a:ext>
            </a:extLst>
          </p:cNvPr>
          <p:cNvSpPr txBox="1"/>
          <p:nvPr/>
        </p:nvSpPr>
        <p:spPr>
          <a:xfrm>
            <a:off x="8389626" y="4610965"/>
            <a:ext cx="1414554" cy="400110"/>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DOMAIN</a:t>
            </a:r>
          </a:p>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EXPERTISE</a:t>
            </a:r>
          </a:p>
        </p:txBody>
      </p:sp>
      <p:sp>
        <p:nvSpPr>
          <p:cNvPr id="13" name="TextBox 12">
            <a:extLst>
              <a:ext uri="{FF2B5EF4-FFF2-40B4-BE49-F238E27FC236}">
                <a16:creationId xmlns:a16="http://schemas.microsoft.com/office/drawing/2014/main" id="{04AACCE6-3E11-9D41-B286-DE7FEA34F10F}"/>
              </a:ext>
            </a:extLst>
          </p:cNvPr>
          <p:cNvSpPr txBox="1"/>
          <p:nvPr/>
        </p:nvSpPr>
        <p:spPr>
          <a:xfrm>
            <a:off x="9264633" y="3842704"/>
            <a:ext cx="1414554" cy="400110"/>
          </a:xfrm>
          <a:prstGeom prst="rect">
            <a:avLst/>
          </a:prstGeom>
          <a:noFill/>
        </p:spPr>
        <p:txBody>
          <a:bodyPr wrap="square" rtlCol="0">
            <a:spAutoFit/>
          </a:bodyPr>
          <a:lstStyle/>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DATA</a:t>
            </a:r>
          </a:p>
          <a:p>
            <a:pPr algn="ctr" fontAlgn="base"/>
            <a:r>
              <a:rPr lang="en-US" sz="1000" dirty="0">
                <a:solidFill>
                  <a:schemeClr val="bg1"/>
                </a:solidFill>
                <a:latin typeface="Amazon Ember Light" panose="020B0403020204020204" pitchFamily="34" charset="0"/>
                <a:ea typeface="Amazon Ember Light" panose="020B0403020204020204" pitchFamily="34" charset="0"/>
                <a:cs typeface="Amazon Ember Light" panose="020B0403020204020204" pitchFamily="34" charset="0"/>
              </a:rPr>
              <a:t>PROCESSING</a:t>
            </a:r>
          </a:p>
        </p:txBody>
      </p:sp>
      <p:cxnSp>
        <p:nvCxnSpPr>
          <p:cNvPr id="14" name="Straight Arrow Connector 13">
            <a:extLst>
              <a:ext uri="{FF2B5EF4-FFF2-40B4-BE49-F238E27FC236}">
                <a16:creationId xmlns:a16="http://schemas.microsoft.com/office/drawing/2014/main" id="{C1CFBFC7-542D-F040-B552-DC2C6D8CF3DB}"/>
              </a:ext>
            </a:extLst>
          </p:cNvPr>
          <p:cNvCxnSpPr>
            <a:cxnSpLocks/>
          </p:cNvCxnSpPr>
          <p:nvPr/>
        </p:nvCxnSpPr>
        <p:spPr>
          <a:xfrm>
            <a:off x="9018626" y="1471604"/>
            <a:ext cx="0" cy="453411"/>
          </a:xfrm>
          <a:prstGeom prst="straightConnector1">
            <a:avLst/>
          </a:prstGeom>
          <a:ln w="25400">
            <a:solidFill>
              <a:schemeClr val="accent3"/>
            </a:solidFill>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B7ECC489-744D-B748-9630-40CA69ED8E93}"/>
              </a:ext>
            </a:extLst>
          </p:cNvPr>
          <p:cNvSpPr/>
          <p:nvPr/>
        </p:nvSpPr>
        <p:spPr>
          <a:xfrm>
            <a:off x="7561439" y="931470"/>
            <a:ext cx="2957861" cy="523220"/>
          </a:xfrm>
          <a:prstGeom prst="rect">
            <a:avLst/>
          </a:prstGeom>
        </p:spPr>
        <p:txBody>
          <a:bodyPr wrap="none">
            <a:spAutoFit/>
          </a:bodyPr>
          <a:lstStyle/>
          <a:p>
            <a:r>
              <a:rPr lang="en-US" sz="28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Machine Learning</a:t>
            </a:r>
          </a:p>
        </p:txBody>
      </p:sp>
      <p:sp>
        <p:nvSpPr>
          <p:cNvPr id="16" name="Rectangle 15">
            <a:extLst>
              <a:ext uri="{FF2B5EF4-FFF2-40B4-BE49-F238E27FC236}">
                <a16:creationId xmlns:a16="http://schemas.microsoft.com/office/drawing/2014/main" id="{56A776B0-9CF5-B146-9CAE-D69D42E04708}"/>
              </a:ext>
            </a:extLst>
          </p:cNvPr>
          <p:cNvSpPr/>
          <p:nvPr/>
        </p:nvSpPr>
        <p:spPr>
          <a:xfrm>
            <a:off x="6814317" y="5566880"/>
            <a:ext cx="4679730" cy="369332"/>
          </a:xfrm>
          <a:prstGeom prst="rect">
            <a:avLst/>
          </a:prstGeom>
        </p:spPr>
        <p:txBody>
          <a:bodyPr wrap="square">
            <a:spAutoFit/>
          </a:bodyPr>
          <a:lstStyle/>
          <a:p>
            <a:r>
              <a:rPr lang="en-US"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hlinkClick r:id="rId3">
                  <a:extLst>
                    <a:ext uri="{A12FA001-AC4F-418D-AE19-62706E023703}">
                      <ahyp:hlinkClr xmlns:ahyp="http://schemas.microsoft.com/office/drawing/2018/hyperlinkcolor" val="tx"/>
                    </a:ext>
                  </a:extLst>
                </a:hlinkClick>
              </a:rPr>
              <a:t>https://en.wikipedia.org/wiki/Data_science</a:t>
            </a:r>
            <a:endParaRPr lang="en-US"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Tree>
    <p:extLst>
      <p:ext uri="{BB962C8B-B14F-4D97-AF65-F5344CB8AC3E}">
        <p14:creationId xmlns:p14="http://schemas.microsoft.com/office/powerpoint/2010/main" val="802898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F0D94-867E-7740-AF34-D567E0E7AEB3}"/>
              </a:ext>
            </a:extLst>
          </p:cNvPr>
          <p:cNvSpPr>
            <a:spLocks noGrp="1"/>
          </p:cNvSpPr>
          <p:nvPr>
            <p:ph type="title" idx="4294967295"/>
          </p:nvPr>
        </p:nvSpPr>
        <p:spPr>
          <a:xfrm>
            <a:off x="0" y="479425"/>
            <a:ext cx="10515600" cy="992188"/>
          </a:xfrm>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      What is Machine Learning?</a:t>
            </a:r>
          </a:p>
        </p:txBody>
      </p:sp>
      <p:sp>
        <p:nvSpPr>
          <p:cNvPr id="4" name="Rectangle 3">
            <a:extLst>
              <a:ext uri="{FF2B5EF4-FFF2-40B4-BE49-F238E27FC236}">
                <a16:creationId xmlns:a16="http://schemas.microsoft.com/office/drawing/2014/main" id="{79C43CB4-FF9A-7445-8C87-9C6D854BE77B}"/>
              </a:ext>
            </a:extLst>
          </p:cNvPr>
          <p:cNvSpPr/>
          <p:nvPr/>
        </p:nvSpPr>
        <p:spPr>
          <a:xfrm>
            <a:off x="896207" y="1413411"/>
            <a:ext cx="10402878" cy="1892826"/>
          </a:xfrm>
          <a:prstGeom prst="rect">
            <a:avLst/>
          </a:prstGeom>
          <a:ln w="19050">
            <a:solidFill>
              <a:schemeClr val="tx1"/>
            </a:solidFill>
            <a:round/>
          </a:ln>
        </p:spPr>
        <p:txBody>
          <a:bodyPr wrap="square" lIns="91440">
            <a:spAutoFit/>
          </a:bodyPr>
          <a:lstStyle/>
          <a:p>
            <a:pPr defTabSz="340117">
              <a:spcAft>
                <a:spcPts val="600"/>
              </a:spcAft>
            </a:pP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“Programming computers to </a:t>
            </a:r>
            <a:r>
              <a:rPr lang="en-US" sz="26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learn from experience </a:t>
            </a: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should </a:t>
            </a:r>
          </a:p>
          <a:p>
            <a:pPr defTabSz="340117">
              <a:spcAft>
                <a:spcPts val="600"/>
              </a:spcAft>
            </a:pP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eventually </a:t>
            </a:r>
            <a:r>
              <a:rPr lang="en-US" sz="26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eliminate the need for much of this detailed </a:t>
            </a:r>
          </a:p>
          <a:p>
            <a:pPr defTabSz="340117">
              <a:spcAft>
                <a:spcPts val="600"/>
              </a:spcAft>
            </a:pPr>
            <a:r>
              <a:rPr lang="en-US" sz="26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programming effort</a:t>
            </a:r>
            <a:r>
              <a:rPr lang="en-US" sz="2600" dirty="0">
                <a:latin typeface="Amazon Ember Light" panose="020B0403020204020204" pitchFamily="34" charset="0"/>
                <a:ea typeface="Amazon Ember Light" panose="020B0403020204020204" pitchFamily="34" charset="0"/>
                <a:cs typeface="Amazon Ember Light" panose="020B0403020204020204" pitchFamily="34" charset="0"/>
              </a:rPr>
              <a:t>”</a:t>
            </a:r>
          </a:p>
          <a:p>
            <a:pPr defTabSz="340117">
              <a:spcAft>
                <a:spcPts val="600"/>
              </a:spcAft>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              		        			Arthur Samuel (1959) – Computer Scientist</a:t>
            </a:r>
          </a:p>
        </p:txBody>
      </p:sp>
      <p:pic>
        <p:nvPicPr>
          <p:cNvPr id="3" name="Picture 2">
            <a:extLst>
              <a:ext uri="{FF2B5EF4-FFF2-40B4-BE49-F238E27FC236}">
                <a16:creationId xmlns:a16="http://schemas.microsoft.com/office/drawing/2014/main" id="{E2CDB86F-BEDB-704A-AB3E-AF3E7920C557}"/>
              </a:ext>
            </a:extLst>
          </p:cNvPr>
          <p:cNvPicPr>
            <a:picLocks noChangeAspect="1"/>
          </p:cNvPicPr>
          <p:nvPr/>
        </p:nvPicPr>
        <p:blipFill>
          <a:blip r:embed="rId3"/>
          <a:stretch>
            <a:fillRect/>
          </a:stretch>
        </p:blipFill>
        <p:spPr>
          <a:xfrm>
            <a:off x="10001577" y="1413411"/>
            <a:ext cx="1294216" cy="1797521"/>
          </a:xfrm>
          <a:prstGeom prst="rect">
            <a:avLst/>
          </a:prstGeom>
        </p:spPr>
      </p:pic>
      <p:grpSp>
        <p:nvGrpSpPr>
          <p:cNvPr id="5" name="Group 4">
            <a:extLst>
              <a:ext uri="{FF2B5EF4-FFF2-40B4-BE49-F238E27FC236}">
                <a16:creationId xmlns:a16="http://schemas.microsoft.com/office/drawing/2014/main" id="{5E9F1C34-1AE4-9B4E-81AD-1EBBA077FFC3}"/>
              </a:ext>
            </a:extLst>
          </p:cNvPr>
          <p:cNvGrpSpPr/>
          <p:nvPr/>
        </p:nvGrpSpPr>
        <p:grpSpPr>
          <a:xfrm>
            <a:off x="911108" y="3411426"/>
            <a:ext cx="10396807" cy="2645776"/>
            <a:chOff x="911108" y="3411426"/>
            <a:chExt cx="10396807" cy="2645776"/>
          </a:xfrm>
        </p:grpSpPr>
        <p:grpSp>
          <p:nvGrpSpPr>
            <p:cNvPr id="6" name="Group 5">
              <a:extLst>
                <a:ext uri="{FF2B5EF4-FFF2-40B4-BE49-F238E27FC236}">
                  <a16:creationId xmlns:a16="http://schemas.microsoft.com/office/drawing/2014/main" id="{C59434E2-233D-114E-8236-CB19468D8855}"/>
                </a:ext>
              </a:extLst>
            </p:cNvPr>
            <p:cNvGrpSpPr/>
            <p:nvPr/>
          </p:nvGrpSpPr>
          <p:grpSpPr>
            <a:xfrm>
              <a:off x="911108" y="3411426"/>
              <a:ext cx="10396807" cy="851231"/>
              <a:chOff x="701465" y="3449064"/>
              <a:chExt cx="10396807" cy="851231"/>
            </a:xfrm>
          </p:grpSpPr>
          <p:grpSp>
            <p:nvGrpSpPr>
              <p:cNvPr id="7" name="Group 6">
                <a:extLst>
                  <a:ext uri="{FF2B5EF4-FFF2-40B4-BE49-F238E27FC236}">
                    <a16:creationId xmlns:a16="http://schemas.microsoft.com/office/drawing/2014/main" id="{FFEF541E-5E26-FA41-B2F3-C78184B97E5B}"/>
                  </a:ext>
                </a:extLst>
              </p:cNvPr>
              <p:cNvGrpSpPr/>
              <p:nvPr/>
            </p:nvGrpSpPr>
            <p:grpSpPr>
              <a:xfrm>
                <a:off x="2884124" y="3552860"/>
                <a:ext cx="7755641" cy="634251"/>
                <a:chOff x="960299" y="2674800"/>
                <a:chExt cx="4396675" cy="836809"/>
              </a:xfrm>
            </p:grpSpPr>
            <p:sp>
              <p:nvSpPr>
                <p:cNvPr id="11" name="Rounded Rectangle 10">
                  <a:extLst>
                    <a:ext uri="{FF2B5EF4-FFF2-40B4-BE49-F238E27FC236}">
                      <a16:creationId xmlns:a16="http://schemas.microsoft.com/office/drawing/2014/main" id="{B62D1B13-260C-7D47-9001-026187CD8F21}"/>
                    </a:ext>
                  </a:extLst>
                </p:cNvPr>
                <p:cNvSpPr/>
                <p:nvPr/>
              </p:nvSpPr>
              <p:spPr>
                <a:xfrm>
                  <a:off x="960299" y="2674800"/>
                  <a:ext cx="3419253" cy="836809"/>
                </a:xfrm>
                <a:prstGeom prst="roundRect">
                  <a:avLst/>
                </a:prstGeom>
                <a:solidFill>
                  <a:schemeClr val="tx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Classical Programming (Rules, if/else, etc</a:t>
                  </a:r>
                  <a:r>
                    <a:rPr lang="en-US" altLang="zh-CN" sz="1999"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a:t>
                  </a:r>
                  <a:r>
                    <a:rPr lang="en-US" sz="1999"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a:t>
                  </a:r>
                </a:p>
              </p:txBody>
            </p:sp>
            <p:sp>
              <p:nvSpPr>
                <p:cNvPr id="12" name="Text Placeholder 4">
                  <a:extLst>
                    <a:ext uri="{FF2B5EF4-FFF2-40B4-BE49-F238E27FC236}">
                      <a16:creationId xmlns:a16="http://schemas.microsoft.com/office/drawing/2014/main" id="{ADDFF7B5-1986-D741-97E5-FD25E7F7BD8B}"/>
                    </a:ext>
                  </a:extLst>
                </p:cNvPr>
                <p:cNvSpPr txBox="1">
                  <a:spLocks/>
                </p:cNvSpPr>
                <p:nvPr/>
              </p:nvSpPr>
              <p:spPr>
                <a:xfrm>
                  <a:off x="4721462" y="2835687"/>
                  <a:ext cx="635512" cy="511959"/>
                </a:xfrm>
                <a:prstGeom prst="rect">
                  <a:avLst/>
                </a:prstGeom>
                <a:ln>
                  <a:noFill/>
                </a:ln>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rPr>
                    <a:t>Answers</a:t>
                  </a:r>
                </a:p>
              </p:txBody>
            </p:sp>
            <p:sp>
              <p:nvSpPr>
                <p:cNvPr id="15" name="Chevron 14">
                  <a:extLst>
                    <a:ext uri="{FF2B5EF4-FFF2-40B4-BE49-F238E27FC236}">
                      <a16:creationId xmlns:a16="http://schemas.microsoft.com/office/drawing/2014/main" id="{9AB0C9D6-165A-EF42-8A76-129920FDF941}"/>
                    </a:ext>
                  </a:extLst>
                </p:cNvPr>
                <p:cNvSpPr/>
                <p:nvPr/>
              </p:nvSpPr>
              <p:spPr>
                <a:xfrm>
                  <a:off x="4451145" y="2932080"/>
                  <a:ext cx="217156" cy="322246"/>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8" name="Rounded Rectangle 7">
                <a:extLst>
                  <a:ext uri="{FF2B5EF4-FFF2-40B4-BE49-F238E27FC236}">
                    <a16:creationId xmlns:a16="http://schemas.microsoft.com/office/drawing/2014/main" id="{0CA3E4D2-96D2-5049-AD46-13134B091CB5}"/>
                  </a:ext>
                </a:extLst>
              </p:cNvPr>
              <p:cNvSpPr/>
              <p:nvPr/>
            </p:nvSpPr>
            <p:spPr>
              <a:xfrm>
                <a:off x="701465" y="3449064"/>
                <a:ext cx="10396807" cy="851231"/>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36" name="Text Placeholder 4">
              <a:extLst>
                <a:ext uri="{FF2B5EF4-FFF2-40B4-BE49-F238E27FC236}">
                  <a16:creationId xmlns:a16="http://schemas.microsoft.com/office/drawing/2014/main" id="{FA4CE736-2C08-8B46-8231-BA12300B2A7A}"/>
                </a:ext>
              </a:extLst>
            </p:cNvPr>
            <p:cNvSpPr txBox="1">
              <a:spLocks/>
            </p:cNvSpPr>
            <p:nvPr/>
          </p:nvSpPr>
          <p:spPr>
            <a:xfrm>
              <a:off x="1416048" y="3834524"/>
              <a:ext cx="2282698" cy="388034"/>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latin typeface="Amazon Ember Light" panose="020B0403020204020204" pitchFamily="34" charset="0"/>
                  <a:ea typeface="Amazon Ember Light" panose="020B0403020204020204" pitchFamily="34" charset="0"/>
                  <a:cs typeface="Amazon Ember Light" panose="020B0403020204020204" pitchFamily="34" charset="0"/>
                </a:rPr>
                <a:t>Rules</a:t>
              </a:r>
            </a:p>
          </p:txBody>
        </p:sp>
        <p:sp>
          <p:nvSpPr>
            <p:cNvPr id="37" name="Text Placeholder 4">
              <a:extLst>
                <a:ext uri="{FF2B5EF4-FFF2-40B4-BE49-F238E27FC236}">
                  <a16:creationId xmlns:a16="http://schemas.microsoft.com/office/drawing/2014/main" id="{885D5939-470A-5044-BD91-D2CB2B1779BE}"/>
                </a:ext>
              </a:extLst>
            </p:cNvPr>
            <p:cNvSpPr txBox="1">
              <a:spLocks/>
            </p:cNvSpPr>
            <p:nvPr/>
          </p:nvSpPr>
          <p:spPr>
            <a:xfrm>
              <a:off x="1416052" y="3462248"/>
              <a:ext cx="1991566" cy="309320"/>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rPr>
                <a:t>Data</a:t>
              </a:r>
            </a:p>
          </p:txBody>
        </p:sp>
        <p:sp>
          <p:nvSpPr>
            <p:cNvPr id="38" name="Chevron 37">
              <a:extLst>
                <a:ext uri="{FF2B5EF4-FFF2-40B4-BE49-F238E27FC236}">
                  <a16:creationId xmlns:a16="http://schemas.microsoft.com/office/drawing/2014/main" id="{CCA99CB1-F574-F548-8FC0-EB7F58B821AA}"/>
                </a:ext>
              </a:extLst>
            </p:cNvPr>
            <p:cNvSpPr/>
            <p:nvPr/>
          </p:nvSpPr>
          <p:spPr>
            <a:xfrm>
              <a:off x="2584419" y="3540507"/>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9" name="Chevron 38">
              <a:extLst>
                <a:ext uri="{FF2B5EF4-FFF2-40B4-BE49-F238E27FC236}">
                  <a16:creationId xmlns:a16="http://schemas.microsoft.com/office/drawing/2014/main" id="{337BCDB8-1BB3-404E-B302-6FAAEC9F8073}"/>
                </a:ext>
              </a:extLst>
            </p:cNvPr>
            <p:cNvSpPr/>
            <p:nvPr/>
          </p:nvSpPr>
          <p:spPr>
            <a:xfrm>
              <a:off x="2584418" y="3896678"/>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nvGrpSpPr>
            <p:cNvPr id="42" name="Group 41">
              <a:extLst>
                <a:ext uri="{FF2B5EF4-FFF2-40B4-BE49-F238E27FC236}">
                  <a16:creationId xmlns:a16="http://schemas.microsoft.com/office/drawing/2014/main" id="{E03FDACA-AC22-1648-9A76-74A03FF5C33D}"/>
                </a:ext>
              </a:extLst>
            </p:cNvPr>
            <p:cNvGrpSpPr/>
            <p:nvPr/>
          </p:nvGrpSpPr>
          <p:grpSpPr>
            <a:xfrm>
              <a:off x="911108" y="4362812"/>
              <a:ext cx="10396807" cy="1694390"/>
              <a:chOff x="911108" y="4362812"/>
              <a:chExt cx="10396807" cy="1694390"/>
            </a:xfrm>
          </p:grpSpPr>
          <p:grpSp>
            <p:nvGrpSpPr>
              <p:cNvPr id="43" name="Group 42">
                <a:extLst>
                  <a:ext uri="{FF2B5EF4-FFF2-40B4-BE49-F238E27FC236}">
                    <a16:creationId xmlns:a16="http://schemas.microsoft.com/office/drawing/2014/main" id="{34511638-7CC8-034D-9ADC-943F9588666B}"/>
                  </a:ext>
                </a:extLst>
              </p:cNvPr>
              <p:cNvGrpSpPr/>
              <p:nvPr/>
            </p:nvGrpSpPr>
            <p:grpSpPr>
              <a:xfrm>
                <a:off x="1416048" y="4365005"/>
                <a:ext cx="4252493" cy="760310"/>
                <a:chOff x="1581198" y="2821025"/>
                <a:chExt cx="4252493" cy="760310"/>
              </a:xfrm>
            </p:grpSpPr>
            <p:sp>
              <p:nvSpPr>
                <p:cNvPr id="51" name="Text Placeholder 4">
                  <a:extLst>
                    <a:ext uri="{FF2B5EF4-FFF2-40B4-BE49-F238E27FC236}">
                      <a16:creationId xmlns:a16="http://schemas.microsoft.com/office/drawing/2014/main" id="{C5B0C0A7-8D3E-304A-BF13-C281BB038F07}"/>
                    </a:ext>
                  </a:extLst>
                </p:cNvPr>
                <p:cNvSpPr txBox="1">
                  <a:spLocks/>
                </p:cNvSpPr>
                <p:nvPr/>
              </p:nvSpPr>
              <p:spPr>
                <a:xfrm>
                  <a:off x="1581198" y="3193301"/>
                  <a:ext cx="2282698" cy="388034"/>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latin typeface="Amazon Ember Light" panose="020B0403020204020204" pitchFamily="34" charset="0"/>
                      <a:ea typeface="Amazon Ember Light" panose="020B0403020204020204" pitchFamily="34" charset="0"/>
                      <a:cs typeface="Amazon Ember Light" panose="020B0403020204020204" pitchFamily="34" charset="0"/>
                    </a:rPr>
                    <a:t>Answers</a:t>
                  </a:r>
                </a:p>
              </p:txBody>
            </p:sp>
            <p:sp>
              <p:nvSpPr>
                <p:cNvPr id="52" name="Text Placeholder 4">
                  <a:extLst>
                    <a:ext uri="{FF2B5EF4-FFF2-40B4-BE49-F238E27FC236}">
                      <a16:creationId xmlns:a16="http://schemas.microsoft.com/office/drawing/2014/main" id="{8851C3C7-FBFF-7D4F-995D-770C30FA8F03}"/>
                    </a:ext>
                  </a:extLst>
                </p:cNvPr>
                <p:cNvSpPr txBox="1">
                  <a:spLocks/>
                </p:cNvSpPr>
                <p:nvPr/>
              </p:nvSpPr>
              <p:spPr>
                <a:xfrm>
                  <a:off x="1581202" y="2821025"/>
                  <a:ext cx="1991566" cy="309320"/>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rPr>
                    <a:t>Data</a:t>
                  </a:r>
                </a:p>
              </p:txBody>
            </p:sp>
            <p:sp>
              <p:nvSpPr>
                <p:cNvPr id="53" name="Chevron 52">
                  <a:extLst>
                    <a:ext uri="{FF2B5EF4-FFF2-40B4-BE49-F238E27FC236}">
                      <a16:creationId xmlns:a16="http://schemas.microsoft.com/office/drawing/2014/main" id="{41FE6168-E6C2-7749-BEA6-0AF7EB3A023C}"/>
                    </a:ext>
                  </a:extLst>
                </p:cNvPr>
                <p:cNvSpPr/>
                <p:nvPr/>
              </p:nvSpPr>
              <p:spPr>
                <a:xfrm>
                  <a:off x="2749569" y="2920817"/>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4" name="Chevron 53">
                  <a:extLst>
                    <a:ext uri="{FF2B5EF4-FFF2-40B4-BE49-F238E27FC236}">
                      <a16:creationId xmlns:a16="http://schemas.microsoft.com/office/drawing/2014/main" id="{CF8C653C-C480-A441-A5D5-15482683E4D9}"/>
                    </a:ext>
                  </a:extLst>
                </p:cNvPr>
                <p:cNvSpPr/>
                <p:nvPr/>
              </p:nvSpPr>
              <p:spPr>
                <a:xfrm>
                  <a:off x="2749568" y="3276988"/>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55" name="Chevron 54">
                  <a:extLst>
                    <a:ext uri="{FF2B5EF4-FFF2-40B4-BE49-F238E27FC236}">
                      <a16:creationId xmlns:a16="http://schemas.microsoft.com/office/drawing/2014/main" id="{4E0F1A43-F3AA-FC40-B4BA-97CE301393F1}"/>
                    </a:ext>
                  </a:extLst>
                </p:cNvPr>
                <p:cNvSpPr/>
                <p:nvPr/>
              </p:nvSpPr>
              <p:spPr>
                <a:xfrm>
                  <a:off x="5450632" y="3103755"/>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44" name="Rounded Rectangle 43">
                <a:extLst>
                  <a:ext uri="{FF2B5EF4-FFF2-40B4-BE49-F238E27FC236}">
                    <a16:creationId xmlns:a16="http://schemas.microsoft.com/office/drawing/2014/main" id="{939A65EB-B607-1042-9F2C-A149EFC8CDFC}"/>
                  </a:ext>
                </a:extLst>
              </p:cNvPr>
              <p:cNvSpPr/>
              <p:nvPr/>
            </p:nvSpPr>
            <p:spPr>
              <a:xfrm>
                <a:off x="911108" y="4362812"/>
                <a:ext cx="10396807" cy="1694390"/>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5" name="Rounded Rectangle 44">
                <a:extLst>
                  <a:ext uri="{FF2B5EF4-FFF2-40B4-BE49-F238E27FC236}">
                    <a16:creationId xmlns:a16="http://schemas.microsoft.com/office/drawing/2014/main" id="{C39D0AE7-715E-AF48-BAB5-142F6D35CDB5}"/>
                  </a:ext>
                </a:extLst>
              </p:cNvPr>
              <p:cNvSpPr/>
              <p:nvPr/>
            </p:nvSpPr>
            <p:spPr>
              <a:xfrm>
                <a:off x="5728020" y="4452733"/>
                <a:ext cx="3397236" cy="634251"/>
              </a:xfrm>
              <a:prstGeom prst="round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Trained ML Models (Rules)</a:t>
                </a:r>
              </a:p>
            </p:txBody>
          </p:sp>
          <p:sp>
            <p:nvSpPr>
              <p:cNvPr id="46" name="Rounded Rectangle 45">
                <a:extLst>
                  <a:ext uri="{FF2B5EF4-FFF2-40B4-BE49-F238E27FC236}">
                    <a16:creationId xmlns:a16="http://schemas.microsoft.com/office/drawing/2014/main" id="{85018656-7F24-9A40-8441-AB4E7F29B685}"/>
                  </a:ext>
                </a:extLst>
              </p:cNvPr>
              <p:cNvSpPr/>
              <p:nvPr/>
            </p:nvSpPr>
            <p:spPr>
              <a:xfrm>
                <a:off x="3093767" y="4464328"/>
                <a:ext cx="2107242" cy="634251"/>
              </a:xfrm>
              <a:prstGeom prst="roundRect">
                <a:avLst/>
              </a:prstGeom>
              <a:solidFill>
                <a:schemeClr val="tx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ML Algorithms</a:t>
                </a:r>
              </a:p>
            </p:txBody>
          </p:sp>
          <p:sp>
            <p:nvSpPr>
              <p:cNvPr id="47" name="Chevron 46">
                <a:extLst>
                  <a:ext uri="{FF2B5EF4-FFF2-40B4-BE49-F238E27FC236}">
                    <a16:creationId xmlns:a16="http://schemas.microsoft.com/office/drawing/2014/main" id="{1CF9A2C0-C36E-174A-ACE7-91B067FC5EDD}"/>
                  </a:ext>
                </a:extLst>
              </p:cNvPr>
              <p:cNvSpPr/>
              <p:nvPr/>
            </p:nvSpPr>
            <p:spPr>
              <a:xfrm>
                <a:off x="9251544" y="4638366"/>
                <a:ext cx="383059" cy="24424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8" name="Chevron 47">
                <a:extLst>
                  <a:ext uri="{FF2B5EF4-FFF2-40B4-BE49-F238E27FC236}">
                    <a16:creationId xmlns:a16="http://schemas.microsoft.com/office/drawing/2014/main" id="{73E44D08-C3B3-9541-B0D6-D9707C8DA6C4}"/>
                  </a:ext>
                </a:extLst>
              </p:cNvPr>
              <p:cNvSpPr/>
              <p:nvPr/>
            </p:nvSpPr>
            <p:spPr>
              <a:xfrm rot="16200000">
                <a:off x="7288719" y="5194724"/>
                <a:ext cx="383059" cy="24424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49" name="Rounded Rectangle 48">
                <a:extLst>
                  <a:ext uri="{FF2B5EF4-FFF2-40B4-BE49-F238E27FC236}">
                    <a16:creationId xmlns:a16="http://schemas.microsoft.com/office/drawing/2014/main" id="{ED5164EB-B215-3143-BEB9-B2E52D7A5D51}"/>
                  </a:ext>
                </a:extLst>
              </p:cNvPr>
              <p:cNvSpPr/>
              <p:nvPr/>
            </p:nvSpPr>
            <p:spPr>
              <a:xfrm>
                <a:off x="6401184" y="5554314"/>
                <a:ext cx="2158131" cy="413103"/>
              </a:xfrm>
              <a:prstGeom prst="roundRect">
                <a:avLst/>
              </a:prstGeom>
              <a:no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New Similar Data</a:t>
                </a:r>
              </a:p>
            </p:txBody>
          </p:sp>
          <p:sp>
            <p:nvSpPr>
              <p:cNvPr id="50" name="Rounded Rectangle 49">
                <a:extLst>
                  <a:ext uri="{FF2B5EF4-FFF2-40B4-BE49-F238E27FC236}">
                    <a16:creationId xmlns:a16="http://schemas.microsoft.com/office/drawing/2014/main" id="{F47E2A27-D478-C64A-BBB3-D9B79A649FC5}"/>
                  </a:ext>
                </a:extLst>
              </p:cNvPr>
              <p:cNvSpPr/>
              <p:nvPr/>
            </p:nvSpPr>
            <p:spPr>
              <a:xfrm>
                <a:off x="9704781" y="4563304"/>
                <a:ext cx="1259543" cy="413103"/>
              </a:xfrm>
              <a:prstGeom prst="roundRect">
                <a:avLst/>
              </a:prstGeom>
              <a:no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Answers</a:t>
                </a:r>
              </a:p>
            </p:txBody>
          </p:sp>
        </p:grpSp>
      </p:grpSp>
    </p:spTree>
    <p:extLst>
      <p:ext uri="{BB962C8B-B14F-4D97-AF65-F5344CB8AC3E}">
        <p14:creationId xmlns:p14="http://schemas.microsoft.com/office/powerpoint/2010/main" val="1410152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AA184-713B-5247-A31E-6B3D2AB8DCDF}"/>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Why ML? Why now?</a:t>
            </a:r>
          </a:p>
        </p:txBody>
      </p:sp>
      <p:sp>
        <p:nvSpPr>
          <p:cNvPr id="48" name="Content Placeholder 2">
            <a:extLst>
              <a:ext uri="{FF2B5EF4-FFF2-40B4-BE49-F238E27FC236}">
                <a16:creationId xmlns:a16="http://schemas.microsoft.com/office/drawing/2014/main" id="{1713EA24-8A66-C34B-9543-10EE19D3917E}"/>
              </a:ext>
            </a:extLst>
          </p:cNvPr>
          <p:cNvSpPr>
            <a:spLocks noGrp="1"/>
          </p:cNvSpPr>
          <p:nvPr>
            <p:ph sz="half" idx="4294967295"/>
          </p:nvPr>
        </p:nvSpPr>
        <p:spPr>
          <a:xfrm>
            <a:off x="1676400" y="1290638"/>
            <a:ext cx="10515600" cy="2887662"/>
          </a:xfrm>
        </p:spPr>
        <p:txBody>
          <a:bodyPr>
            <a:normAutofit lnSpcReduction="10000"/>
          </a:bodyPr>
          <a:lstStyle/>
          <a:p>
            <a:r>
              <a:rPr lang="en-US" sz="28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Data</a:t>
            </a:r>
          </a:p>
          <a:p>
            <a:pPr marL="800100" lvl="1" indent="-342900">
              <a:buFont typeface="Arial" panose="020B0604020202020204" pitchFamily="34" charset="0"/>
              <a:buChar char="•"/>
            </a:pPr>
            <a:r>
              <a:rPr lang="en-US" dirty="0">
                <a:latin typeface="Amazon Ember Light" panose="020B0403020204020204" pitchFamily="34" charset="0"/>
                <a:ea typeface="Amazon Ember Light" panose="020B0403020204020204" pitchFamily="34" charset="0"/>
                <a:cs typeface="Amazon Ember Light" panose="020B0403020204020204" pitchFamily="34" charset="0"/>
              </a:rPr>
              <a:t>larger amounts of data, easy to produce, collect and store </a:t>
            </a:r>
          </a:p>
          <a:p>
            <a:r>
              <a:rPr lang="en-US" sz="28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Compute</a:t>
            </a:r>
          </a:p>
          <a:p>
            <a:pPr marL="800100" lvl="1" indent="-342900">
              <a:buFont typeface="Arial" panose="020B0604020202020204" pitchFamily="34" charset="0"/>
              <a:buChar char="•"/>
            </a:pPr>
            <a:r>
              <a:rPr lang="en-US" dirty="0">
                <a:latin typeface="Amazon Ember Light" panose="020B0403020204020204" pitchFamily="34" charset="0"/>
                <a:ea typeface="Amazon Ember Light" panose="020B0403020204020204" pitchFamily="34" charset="0"/>
                <a:cs typeface="Amazon Ember Light" panose="020B0403020204020204" pitchFamily="34" charset="0"/>
              </a:rPr>
              <a:t>powerful processing units, hardware acceleration, parallelization </a:t>
            </a:r>
          </a:p>
          <a:p>
            <a:r>
              <a:rPr lang="en-US" sz="2800" b="1" dirty="0">
                <a:solidFill>
                  <a:schemeClr val="accent3"/>
                </a:solidFill>
                <a:latin typeface="Amazon Ember Light" panose="020B0403020204020204" pitchFamily="34" charset="0"/>
                <a:ea typeface="Amazon Ember Light" panose="020B0403020204020204" pitchFamily="34" charset="0"/>
                <a:cs typeface="Amazon Ember Light" panose="020B0403020204020204" pitchFamily="34" charset="0"/>
              </a:rPr>
              <a:t>Algorithms</a:t>
            </a:r>
          </a:p>
          <a:p>
            <a:pPr marL="800100" lvl="1" indent="-342900">
              <a:buFont typeface="Arial" panose="020B0604020202020204" pitchFamily="34" charset="0"/>
              <a:buChar char="•"/>
            </a:pPr>
            <a:r>
              <a:rPr lang="en-US" dirty="0">
                <a:latin typeface="Amazon Ember Light" panose="020B0403020204020204" pitchFamily="34" charset="0"/>
                <a:ea typeface="Amazon Ember Light" panose="020B0403020204020204" pitchFamily="34" charset="0"/>
                <a:cs typeface="Amazon Ember Light" panose="020B0403020204020204" pitchFamily="34" charset="0"/>
              </a:rPr>
              <a:t>ML frameworks, libraries, improved and more efficient techniques</a:t>
            </a:r>
          </a:p>
        </p:txBody>
      </p:sp>
      <p:grpSp>
        <p:nvGrpSpPr>
          <p:cNvPr id="3" name="Group 2">
            <a:extLst>
              <a:ext uri="{FF2B5EF4-FFF2-40B4-BE49-F238E27FC236}">
                <a16:creationId xmlns:a16="http://schemas.microsoft.com/office/drawing/2014/main" id="{C647F7D0-078E-234C-9C41-5E83AEB9DA72}"/>
              </a:ext>
            </a:extLst>
          </p:cNvPr>
          <p:cNvGrpSpPr/>
          <p:nvPr/>
        </p:nvGrpSpPr>
        <p:grpSpPr>
          <a:xfrm>
            <a:off x="911108" y="4362812"/>
            <a:ext cx="10396807" cy="1694390"/>
            <a:chOff x="911108" y="4362812"/>
            <a:chExt cx="10396807" cy="1694390"/>
          </a:xfrm>
        </p:grpSpPr>
        <p:grpSp>
          <p:nvGrpSpPr>
            <p:cNvPr id="25" name="Group 24">
              <a:extLst>
                <a:ext uri="{FF2B5EF4-FFF2-40B4-BE49-F238E27FC236}">
                  <a16:creationId xmlns:a16="http://schemas.microsoft.com/office/drawing/2014/main" id="{19B29B3A-BEA4-A647-8D42-A6922DBB0F69}"/>
                </a:ext>
              </a:extLst>
            </p:cNvPr>
            <p:cNvGrpSpPr/>
            <p:nvPr/>
          </p:nvGrpSpPr>
          <p:grpSpPr>
            <a:xfrm>
              <a:off x="1416048" y="4365005"/>
              <a:ext cx="4252493" cy="760310"/>
              <a:chOff x="1581198" y="2821025"/>
              <a:chExt cx="4252493" cy="760310"/>
            </a:xfrm>
          </p:grpSpPr>
          <p:sp>
            <p:nvSpPr>
              <p:cNvPr id="33" name="Text Placeholder 4">
                <a:extLst>
                  <a:ext uri="{FF2B5EF4-FFF2-40B4-BE49-F238E27FC236}">
                    <a16:creationId xmlns:a16="http://schemas.microsoft.com/office/drawing/2014/main" id="{4FCB4E23-3F2B-4643-8338-3AE02A1CAA50}"/>
                  </a:ext>
                </a:extLst>
              </p:cNvPr>
              <p:cNvSpPr txBox="1">
                <a:spLocks/>
              </p:cNvSpPr>
              <p:nvPr/>
            </p:nvSpPr>
            <p:spPr>
              <a:xfrm>
                <a:off x="1581198" y="3193301"/>
                <a:ext cx="2282698" cy="388034"/>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latin typeface="Amazon Ember Light" panose="020B0403020204020204" pitchFamily="34" charset="0"/>
                    <a:ea typeface="Amazon Ember Light" panose="020B0403020204020204" pitchFamily="34" charset="0"/>
                    <a:cs typeface="Amazon Ember Light" panose="020B0403020204020204" pitchFamily="34" charset="0"/>
                  </a:rPr>
                  <a:t>Answers</a:t>
                </a:r>
              </a:p>
            </p:txBody>
          </p:sp>
          <p:sp>
            <p:nvSpPr>
              <p:cNvPr id="34" name="Text Placeholder 4">
                <a:extLst>
                  <a:ext uri="{FF2B5EF4-FFF2-40B4-BE49-F238E27FC236}">
                    <a16:creationId xmlns:a16="http://schemas.microsoft.com/office/drawing/2014/main" id="{316E0EBF-EE5D-A44D-8CE1-C67827DC8803}"/>
                  </a:ext>
                </a:extLst>
              </p:cNvPr>
              <p:cNvSpPr txBox="1">
                <a:spLocks/>
              </p:cNvSpPr>
              <p:nvPr/>
            </p:nvSpPr>
            <p:spPr>
              <a:xfrm>
                <a:off x="1581202" y="2821025"/>
                <a:ext cx="1991566" cy="309320"/>
              </a:xfrm>
              <a:prstGeom prst="rect">
                <a:avLst/>
              </a:prstGeom>
            </p:spPr>
            <p:txBody>
              <a:bodyPr vert="horz"/>
              <a:lstStyle>
                <a:lvl1pPr marL="249500" indent="-249500" algn="l" defTabSz="997999" rtl="0" eaLnBrk="1" latinLnBrk="0" hangingPunct="1">
                  <a:lnSpc>
                    <a:spcPct val="100000"/>
                  </a:lnSpc>
                  <a:spcBef>
                    <a:spcPts val="800"/>
                  </a:spcBef>
                  <a:buFont typeface="Arial" panose="020B0604020202020204" pitchFamily="34" charset="0"/>
                  <a:buChar char="•"/>
                  <a:defRPr sz="3000" kern="1200">
                    <a:solidFill>
                      <a:schemeClr val="tx1"/>
                    </a:solidFill>
                    <a:latin typeface="+mn-lt"/>
                    <a:ea typeface="+mn-ea"/>
                    <a:cs typeface="+mn-cs"/>
                  </a:defRPr>
                </a:lvl1pPr>
                <a:lvl2pPr marL="685457" indent="-228486" algn="l" defTabSz="997999" rtl="0" eaLnBrk="1" latinLnBrk="0" hangingPunct="1">
                  <a:lnSpc>
                    <a:spcPct val="100000"/>
                  </a:lnSpc>
                  <a:spcBef>
                    <a:spcPts val="800"/>
                  </a:spcBef>
                  <a:buFont typeface="Wingdings" charset="2"/>
                  <a:buChar char="§"/>
                  <a:defRPr sz="2600" kern="1200">
                    <a:solidFill>
                      <a:schemeClr val="tx1"/>
                    </a:solidFill>
                    <a:latin typeface="+mn-lt"/>
                    <a:ea typeface="+mn-ea"/>
                    <a:cs typeface="+mn-cs"/>
                  </a:defRPr>
                </a:lvl2pPr>
                <a:lvl3pPr marL="1142428" indent="-228486" algn="l" defTabSz="997999" rtl="0" eaLnBrk="1" latinLnBrk="0" hangingPunct="1">
                  <a:lnSpc>
                    <a:spcPct val="100000"/>
                  </a:lnSpc>
                  <a:spcBef>
                    <a:spcPts val="800"/>
                  </a:spcBef>
                  <a:buFont typeface="Lucida Grande"/>
                  <a:buChar char="-"/>
                  <a:defRPr sz="2200" kern="1200">
                    <a:solidFill>
                      <a:schemeClr val="tx1"/>
                    </a:solidFill>
                    <a:latin typeface="+mn-lt"/>
                    <a:ea typeface="+mn-ea"/>
                    <a:cs typeface="+mn-cs"/>
                  </a:defRPr>
                </a:lvl3pPr>
                <a:lvl4pPr marL="1599399"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4pPr>
                <a:lvl5pPr marL="2056370" indent="-228486" algn="l" defTabSz="997999" rtl="0" eaLnBrk="1" latinLnBrk="0" hangingPunct="1">
                  <a:lnSpc>
                    <a:spcPct val="90000"/>
                  </a:lnSpc>
                  <a:spcBef>
                    <a:spcPts val="545"/>
                  </a:spcBef>
                  <a:buFont typeface="Lucida Grande"/>
                  <a:buChar char="-"/>
                  <a:defRPr sz="1900" kern="1200">
                    <a:solidFill>
                      <a:schemeClr val="tx1"/>
                    </a:solidFill>
                    <a:latin typeface="+mn-lt"/>
                    <a:ea typeface="+mn-ea"/>
                    <a:cs typeface="+mn-cs"/>
                  </a:defRPr>
                </a:lvl5pPr>
                <a:lvl6pPr marL="2744500"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6pPr>
                <a:lvl7pPr marL="3243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7pPr>
                <a:lvl8pPr marL="3742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8pPr>
                <a:lvl9pPr marL="4241499" indent="-249500" algn="l" defTabSz="997999" rtl="0" eaLnBrk="1" latinLnBrk="0" hangingPunct="1">
                  <a:lnSpc>
                    <a:spcPct val="90000"/>
                  </a:lnSpc>
                  <a:spcBef>
                    <a:spcPts val="545"/>
                  </a:spcBef>
                  <a:buFont typeface="Arial" panose="020B0604020202020204" pitchFamily="34" charset="0"/>
                  <a:buChar char="•"/>
                  <a:defRPr sz="1900" kern="1200">
                    <a:solidFill>
                      <a:schemeClr val="tx1"/>
                    </a:solidFill>
                    <a:latin typeface="+mn-lt"/>
                    <a:ea typeface="+mn-ea"/>
                    <a:cs typeface="+mn-cs"/>
                  </a:defRPr>
                </a:lvl9pPr>
              </a:lstStyle>
              <a:p>
                <a:pPr marL="0" indent="0">
                  <a:buNone/>
                </a:pPr>
                <a:r>
                  <a:rPr lang="en-US" sz="1999" dirty="0">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rPr>
                  <a:t>Data</a:t>
                </a:r>
              </a:p>
            </p:txBody>
          </p:sp>
          <p:sp>
            <p:nvSpPr>
              <p:cNvPr id="35" name="Chevron 34">
                <a:extLst>
                  <a:ext uri="{FF2B5EF4-FFF2-40B4-BE49-F238E27FC236}">
                    <a16:creationId xmlns:a16="http://schemas.microsoft.com/office/drawing/2014/main" id="{5395B63E-8496-0D43-847F-988253821E59}"/>
                  </a:ext>
                </a:extLst>
              </p:cNvPr>
              <p:cNvSpPr/>
              <p:nvPr/>
            </p:nvSpPr>
            <p:spPr>
              <a:xfrm>
                <a:off x="2749569" y="2920817"/>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6" name="Chevron 35">
                <a:extLst>
                  <a:ext uri="{FF2B5EF4-FFF2-40B4-BE49-F238E27FC236}">
                    <a16:creationId xmlns:a16="http://schemas.microsoft.com/office/drawing/2014/main" id="{7A55A6DA-BB04-7B42-8DD2-D79BEE815BE0}"/>
                  </a:ext>
                </a:extLst>
              </p:cNvPr>
              <p:cNvSpPr/>
              <p:nvPr/>
            </p:nvSpPr>
            <p:spPr>
              <a:xfrm>
                <a:off x="2749568" y="3276988"/>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7" name="Chevron 36">
                <a:extLst>
                  <a:ext uri="{FF2B5EF4-FFF2-40B4-BE49-F238E27FC236}">
                    <a16:creationId xmlns:a16="http://schemas.microsoft.com/office/drawing/2014/main" id="{49F0BBD0-CB9F-2B44-8973-1186D10F345C}"/>
                  </a:ext>
                </a:extLst>
              </p:cNvPr>
              <p:cNvSpPr/>
              <p:nvPr/>
            </p:nvSpPr>
            <p:spPr>
              <a:xfrm>
                <a:off x="5450632" y="3103755"/>
                <a:ext cx="383059" cy="244243"/>
              </a:xfrm>
              <a:prstGeom prst="chevron">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grpSp>
        <p:sp>
          <p:nvSpPr>
            <p:cNvPr id="26" name="Rounded Rectangle 25">
              <a:extLst>
                <a:ext uri="{FF2B5EF4-FFF2-40B4-BE49-F238E27FC236}">
                  <a16:creationId xmlns:a16="http://schemas.microsoft.com/office/drawing/2014/main" id="{391712DA-2F2E-9340-9635-02BED9C3A572}"/>
                </a:ext>
              </a:extLst>
            </p:cNvPr>
            <p:cNvSpPr/>
            <p:nvPr/>
          </p:nvSpPr>
          <p:spPr>
            <a:xfrm>
              <a:off x="911108" y="4362812"/>
              <a:ext cx="10396807" cy="1694390"/>
            </a:xfrm>
            <a:prstGeom prst="round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7" name="Rounded Rectangle 26">
              <a:extLst>
                <a:ext uri="{FF2B5EF4-FFF2-40B4-BE49-F238E27FC236}">
                  <a16:creationId xmlns:a16="http://schemas.microsoft.com/office/drawing/2014/main" id="{D2EC17BD-51B1-6245-86BE-40BF2A825CFB}"/>
                </a:ext>
              </a:extLst>
            </p:cNvPr>
            <p:cNvSpPr/>
            <p:nvPr/>
          </p:nvSpPr>
          <p:spPr>
            <a:xfrm>
              <a:off x="5728020" y="4452733"/>
              <a:ext cx="3397236" cy="634251"/>
            </a:xfrm>
            <a:prstGeom prst="roundRect">
              <a:avLst/>
            </a:prstGeom>
            <a:solidFill>
              <a:schemeClr val="accent3"/>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Trained ML Models (Rules)</a:t>
              </a:r>
            </a:p>
          </p:txBody>
        </p:sp>
        <p:sp>
          <p:nvSpPr>
            <p:cNvPr id="28" name="Rounded Rectangle 27">
              <a:extLst>
                <a:ext uri="{FF2B5EF4-FFF2-40B4-BE49-F238E27FC236}">
                  <a16:creationId xmlns:a16="http://schemas.microsoft.com/office/drawing/2014/main" id="{B1061A0B-3EE6-F541-9DFA-D11BCB089B5A}"/>
                </a:ext>
              </a:extLst>
            </p:cNvPr>
            <p:cNvSpPr/>
            <p:nvPr/>
          </p:nvSpPr>
          <p:spPr>
            <a:xfrm>
              <a:off x="3093767" y="4464328"/>
              <a:ext cx="2107242" cy="634251"/>
            </a:xfrm>
            <a:prstGeom prst="roundRect">
              <a:avLst/>
            </a:prstGeom>
            <a:solidFill>
              <a:schemeClr val="tx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ML Algorithms</a:t>
              </a:r>
            </a:p>
          </p:txBody>
        </p:sp>
        <p:sp>
          <p:nvSpPr>
            <p:cNvPr id="29" name="Chevron 28">
              <a:extLst>
                <a:ext uri="{FF2B5EF4-FFF2-40B4-BE49-F238E27FC236}">
                  <a16:creationId xmlns:a16="http://schemas.microsoft.com/office/drawing/2014/main" id="{57924E37-0A84-6B4A-8C6D-59A82646E26D}"/>
                </a:ext>
              </a:extLst>
            </p:cNvPr>
            <p:cNvSpPr/>
            <p:nvPr/>
          </p:nvSpPr>
          <p:spPr>
            <a:xfrm>
              <a:off x="9251544" y="4638366"/>
              <a:ext cx="383059" cy="24424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0" name="Chevron 29">
              <a:extLst>
                <a:ext uri="{FF2B5EF4-FFF2-40B4-BE49-F238E27FC236}">
                  <a16:creationId xmlns:a16="http://schemas.microsoft.com/office/drawing/2014/main" id="{3A87EA5E-E2F4-9943-829A-544F6BA5A177}"/>
                </a:ext>
              </a:extLst>
            </p:cNvPr>
            <p:cNvSpPr/>
            <p:nvPr/>
          </p:nvSpPr>
          <p:spPr>
            <a:xfrm rot="16200000">
              <a:off x="7288719" y="5194724"/>
              <a:ext cx="383059" cy="244243"/>
            </a:xfrm>
            <a:prstGeom prst="chevr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0117"/>
              <a:endParaRPr lang="en-US">
                <a:solidFill>
                  <a:srgbClr val="303942"/>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31" name="Rounded Rectangle 30">
              <a:extLst>
                <a:ext uri="{FF2B5EF4-FFF2-40B4-BE49-F238E27FC236}">
                  <a16:creationId xmlns:a16="http://schemas.microsoft.com/office/drawing/2014/main" id="{25027324-4EEA-254B-BA00-507F20D3764B}"/>
                </a:ext>
              </a:extLst>
            </p:cNvPr>
            <p:cNvSpPr/>
            <p:nvPr/>
          </p:nvSpPr>
          <p:spPr>
            <a:xfrm>
              <a:off x="6401184" y="5554314"/>
              <a:ext cx="2158131" cy="413103"/>
            </a:xfrm>
            <a:prstGeom prst="roundRect">
              <a:avLst/>
            </a:prstGeom>
            <a:no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New Similar Data</a:t>
              </a:r>
            </a:p>
          </p:txBody>
        </p:sp>
        <p:sp>
          <p:nvSpPr>
            <p:cNvPr id="32" name="Rounded Rectangle 31">
              <a:extLst>
                <a:ext uri="{FF2B5EF4-FFF2-40B4-BE49-F238E27FC236}">
                  <a16:creationId xmlns:a16="http://schemas.microsoft.com/office/drawing/2014/main" id="{C6AEB845-96F6-6A49-A59C-640F1F8E9E75}"/>
                </a:ext>
              </a:extLst>
            </p:cNvPr>
            <p:cNvSpPr/>
            <p:nvPr/>
          </p:nvSpPr>
          <p:spPr>
            <a:xfrm>
              <a:off x="9704781" y="4563304"/>
              <a:ext cx="1259543" cy="413103"/>
            </a:xfrm>
            <a:prstGeom prst="roundRect">
              <a:avLst/>
            </a:prstGeom>
            <a:noFill/>
            <a:ln>
              <a:solidFill>
                <a:schemeClr val="accent3"/>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340117"/>
              <a:r>
                <a:rPr lang="en-US" sz="1999" b="1"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Answers</a:t>
              </a:r>
            </a:p>
          </p:txBody>
        </p:sp>
      </p:grpSp>
    </p:spTree>
    <p:extLst>
      <p:ext uri="{BB962C8B-B14F-4D97-AF65-F5344CB8AC3E}">
        <p14:creationId xmlns:p14="http://schemas.microsoft.com/office/powerpoint/2010/main" val="38185655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AA184-713B-5247-A31E-6B3D2AB8DCDF}"/>
              </a:ext>
            </a:extLst>
          </p:cNvPr>
          <p:cNvSpPr>
            <a:spLocks noGrp="1"/>
          </p:cNvSpPr>
          <p:nvPr>
            <p:ph type="title"/>
          </p:nvPr>
        </p:nvSpPr>
        <p:spPr>
          <a:xfrm>
            <a:off x="664633" y="484094"/>
            <a:ext cx="10075084" cy="1116106"/>
          </a:xfrm>
        </p:spPr>
        <p:txBody>
          <a:bodyPr anchor="t">
            <a:normAutofit/>
          </a:bodyPr>
          <a:lstStyle/>
          <a:p>
            <a:r>
              <a:rPr lang="en-US" b="1"/>
              <a:t>Machine Learning Lifecycle old view</a:t>
            </a:r>
          </a:p>
        </p:txBody>
      </p:sp>
      <p:sp>
        <p:nvSpPr>
          <p:cNvPr id="38" name="Slide Number Placeholder 3">
            <a:extLst>
              <a:ext uri="{FF2B5EF4-FFF2-40B4-BE49-F238E27FC236}">
                <a16:creationId xmlns:a16="http://schemas.microsoft.com/office/drawing/2014/main" id="{4A19CA16-5996-7F09-ADCC-C5C932C7084D}"/>
              </a:ext>
            </a:extLst>
          </p:cNvPr>
          <p:cNvSpPr>
            <a:spLocks noGrp="1"/>
          </p:cNvSpPr>
          <p:nvPr>
            <p:ph type="sldNum" sz="quarter" idx="12"/>
          </p:nvPr>
        </p:nvSpPr>
        <p:spPr>
          <a:xfrm>
            <a:off x="11166412" y="6426788"/>
            <a:ext cx="738717" cy="365125"/>
          </a:xfrm>
        </p:spPr>
        <p:txBody>
          <a:bodyPr/>
          <a:lstStyle/>
          <a:p>
            <a:pPr>
              <a:spcAft>
                <a:spcPts val="600"/>
              </a:spcAft>
            </a:pPr>
            <a:fld id="{02456A73-CB17-B748-BD2A-A20F5DD59EC7}" type="slidenum">
              <a:rPr lang="en-US" smtClean="0"/>
              <a:pPr>
                <a:spcAft>
                  <a:spcPts val="600"/>
                </a:spcAft>
              </a:pPr>
              <a:t>18</a:t>
            </a:fld>
            <a:endParaRPr lang="en-US"/>
          </a:p>
        </p:txBody>
      </p:sp>
      <p:grpSp>
        <p:nvGrpSpPr>
          <p:cNvPr id="33" name="Group 32">
            <a:extLst>
              <a:ext uri="{FF2B5EF4-FFF2-40B4-BE49-F238E27FC236}">
                <a16:creationId xmlns:a16="http://schemas.microsoft.com/office/drawing/2014/main" id="{18CCE65E-BE0C-8746-A10C-4FDD6BBAC84E}"/>
              </a:ext>
            </a:extLst>
          </p:cNvPr>
          <p:cNvGrpSpPr/>
          <p:nvPr/>
        </p:nvGrpSpPr>
        <p:grpSpPr>
          <a:xfrm>
            <a:off x="1214305" y="1981201"/>
            <a:ext cx="8975737" cy="4144960"/>
            <a:chOff x="1008584" y="1154434"/>
            <a:chExt cx="10566825" cy="4879721"/>
          </a:xfrm>
        </p:grpSpPr>
        <p:cxnSp>
          <p:nvCxnSpPr>
            <p:cNvPr id="4" name="Connector: Elbow 71">
              <a:extLst>
                <a:ext uri="{FF2B5EF4-FFF2-40B4-BE49-F238E27FC236}">
                  <a16:creationId xmlns:a16="http://schemas.microsoft.com/office/drawing/2014/main" id="{9461CDA0-E294-D346-83BB-4CA469C01E64}"/>
                </a:ext>
              </a:extLst>
            </p:cNvPr>
            <p:cNvCxnSpPr>
              <a:cxnSpLocks/>
            </p:cNvCxnSpPr>
            <p:nvPr/>
          </p:nvCxnSpPr>
          <p:spPr>
            <a:xfrm rot="10800000">
              <a:off x="4683051" y="5279785"/>
              <a:ext cx="6675069" cy="566545"/>
            </a:xfrm>
            <a:prstGeom prst="bentConnector3">
              <a:avLst>
                <a:gd name="adj1" fmla="val 100011"/>
              </a:avLst>
            </a:prstGeom>
            <a:ln w="25400">
              <a:solidFill>
                <a:srgbClr val="A6A6A6"/>
              </a:solidFill>
              <a:prstDash val="sysDash"/>
              <a:tailEnd type="triangle"/>
            </a:ln>
          </p:spPr>
          <p:style>
            <a:lnRef idx="1">
              <a:schemeClr val="dk1"/>
            </a:lnRef>
            <a:fillRef idx="0">
              <a:schemeClr val="dk1"/>
            </a:fillRef>
            <a:effectRef idx="0">
              <a:schemeClr val="dk1"/>
            </a:effectRef>
            <a:fontRef idx="minor">
              <a:schemeClr val="tx1"/>
            </a:fontRef>
          </p:style>
        </p:cxnSp>
        <p:sp>
          <p:nvSpPr>
            <p:cNvPr id="5" name="Rectangle: Rounded Corners 45">
              <a:extLst>
                <a:ext uri="{FF2B5EF4-FFF2-40B4-BE49-F238E27FC236}">
                  <a16:creationId xmlns:a16="http://schemas.microsoft.com/office/drawing/2014/main" id="{DC438A1A-78D4-4A4A-AE6A-ACFA6C860E98}"/>
                </a:ext>
              </a:extLst>
            </p:cNvPr>
            <p:cNvSpPr/>
            <p:nvPr/>
          </p:nvSpPr>
          <p:spPr>
            <a:xfrm>
              <a:off x="9323108" y="2174404"/>
              <a:ext cx="2093679" cy="499565"/>
            </a:xfrm>
            <a:prstGeom prst="roundRect">
              <a:avLst>
                <a:gd name="adj" fmla="val 6421"/>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522732">
                <a:lnSpc>
                  <a:spcPct val="90000"/>
                </a:lnSpc>
                <a:spcBef>
                  <a:spcPct val="0"/>
                </a:spcBef>
                <a:spcAft>
                  <a:spcPct val="35000"/>
                </a:spcAft>
              </a:pPr>
              <a:r>
                <a:rPr lang="en-US" sz="2016" b="1" kern="1200">
                  <a:solidFill>
                    <a:srgbClr val="FFFFFF"/>
                  </a:solidFill>
                  <a:latin typeface="Amazon Ember Light" panose="020B0403020204020204" pitchFamily="34" charset="0"/>
                  <a:ea typeface="+mn-ea"/>
                  <a:cs typeface="+mn-cs"/>
                </a:rPr>
                <a:t>Deployment</a:t>
              </a:r>
              <a:endParaRPr lang="en-US" sz="2400" b="1">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6" name="Connector: Elbow 68">
              <a:extLst>
                <a:ext uri="{FF2B5EF4-FFF2-40B4-BE49-F238E27FC236}">
                  <a16:creationId xmlns:a16="http://schemas.microsoft.com/office/drawing/2014/main" id="{9734DEB4-B0E2-F34B-B0FD-7836C9AC98F0}"/>
                </a:ext>
              </a:extLst>
            </p:cNvPr>
            <p:cNvCxnSpPr>
              <a:cxnSpLocks/>
              <a:stCxn id="5" idx="1"/>
              <a:endCxn id="10" idx="0"/>
            </p:cNvCxnSpPr>
            <p:nvPr/>
          </p:nvCxnSpPr>
          <p:spPr>
            <a:xfrm rot="10800000" flipV="1">
              <a:off x="4647404" y="2424186"/>
              <a:ext cx="4675704" cy="463305"/>
            </a:xfrm>
            <a:prstGeom prst="bentConnector2">
              <a:avLst/>
            </a:prstGeom>
            <a:ln w="25400">
              <a:solidFill>
                <a:srgbClr val="A6A6A6"/>
              </a:solidFill>
              <a:prstDash val="sysDash"/>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DDBA9DA8-4ECC-F24B-AEDF-49B13EDA47F1}"/>
                </a:ext>
              </a:extLst>
            </p:cNvPr>
            <p:cNvSpPr txBox="1"/>
            <p:nvPr/>
          </p:nvSpPr>
          <p:spPr>
            <a:xfrm>
              <a:off x="6009791" y="2204459"/>
              <a:ext cx="2093679" cy="415621"/>
            </a:xfrm>
            <a:prstGeom prst="round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algn="ctr" defTabSz="622300">
                <a:lnSpc>
                  <a:spcPct val="90000"/>
                </a:lnSpc>
                <a:spcBef>
                  <a:spcPct val="0"/>
                </a:spcBef>
                <a:spcAft>
                  <a:spcPct val="35000"/>
                </a:spcAft>
                <a:defRPr sz="14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defRPr>
              </a:lvl1pPr>
            </a:lstStyle>
            <a:p>
              <a:pPr defTabSz="522732"/>
              <a:r>
                <a:rPr lang="en-US" sz="1344" b="1" kern="12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New Data/Re-training</a:t>
              </a:r>
              <a:endParaRPr lang="en-US" sz="1600" b="1"/>
            </a:p>
          </p:txBody>
        </p:sp>
        <p:cxnSp>
          <p:nvCxnSpPr>
            <p:cNvPr id="8" name="Straight Arrow Connector 7">
              <a:extLst>
                <a:ext uri="{FF2B5EF4-FFF2-40B4-BE49-F238E27FC236}">
                  <a16:creationId xmlns:a16="http://schemas.microsoft.com/office/drawing/2014/main" id="{838F6F9E-F0F6-CE40-B3DE-97B1AB409DFC}"/>
                </a:ext>
              </a:extLst>
            </p:cNvPr>
            <p:cNvCxnSpPr>
              <a:cxnSpLocks/>
            </p:cNvCxnSpPr>
            <p:nvPr/>
          </p:nvCxnSpPr>
          <p:spPr>
            <a:xfrm flipV="1">
              <a:off x="10809508" y="2651208"/>
              <a:ext cx="4715" cy="1038465"/>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106320B6-52F0-C14E-927F-DEE594FC29C9}"/>
                </a:ext>
              </a:extLst>
            </p:cNvPr>
            <p:cNvSpPr txBox="1"/>
            <p:nvPr/>
          </p:nvSpPr>
          <p:spPr>
            <a:xfrm>
              <a:off x="10541651" y="3005183"/>
              <a:ext cx="535709" cy="375657"/>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algn="ctr" defTabSz="622300">
                <a:lnSpc>
                  <a:spcPct val="90000"/>
                </a:lnSpc>
                <a:spcBef>
                  <a:spcPct val="0"/>
                </a:spcBef>
                <a:spcAft>
                  <a:spcPct val="35000"/>
                </a:spcAft>
                <a:defRPr sz="14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522732"/>
              <a:r>
                <a:rPr lang="en-US" sz="1344" kern="12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Y</a:t>
              </a:r>
              <a:r>
                <a:rPr lang="en-US" sz="1344" kern="1200" err="1">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es</a:t>
              </a:r>
              <a:endParaRPr lang="en-IN" sz="1600" err="1"/>
            </a:p>
          </p:txBody>
        </p:sp>
        <p:sp>
          <p:nvSpPr>
            <p:cNvPr id="10" name="Rectangle: Rounded Corners 46">
              <a:extLst>
                <a:ext uri="{FF2B5EF4-FFF2-40B4-BE49-F238E27FC236}">
                  <a16:creationId xmlns:a16="http://schemas.microsoft.com/office/drawing/2014/main" id="{35E05E8C-4635-EE43-9121-23F1A5D99714}"/>
                </a:ext>
              </a:extLst>
            </p:cNvPr>
            <p:cNvSpPr/>
            <p:nvPr/>
          </p:nvSpPr>
          <p:spPr>
            <a:xfrm>
              <a:off x="3444890" y="2887492"/>
              <a:ext cx="2405028" cy="2392284"/>
            </a:xfrm>
            <a:prstGeom prst="roundRect">
              <a:avLst>
                <a:gd name="adj" fmla="val 8559"/>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522732">
                <a:lnSpc>
                  <a:spcPct val="90000"/>
                </a:lnSpc>
                <a:spcBef>
                  <a:spcPct val="0"/>
                </a:spcBef>
                <a:spcAft>
                  <a:spcPct val="35000"/>
                </a:spcAft>
              </a:pPr>
              <a:r>
                <a:rPr lang="en-US" sz="2016" b="1" kern="1200">
                  <a:solidFill>
                    <a:schemeClr val="bg1"/>
                  </a:solidFill>
                  <a:latin typeface="Amazon Ember Light" panose="020B0403020204020204" pitchFamily="34" charset="0"/>
                  <a:ea typeface="+mn-ea"/>
                  <a:cs typeface="+mn-cs"/>
                </a:rPr>
                <a:t>Data Processing</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rgbClr val="FFFFFF"/>
                  </a:solidFill>
                  <a:latin typeface="Amazon Ember Light" panose="020B0403020204020204" pitchFamily="34" charset="0"/>
                  <a:ea typeface="+mn-ea"/>
                  <a:cs typeface="+mn-cs"/>
                </a:rPr>
                <a:t>Data Collection</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rgbClr val="FFFFFF"/>
                  </a:solidFill>
                  <a:latin typeface="Amazon Ember Light" panose="020B0403020204020204" pitchFamily="34" charset="0"/>
                  <a:ea typeface="+mn-ea"/>
                  <a:cs typeface="+mn-cs"/>
                </a:rPr>
                <a:t>Data Preprocessing </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rgbClr val="FFFFFF"/>
                  </a:solidFill>
                  <a:latin typeface="Amazon Ember Light" panose="020B0403020204020204" pitchFamily="34" charset="0"/>
                  <a:ea typeface="+mn-ea"/>
                  <a:cs typeface="+mn-cs"/>
                </a:rPr>
                <a:t>Data Visualization </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chemeClr val="lt1"/>
                  </a:solidFill>
                  <a:latin typeface="Amazon Ember Light" panose="020B0403020204020204" pitchFamily="34" charset="0"/>
                  <a:ea typeface="+mn-ea"/>
                  <a:cs typeface="+mn-cs"/>
                </a:rPr>
                <a:t>Data Augmentation</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chemeClr val="lt1"/>
                  </a:solidFill>
                  <a:latin typeface="Amazon Ember Light" panose="020B0403020204020204" pitchFamily="34" charset="0"/>
                  <a:ea typeface="+mn-ea"/>
                  <a:cs typeface="+mn-cs"/>
                </a:rPr>
                <a:t>Feature Engineering</a:t>
              </a:r>
            </a:p>
            <a:p>
              <a:pPr marL="240030" indent="-240030" defTabSz="522732">
                <a:lnSpc>
                  <a:spcPct val="90000"/>
                </a:lnSpc>
                <a:spcBef>
                  <a:spcPct val="0"/>
                </a:spcBef>
                <a:spcAft>
                  <a:spcPct val="35000"/>
                </a:spcAft>
                <a:buFont typeface="Arial" panose="020B0604020202020204" pitchFamily="34" charset="0"/>
                <a:buChar char="•"/>
              </a:pPr>
              <a:r>
                <a:rPr lang="en-US" sz="1344" b="1" kern="1200">
                  <a:solidFill>
                    <a:srgbClr val="FFFFFF"/>
                  </a:solidFill>
                  <a:latin typeface="Amazon Ember Light" panose="020B0403020204020204" pitchFamily="34" charset="0"/>
                  <a:ea typeface="+mn-ea"/>
                  <a:cs typeface="+mn-cs"/>
                </a:rPr>
                <a:t>Etc.</a:t>
              </a:r>
              <a:endParaRPr lang="en-US" sz="1600" b="1">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1" name="Rectangle: Rounded Corners 3">
              <a:extLst>
                <a:ext uri="{FF2B5EF4-FFF2-40B4-BE49-F238E27FC236}">
                  <a16:creationId xmlns:a16="http://schemas.microsoft.com/office/drawing/2014/main" id="{AE0ABAA1-3958-1942-A004-A201E4FC4F8A}"/>
                </a:ext>
              </a:extLst>
            </p:cNvPr>
            <p:cNvSpPr/>
            <p:nvPr/>
          </p:nvSpPr>
          <p:spPr>
            <a:xfrm>
              <a:off x="1008584" y="2575094"/>
              <a:ext cx="2093679" cy="768091"/>
            </a:xfrm>
            <a:prstGeom prst="roundRect">
              <a:avLst>
                <a:gd name="adj" fmla="val 8559"/>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22732">
                <a:lnSpc>
                  <a:spcPct val="90000"/>
                </a:lnSpc>
                <a:spcBef>
                  <a:spcPct val="0"/>
                </a:spcBef>
                <a:spcAft>
                  <a:spcPct val="35000"/>
                </a:spcAft>
                <a:defRPr/>
              </a:pPr>
              <a:r>
                <a:rPr lang="en-US" sz="2016" b="1" kern="1200">
                  <a:solidFill>
                    <a:srgbClr val="FFFFFF"/>
                  </a:solidFill>
                  <a:latin typeface="Amazon Ember Light" panose="020B0403020204020204" pitchFamily="34" charset="0"/>
                  <a:ea typeface="+mn-ea"/>
                  <a:cs typeface="+mn-cs"/>
                </a:rPr>
                <a:t>Business Problem</a:t>
              </a:r>
              <a:endParaRPr kumimoji="0" lang="en-US" sz="2400" b="1" u="none" strike="noStrike" kern="1200" cap="none" spc="0" normalizeH="0" baseline="0" noProof="0">
                <a:ln>
                  <a:noFill/>
                </a:ln>
                <a:solidFill>
                  <a:srgbClr val="FFFFFF"/>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2" name="Rectangle: Rounded Corners 20">
              <a:extLst>
                <a:ext uri="{FF2B5EF4-FFF2-40B4-BE49-F238E27FC236}">
                  <a16:creationId xmlns:a16="http://schemas.microsoft.com/office/drawing/2014/main" id="{6AE2F8A4-33B5-834D-BB4C-F1A2967607F5}"/>
                </a:ext>
              </a:extLst>
            </p:cNvPr>
            <p:cNvSpPr/>
            <p:nvPr/>
          </p:nvSpPr>
          <p:spPr>
            <a:xfrm>
              <a:off x="1008584" y="3894077"/>
              <a:ext cx="2093679" cy="768092"/>
            </a:xfrm>
            <a:prstGeom prst="roundRect">
              <a:avLst>
                <a:gd name="adj" fmla="val 8559"/>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22732">
                <a:lnSpc>
                  <a:spcPct val="90000"/>
                </a:lnSpc>
                <a:spcBef>
                  <a:spcPct val="0"/>
                </a:spcBef>
                <a:spcAft>
                  <a:spcPct val="35000"/>
                </a:spcAft>
                <a:defRPr/>
              </a:pPr>
              <a:r>
                <a:rPr lang="en-US" sz="2016" b="1" kern="1200">
                  <a:solidFill>
                    <a:schemeClr val="bg1"/>
                  </a:solidFill>
                  <a:latin typeface="Amazon Ember Light" panose="020B0403020204020204" pitchFamily="34" charset="0"/>
                  <a:ea typeface="+mn-ea"/>
                  <a:cs typeface="+mn-cs"/>
                </a:rPr>
                <a:t>ML Problem</a:t>
              </a:r>
              <a:r>
                <a:rPr lang="en-US" sz="2016" b="1" kern="1200">
                  <a:solidFill>
                    <a:srgbClr val="FFFFFF"/>
                  </a:solidFill>
                  <a:latin typeface="Amazon Ember Light" panose="020B0403020204020204" pitchFamily="34" charset="0"/>
                  <a:ea typeface="+mn-ea"/>
                  <a:cs typeface="+mn-cs"/>
                </a:rPr>
                <a:t> Formulation</a:t>
              </a:r>
              <a:endParaRPr lang="en-US" sz="2400" b="1">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13" name="Straight Arrow Connector 12">
              <a:extLst>
                <a:ext uri="{FF2B5EF4-FFF2-40B4-BE49-F238E27FC236}">
                  <a16:creationId xmlns:a16="http://schemas.microsoft.com/office/drawing/2014/main" id="{C76CA4C1-BBA7-8544-9ABC-40290DFB1520}"/>
                </a:ext>
              </a:extLst>
            </p:cNvPr>
            <p:cNvCxnSpPr>
              <a:cxnSpLocks/>
            </p:cNvCxnSpPr>
            <p:nvPr/>
          </p:nvCxnSpPr>
          <p:spPr>
            <a:xfrm>
              <a:off x="3092215" y="4451577"/>
              <a:ext cx="374456" cy="0"/>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sp>
          <p:nvSpPr>
            <p:cNvPr id="15" name="Rectangle: Rounded Corners 44">
              <a:extLst>
                <a:ext uri="{FF2B5EF4-FFF2-40B4-BE49-F238E27FC236}">
                  <a16:creationId xmlns:a16="http://schemas.microsoft.com/office/drawing/2014/main" id="{B2FC80D7-B394-124B-A914-ACC22287589A}"/>
                </a:ext>
              </a:extLst>
            </p:cNvPr>
            <p:cNvSpPr/>
            <p:nvPr/>
          </p:nvSpPr>
          <p:spPr>
            <a:xfrm>
              <a:off x="7962592" y="3572661"/>
              <a:ext cx="1735882" cy="1628216"/>
            </a:xfrm>
            <a:prstGeom prst="roundRect">
              <a:avLst>
                <a:gd name="adj" fmla="val 855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522732">
                <a:lnSpc>
                  <a:spcPct val="90000"/>
                </a:lnSpc>
                <a:spcBef>
                  <a:spcPct val="0"/>
                </a:spcBef>
                <a:spcAft>
                  <a:spcPct val="35000"/>
                </a:spcAft>
                <a:defRPr/>
              </a:pPr>
              <a:r>
                <a:rPr lang="en-US" sz="2016" b="1" kern="1200">
                  <a:solidFill>
                    <a:schemeClr val="tx1"/>
                  </a:solidFill>
                  <a:latin typeface="Amazon Ember Light" panose="020B0403020204020204" pitchFamily="34" charset="0"/>
                  <a:ea typeface="+mn-ea"/>
                  <a:cs typeface="+mn-cs"/>
                </a:rPr>
                <a:t>Model</a:t>
              </a:r>
              <a:r>
                <a:rPr lang="en-US" sz="1344" b="1" kern="1200">
                  <a:solidFill>
                    <a:schemeClr val="tx1"/>
                  </a:solidFill>
                  <a:latin typeface="Amazon Ember Light" panose="020B0403020204020204" pitchFamily="34" charset="0"/>
                  <a:ea typeface="+mn-ea"/>
                  <a:cs typeface="+mn-cs"/>
                </a:rPr>
                <a:t> </a:t>
              </a:r>
            </a:p>
            <a:p>
              <a:pPr marL="240030" indent="-240030" defTabSz="522732">
                <a:lnSpc>
                  <a:spcPct val="90000"/>
                </a:lnSpc>
                <a:spcBef>
                  <a:spcPct val="0"/>
                </a:spcBef>
                <a:spcAft>
                  <a:spcPct val="35000"/>
                </a:spcAft>
                <a:buFont typeface="Arial" panose="020B0604020202020204" pitchFamily="34" charset="0"/>
                <a:buChar char="•"/>
                <a:defRPr/>
              </a:pPr>
              <a:r>
                <a:rPr lang="en-US" sz="1344" b="1" kern="1200">
                  <a:solidFill>
                    <a:schemeClr val="tx1"/>
                  </a:solidFill>
                  <a:latin typeface="Amazon Ember Light" panose="020B0403020204020204" pitchFamily="34" charset="0"/>
                  <a:ea typeface="+mn-ea"/>
                  <a:cs typeface="+mn-cs"/>
                </a:rPr>
                <a:t>Training</a:t>
              </a:r>
            </a:p>
            <a:p>
              <a:pPr marL="240030" indent="-240030" defTabSz="522732">
                <a:lnSpc>
                  <a:spcPct val="90000"/>
                </a:lnSpc>
                <a:spcBef>
                  <a:spcPct val="0"/>
                </a:spcBef>
                <a:spcAft>
                  <a:spcPct val="35000"/>
                </a:spcAft>
                <a:buFont typeface="Arial" panose="020B0604020202020204" pitchFamily="34" charset="0"/>
                <a:buChar char="•"/>
                <a:defRPr/>
              </a:pPr>
              <a:r>
                <a:rPr lang="en-US" sz="1344" b="1" kern="1200">
                  <a:solidFill>
                    <a:schemeClr val="tx1"/>
                  </a:solidFill>
                  <a:latin typeface="Amazon Ember Light" panose="020B0403020204020204" pitchFamily="34" charset="0"/>
                  <a:ea typeface="+mn-ea"/>
                  <a:cs typeface="+mn-cs"/>
                </a:rPr>
                <a:t>Tuning</a:t>
              </a:r>
            </a:p>
            <a:p>
              <a:pPr marL="240030" indent="-240030" defTabSz="522732">
                <a:lnSpc>
                  <a:spcPct val="90000"/>
                </a:lnSpc>
                <a:spcBef>
                  <a:spcPct val="0"/>
                </a:spcBef>
                <a:spcAft>
                  <a:spcPct val="35000"/>
                </a:spcAft>
                <a:buFont typeface="Arial" panose="020B0604020202020204" pitchFamily="34" charset="0"/>
                <a:buChar char="•"/>
                <a:defRPr/>
              </a:pPr>
              <a:r>
                <a:rPr lang="en-US" sz="1344" b="1" kern="1200">
                  <a:solidFill>
                    <a:schemeClr val="tx1"/>
                  </a:solidFill>
                  <a:latin typeface="Amazon Ember Light" panose="020B0403020204020204" pitchFamily="34" charset="0"/>
                  <a:ea typeface="+mn-ea"/>
                  <a:cs typeface="+mn-cs"/>
                </a:rPr>
                <a:t>Evaluation</a:t>
              </a:r>
              <a:endParaRPr lang="en-US" sz="1600" b="1">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16" name="TextBox 15">
              <a:extLst>
                <a:ext uri="{FF2B5EF4-FFF2-40B4-BE49-F238E27FC236}">
                  <a16:creationId xmlns:a16="http://schemas.microsoft.com/office/drawing/2014/main" id="{9CFEE788-FCC0-2441-A7A4-8F1CE2CE1FF1}"/>
                </a:ext>
              </a:extLst>
            </p:cNvPr>
            <p:cNvSpPr txBox="1"/>
            <p:nvPr/>
          </p:nvSpPr>
          <p:spPr>
            <a:xfrm>
              <a:off x="10546368" y="5658498"/>
              <a:ext cx="535709" cy="375657"/>
            </a:xfrm>
            <a:prstGeom prst="rect">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defPPr>
                <a:defRPr lang="en-US"/>
              </a:defPPr>
              <a:lvl1pPr algn="ctr" defTabSz="622300">
                <a:lnSpc>
                  <a:spcPct val="90000"/>
                </a:lnSpc>
                <a:spcBef>
                  <a:spcPct val="0"/>
                </a:spcBef>
                <a:spcAft>
                  <a:spcPct val="35000"/>
                </a:spcAft>
                <a:defRPr sz="14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defTabSz="522732"/>
              <a:r>
                <a:rPr lang="en-US" sz="1344" b="1" kern="12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rPr>
                <a:t>No</a:t>
              </a:r>
              <a:endParaRPr lang="en-IN" sz="1600" b="1" err="1"/>
            </a:p>
          </p:txBody>
        </p:sp>
        <p:cxnSp>
          <p:nvCxnSpPr>
            <p:cNvPr id="17" name="Straight Connector 16">
              <a:extLst>
                <a:ext uri="{FF2B5EF4-FFF2-40B4-BE49-F238E27FC236}">
                  <a16:creationId xmlns:a16="http://schemas.microsoft.com/office/drawing/2014/main" id="{C0249D8E-7802-B942-8938-09D87225AC4B}"/>
                </a:ext>
              </a:extLst>
            </p:cNvPr>
            <p:cNvCxnSpPr/>
            <p:nvPr/>
          </p:nvCxnSpPr>
          <p:spPr>
            <a:xfrm>
              <a:off x="10809508" y="5228473"/>
              <a:ext cx="4715" cy="430025"/>
            </a:xfrm>
            <a:prstGeom prst="line">
              <a:avLst/>
            </a:prstGeom>
            <a:ln w="25400">
              <a:solidFill>
                <a:srgbClr val="A6A6A6"/>
              </a:solidFill>
              <a:prstDash val="sysDash"/>
              <a:tailEnd type="triangle"/>
            </a:ln>
          </p:spPr>
          <p:style>
            <a:lnRef idx="1">
              <a:schemeClr val="dk1"/>
            </a:lnRef>
            <a:fillRef idx="0">
              <a:schemeClr val="dk1"/>
            </a:fillRef>
            <a:effectRef idx="0">
              <a:schemeClr val="dk1"/>
            </a:effectRef>
            <a:fontRef idx="minor">
              <a:schemeClr val="tx1"/>
            </a:fontRef>
          </p:style>
        </p:cxnSp>
        <p:sp>
          <p:nvSpPr>
            <p:cNvPr id="18" name="Freeform 20">
              <a:extLst>
                <a:ext uri="{FF2B5EF4-FFF2-40B4-BE49-F238E27FC236}">
                  <a16:creationId xmlns:a16="http://schemas.microsoft.com/office/drawing/2014/main" id="{C3244643-39F6-8E46-8377-057D6DCED740}"/>
                </a:ext>
              </a:extLst>
            </p:cNvPr>
            <p:cNvSpPr/>
            <p:nvPr/>
          </p:nvSpPr>
          <p:spPr>
            <a:xfrm>
              <a:off x="10043606" y="3674682"/>
              <a:ext cx="1531803" cy="1553791"/>
            </a:xfrm>
            <a:custGeom>
              <a:avLst/>
              <a:gdLst>
                <a:gd name="connsiteX0" fmla="*/ 0 w 10000"/>
                <a:gd name="connsiteY0" fmla="*/ 5000 h 10000"/>
                <a:gd name="connsiteX1" fmla="*/ 5000 w 10000"/>
                <a:gd name="connsiteY1" fmla="*/ 0 h 10000"/>
                <a:gd name="connsiteX2" fmla="*/ 10000 w 10000"/>
                <a:gd name="connsiteY2" fmla="*/ 5000 h 10000"/>
                <a:gd name="connsiteX3" fmla="*/ 5000 w 10000"/>
                <a:gd name="connsiteY3" fmla="*/ 10000 h 10000"/>
                <a:gd name="connsiteX4" fmla="*/ 0 w 10000"/>
                <a:gd name="connsiteY4" fmla="*/ 500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5000"/>
                  </a:moveTo>
                  <a:lnTo>
                    <a:pt x="5000" y="0"/>
                  </a:lnTo>
                  <a:lnTo>
                    <a:pt x="10000" y="5000"/>
                  </a:lnTo>
                  <a:lnTo>
                    <a:pt x="5000" y="10000"/>
                  </a:lnTo>
                  <a:lnTo>
                    <a:pt x="0" y="5000"/>
                  </a:lnTo>
                  <a:close/>
                </a:path>
              </a:pathLst>
            </a:cu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522732">
                <a:lnSpc>
                  <a:spcPct val="90000"/>
                </a:lnSpc>
                <a:spcBef>
                  <a:spcPct val="0"/>
                </a:spcBef>
                <a:spcAft>
                  <a:spcPts val="600"/>
                </a:spcAft>
              </a:pPr>
              <a:r>
                <a:rPr lang="en-US" sz="1344" kern="1200">
                  <a:solidFill>
                    <a:srgbClr val="FFFFFF"/>
                  </a:solidFill>
                  <a:latin typeface="Amazon Ember Light" panose="020B0403020204020204" pitchFamily="34" charset="0"/>
                  <a:ea typeface="+mn-ea"/>
                  <a:cs typeface="+mn-cs"/>
                </a:rPr>
                <a:t>Meets</a:t>
              </a:r>
            </a:p>
            <a:p>
              <a:pPr algn="ctr" defTabSz="522732">
                <a:lnSpc>
                  <a:spcPct val="90000"/>
                </a:lnSpc>
                <a:spcBef>
                  <a:spcPct val="0"/>
                </a:spcBef>
                <a:spcAft>
                  <a:spcPts val="600"/>
                </a:spcAft>
              </a:pPr>
              <a:r>
                <a:rPr lang="en-US" sz="1344" kern="1200">
                  <a:solidFill>
                    <a:srgbClr val="FFFFFF"/>
                  </a:solidFill>
                  <a:latin typeface="Amazon Ember Light" panose="020B0403020204020204" pitchFamily="34" charset="0"/>
                  <a:ea typeface="+mn-ea"/>
                  <a:cs typeface="+mn-cs"/>
                </a:rPr>
                <a:t>Business</a:t>
              </a:r>
            </a:p>
            <a:p>
              <a:pPr algn="ctr" defTabSz="522732">
                <a:lnSpc>
                  <a:spcPct val="90000"/>
                </a:lnSpc>
                <a:spcBef>
                  <a:spcPct val="0"/>
                </a:spcBef>
                <a:spcAft>
                  <a:spcPts val="600"/>
                </a:spcAft>
              </a:pPr>
              <a:r>
                <a:rPr lang="en-US" sz="1344" kern="1200">
                  <a:solidFill>
                    <a:srgbClr val="FFFFFF"/>
                  </a:solidFill>
                  <a:latin typeface="Amazon Ember Light" panose="020B0403020204020204" pitchFamily="34" charset="0"/>
                  <a:ea typeface="+mn-ea"/>
                  <a:cs typeface="+mn-cs"/>
                </a:rPr>
                <a:t>Goal?</a:t>
              </a:r>
              <a:endParaRPr lang="en-US" sz="1600">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19" name="Straight Connector 18">
              <a:extLst>
                <a:ext uri="{FF2B5EF4-FFF2-40B4-BE49-F238E27FC236}">
                  <a16:creationId xmlns:a16="http://schemas.microsoft.com/office/drawing/2014/main" id="{13B49803-4293-0E4A-85B1-F8F0168C30EA}"/>
                </a:ext>
              </a:extLst>
            </p:cNvPr>
            <p:cNvCxnSpPr>
              <a:cxnSpLocks/>
            </p:cNvCxnSpPr>
            <p:nvPr/>
          </p:nvCxnSpPr>
          <p:spPr>
            <a:xfrm>
              <a:off x="2007146" y="3351983"/>
              <a:ext cx="0" cy="542093"/>
            </a:xfrm>
            <a:prstGeom prst="line">
              <a:avLst/>
            </a:prstGeom>
            <a:ln w="25400">
              <a:solidFill>
                <a:srgbClr val="A6A6A6"/>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2E22F3DD-A08D-5B44-83B1-284677534CFE}"/>
                </a:ext>
              </a:extLst>
            </p:cNvPr>
            <p:cNvCxnSpPr>
              <a:cxnSpLocks/>
            </p:cNvCxnSpPr>
            <p:nvPr/>
          </p:nvCxnSpPr>
          <p:spPr>
            <a:xfrm flipV="1">
              <a:off x="10809505" y="1796434"/>
              <a:ext cx="0" cy="377971"/>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sp>
          <p:nvSpPr>
            <p:cNvPr id="22" name="Rectangle: Rounded Corners 44">
              <a:extLst>
                <a:ext uri="{FF2B5EF4-FFF2-40B4-BE49-F238E27FC236}">
                  <a16:creationId xmlns:a16="http://schemas.microsoft.com/office/drawing/2014/main" id="{58E396CB-D95F-3C41-BEC8-DA059A20FF11}"/>
                </a:ext>
              </a:extLst>
            </p:cNvPr>
            <p:cNvSpPr/>
            <p:nvPr/>
          </p:nvSpPr>
          <p:spPr>
            <a:xfrm>
              <a:off x="10098508" y="1154434"/>
              <a:ext cx="1144382" cy="599362"/>
            </a:xfrm>
            <a:prstGeom prst="roundRect">
              <a:avLst>
                <a:gd name="adj" fmla="val 8559"/>
              </a:avLst>
            </a:prstGeom>
            <a:solidFill>
              <a:schemeClr val="tx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defTabSz="522732">
                <a:lnSpc>
                  <a:spcPct val="90000"/>
                </a:lnSpc>
                <a:spcBef>
                  <a:spcPct val="0"/>
                </a:spcBef>
                <a:spcAft>
                  <a:spcPct val="35000"/>
                </a:spcAft>
                <a:defRPr/>
              </a:pPr>
              <a:r>
                <a:rPr lang="en-US" sz="2016" b="1" kern="1200">
                  <a:solidFill>
                    <a:schemeClr val="bg1"/>
                  </a:solidFill>
                  <a:latin typeface="Amazon Ember Light" panose="020B0403020204020204" pitchFamily="34" charset="0"/>
                  <a:ea typeface="+mn-ea"/>
                  <a:cs typeface="+mn-cs"/>
                </a:rPr>
                <a:t>Answer</a:t>
              </a:r>
              <a:endParaRPr kumimoji="0" lang="en-US" sz="1600" b="1" u="none" strike="noStrike" kern="1200" cap="none" spc="0" normalizeH="0" baseline="0" noProof="0">
                <a:ln>
                  <a:noFill/>
                </a:ln>
                <a:solidFill>
                  <a:schemeClr val="bg1"/>
                </a:solidFill>
                <a:effectLst/>
                <a:uLnTx/>
                <a:uFillTx/>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4" name="TextBox 23">
              <a:extLst>
                <a:ext uri="{FF2B5EF4-FFF2-40B4-BE49-F238E27FC236}">
                  <a16:creationId xmlns:a16="http://schemas.microsoft.com/office/drawing/2014/main" id="{B821F332-AFB9-A34C-9BF0-9F821CCFCB1B}"/>
                </a:ext>
              </a:extLst>
            </p:cNvPr>
            <p:cNvSpPr txBox="1"/>
            <p:nvPr/>
          </p:nvSpPr>
          <p:spPr>
            <a:xfrm>
              <a:off x="11077360" y="5611493"/>
              <a:ext cx="498049" cy="369332"/>
            </a:xfrm>
            <a:prstGeom prst="rect">
              <a:avLst/>
            </a:prstGeom>
            <a:solidFill>
              <a:schemeClr val="bg1"/>
            </a:solidFill>
          </p:spPr>
          <p:txBody>
            <a:bodyPr wrap="square" rtlCol="0">
              <a:spAutoFit/>
            </a:bodyPr>
            <a:lstStyle/>
            <a:p>
              <a:endParaRPr lang="en-US">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23" name="Rounded Rectangle 22">
              <a:extLst>
                <a:ext uri="{FF2B5EF4-FFF2-40B4-BE49-F238E27FC236}">
                  <a16:creationId xmlns:a16="http://schemas.microsoft.com/office/drawing/2014/main" id="{A0D218E2-1B77-D44C-95A7-BB6D3BAFF950}"/>
                </a:ext>
              </a:extLst>
            </p:cNvPr>
            <p:cNvSpPr/>
            <p:nvPr/>
          </p:nvSpPr>
          <p:spPr>
            <a:xfrm>
              <a:off x="6206478" y="4134451"/>
              <a:ext cx="1386877" cy="634251"/>
            </a:xfrm>
            <a:prstGeom prst="roundRect">
              <a:avLst/>
            </a:prstGeom>
            <a:solidFill>
              <a:schemeClr val="tx1">
                <a:lumMod val="60000"/>
                <a:lumOff val="40000"/>
              </a:schemeClr>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defTabSz="285698">
                <a:spcAft>
                  <a:spcPts val="600"/>
                </a:spcAft>
              </a:pPr>
              <a:r>
                <a:rPr lang="en-US" sz="1679" b="1" kern="1200">
                  <a:solidFill>
                    <a:srgbClr val="FFFFFF"/>
                  </a:solidFill>
                  <a:latin typeface="Amazon Ember Light" panose="020B0403020204020204" pitchFamily="34" charset="0"/>
                  <a:ea typeface="+mn-ea"/>
                  <a:cs typeface="+mn-cs"/>
                </a:rPr>
                <a:t>Algorithm</a:t>
              </a:r>
              <a:endParaRPr lang="en-US" sz="1999" b="1">
                <a:solidFill>
                  <a:srgbClr val="FFFFFF"/>
                </a:solidFill>
                <a:latin typeface="Amazon Ember Light" panose="020B0403020204020204" pitchFamily="34" charset="0"/>
                <a:ea typeface="Amazon Ember Light" panose="020B0403020204020204" pitchFamily="34" charset="0"/>
                <a:cs typeface="Amazon Ember Light" panose="020B0403020204020204" pitchFamily="34" charset="0"/>
              </a:endParaRPr>
            </a:p>
          </p:txBody>
        </p:sp>
        <p:cxnSp>
          <p:nvCxnSpPr>
            <p:cNvPr id="30" name="Straight Arrow Connector 29">
              <a:extLst>
                <a:ext uri="{FF2B5EF4-FFF2-40B4-BE49-F238E27FC236}">
                  <a16:creationId xmlns:a16="http://schemas.microsoft.com/office/drawing/2014/main" id="{DE6596F0-6292-B547-84AA-58EAFC78AD91}"/>
                </a:ext>
              </a:extLst>
            </p:cNvPr>
            <p:cNvCxnSpPr>
              <a:cxnSpLocks/>
            </p:cNvCxnSpPr>
            <p:nvPr/>
          </p:nvCxnSpPr>
          <p:spPr>
            <a:xfrm>
              <a:off x="7588136" y="4451732"/>
              <a:ext cx="374456" cy="0"/>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F1C53192-BC72-0844-AE29-8C2DCA27EB9B}"/>
                </a:ext>
              </a:extLst>
            </p:cNvPr>
            <p:cNvCxnSpPr>
              <a:cxnSpLocks/>
            </p:cNvCxnSpPr>
            <p:nvPr/>
          </p:nvCxnSpPr>
          <p:spPr>
            <a:xfrm>
              <a:off x="9689246" y="4451577"/>
              <a:ext cx="374456" cy="0"/>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92D7F023-F6F6-4F4B-A9E2-0196AD54D766}"/>
                </a:ext>
              </a:extLst>
            </p:cNvPr>
            <p:cNvCxnSpPr>
              <a:cxnSpLocks/>
            </p:cNvCxnSpPr>
            <p:nvPr/>
          </p:nvCxnSpPr>
          <p:spPr>
            <a:xfrm>
              <a:off x="5852118" y="4451576"/>
              <a:ext cx="374456" cy="0"/>
            </a:xfrm>
            <a:prstGeom prst="straightConnector1">
              <a:avLst/>
            </a:prstGeom>
            <a:ln w="25400">
              <a:solidFill>
                <a:srgbClr val="A6A6A6"/>
              </a:solidFill>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573874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E6B7F-EF9E-3885-8FA6-76D265AAE0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9B82A3F-694F-355A-5D65-15E61781488B}"/>
              </a:ext>
            </a:extLst>
          </p:cNvPr>
          <p:cNvSpPr>
            <a:spLocks noGrp="1"/>
          </p:cNvSpPr>
          <p:nvPr>
            <p:ph type="title"/>
          </p:nvPr>
        </p:nvSpPr>
        <p:spPr/>
        <p:txBody>
          <a:bodyPr/>
          <a:lstStyle/>
          <a:p>
            <a:r>
              <a:rPr lang="en-US" dirty="0"/>
              <a:t>Machine Learning - Lifecycle</a:t>
            </a:r>
          </a:p>
        </p:txBody>
      </p:sp>
      <p:sp>
        <p:nvSpPr>
          <p:cNvPr id="6" name="Text Placeholder 5">
            <a:extLst>
              <a:ext uri="{FF2B5EF4-FFF2-40B4-BE49-F238E27FC236}">
                <a16:creationId xmlns:a16="http://schemas.microsoft.com/office/drawing/2014/main" id="{ED208DFB-6057-A604-D017-84894C5540DF}"/>
              </a:ext>
            </a:extLst>
          </p:cNvPr>
          <p:cNvSpPr>
            <a:spLocks noGrp="1"/>
          </p:cNvSpPr>
          <p:nvPr>
            <p:ph type="body" sz="quarter" idx="12"/>
          </p:nvPr>
        </p:nvSpPr>
        <p:spPr/>
        <p:txBody>
          <a:bodyPr/>
          <a:lstStyle/>
          <a:p>
            <a:r>
              <a:rPr lang="en-US" sz="2800" dirty="0"/>
              <a:t>Problem Definition, Model training, Integration to &amp; Monitoring </a:t>
            </a:r>
          </a:p>
        </p:txBody>
      </p:sp>
      <p:graphicFrame>
        <p:nvGraphicFramePr>
          <p:cNvPr id="7" name="Content Placeholder 6">
            <a:extLst>
              <a:ext uri="{FF2B5EF4-FFF2-40B4-BE49-F238E27FC236}">
                <a16:creationId xmlns:a16="http://schemas.microsoft.com/office/drawing/2014/main" id="{6289BC68-6B3F-3071-01D4-F55BBDA4BE36}"/>
              </a:ext>
            </a:extLst>
          </p:cNvPr>
          <p:cNvGraphicFramePr>
            <a:graphicFrameLocks noGrp="1"/>
          </p:cNvGraphicFramePr>
          <p:nvPr>
            <p:ph sz="quarter" idx="11"/>
          </p:nvPr>
        </p:nvGraphicFramePr>
        <p:xfrm>
          <a:off x="836086" y="1549222"/>
          <a:ext cx="10519833" cy="4857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28999894"/>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8AFB8-3D8B-F34D-8EC1-E5C531A09E06}"/>
              </a:ext>
            </a:extLst>
          </p:cNvPr>
          <p:cNvSpPr>
            <a:spLocks noGrp="1"/>
          </p:cNvSpPr>
          <p:nvPr>
            <p:ph type="title"/>
          </p:nvPr>
        </p:nvSpPr>
        <p:spPr/>
        <p:txBody>
          <a:bodyPr/>
          <a:lstStyle/>
          <a:p>
            <a:r>
              <a:rPr lang="en-US" b="1" dirty="0">
                <a:latin typeface="Amazon Ember Light" panose="020B0403020204020204" pitchFamily="34" charset="0"/>
                <a:ea typeface="Amazon Ember Light" panose="020B0403020204020204" pitchFamily="34" charset="0"/>
                <a:cs typeface="Amazon Ember Light" panose="020B0403020204020204" pitchFamily="34" charset="0"/>
              </a:rPr>
              <a:t>Some Important ML Terms</a:t>
            </a:r>
          </a:p>
        </p:txBody>
      </p:sp>
      <p:graphicFrame>
        <p:nvGraphicFramePr>
          <p:cNvPr id="5" name="Content Placeholder 1">
            <a:extLst>
              <a:ext uri="{FF2B5EF4-FFF2-40B4-BE49-F238E27FC236}">
                <a16:creationId xmlns:a16="http://schemas.microsoft.com/office/drawing/2014/main" id="{55A22AA8-2AAA-054D-BE25-9F2C2DAB1BFD}"/>
              </a:ext>
            </a:extLst>
          </p:cNvPr>
          <p:cNvGraphicFramePr>
            <a:graphicFrameLocks/>
          </p:cNvGraphicFramePr>
          <p:nvPr>
            <p:extLst>
              <p:ext uri="{D42A27DB-BD31-4B8C-83A1-F6EECF244321}">
                <p14:modId xmlns:p14="http://schemas.microsoft.com/office/powerpoint/2010/main" val="4266394624"/>
              </p:ext>
            </p:extLst>
          </p:nvPr>
        </p:nvGraphicFramePr>
        <p:xfrm>
          <a:off x="805481" y="1867178"/>
          <a:ext cx="10581038" cy="4391276"/>
        </p:xfrm>
        <a:graphic>
          <a:graphicData uri="http://schemas.openxmlformats.org/drawingml/2006/table">
            <a:tbl>
              <a:tblPr firstRow="1" bandRow="1">
                <a:tableStyleId>{5C22544A-7EE6-4342-B048-85BDC9FD1C3A}</a:tableStyleId>
              </a:tblPr>
              <a:tblGrid>
                <a:gridCol w="2499922">
                  <a:extLst>
                    <a:ext uri="{9D8B030D-6E8A-4147-A177-3AD203B41FA5}">
                      <a16:colId xmlns:a16="http://schemas.microsoft.com/office/drawing/2014/main" val="4130866576"/>
                    </a:ext>
                  </a:extLst>
                </a:gridCol>
                <a:gridCol w="4375354">
                  <a:extLst>
                    <a:ext uri="{9D8B030D-6E8A-4147-A177-3AD203B41FA5}">
                      <a16:colId xmlns:a16="http://schemas.microsoft.com/office/drawing/2014/main" val="2682145629"/>
                    </a:ext>
                  </a:extLst>
                </a:gridCol>
                <a:gridCol w="3705762">
                  <a:extLst>
                    <a:ext uri="{9D8B030D-6E8A-4147-A177-3AD203B41FA5}">
                      <a16:colId xmlns:a16="http://schemas.microsoft.com/office/drawing/2014/main" val="2873927588"/>
                    </a:ext>
                  </a:extLst>
                </a:gridCol>
              </a:tblGrid>
              <a:tr h="633047">
                <a:tc>
                  <a:txBody>
                    <a:bodyPr/>
                    <a:lstStyle/>
                    <a:p>
                      <a:pPr algn="ctr"/>
                      <a:r>
                        <a:rPr lang="en-US" sz="1800" b="0" dirty="0"/>
                        <a:t>ML</a:t>
                      </a:r>
                      <a:endParaRPr lang="en-US" sz="1800" b="0" i="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tc>
                  <a:txBody>
                    <a:bodyPr/>
                    <a:lstStyle/>
                    <a:p>
                      <a:pPr algn="ctr"/>
                      <a:r>
                        <a:rPr lang="en-US" sz="1800" b="0" dirty="0"/>
                        <a:t>Statistics/Math/other</a:t>
                      </a:r>
                      <a:endParaRPr lang="en-US" sz="1800" b="0" i="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tc>
                  <a:txBody>
                    <a:bodyPr/>
                    <a:lstStyle/>
                    <a:p>
                      <a:pPr algn="ctr"/>
                      <a:r>
                        <a:rPr lang="en-US" sz="1800" b="0" dirty="0"/>
                        <a:t>Simply Put</a:t>
                      </a:r>
                      <a:endParaRPr lang="en-US" sz="1800" b="0" i="0" dirty="0">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extLst>
                  <a:ext uri="{0D108BD9-81ED-4DB2-BD59-A6C34878D82A}">
                    <a16:rowId xmlns:a16="http://schemas.microsoft.com/office/drawing/2014/main" val="3192264851"/>
                  </a:ext>
                </a:extLst>
              </a:tr>
              <a:tr h="40734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Label</a:t>
                      </a:r>
                      <a:r>
                        <a:rPr lang="en-US" sz="1800" b="0" baseline="0" dirty="0"/>
                        <a:t>/</a:t>
                      </a:r>
                      <a:r>
                        <a:rPr lang="en-US" sz="1800" b="0" dirty="0"/>
                        <a:t>Target/y</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Dependent/Response/Output Variable</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dirty="0"/>
                        <a:t>The thing you’re trying to predict</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anchor="ctr"/>
                </a:tc>
                <a:extLst>
                  <a:ext uri="{0D108BD9-81ED-4DB2-BD59-A6C34878D82A}">
                    <a16:rowId xmlns:a16="http://schemas.microsoft.com/office/drawing/2014/main" val="962903319"/>
                  </a:ext>
                </a:extLst>
              </a:tr>
              <a:tr h="616035">
                <a:tc>
                  <a:txBody>
                    <a:bodyPr/>
                    <a:lstStyle/>
                    <a:p>
                      <a:pPr algn="ctr"/>
                      <a:r>
                        <a:rPr lang="en-US" sz="1800" b="0" dirty="0"/>
                        <a:t>Feature/x</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algn="ctr"/>
                      <a:r>
                        <a:rPr lang="en-US" sz="1800" b="0" dirty="0"/>
                        <a:t>Independent/Explanatory/Input Variable</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algn="ctr"/>
                      <a:r>
                        <a:rPr lang="en-US" sz="1800" b="0" dirty="0"/>
                        <a:t>Data</a:t>
                      </a:r>
                      <a:r>
                        <a:rPr lang="en-US" sz="1800" b="0" baseline="0" dirty="0"/>
                        <a:t> that help you make predictions</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extLst>
                  <a:ext uri="{0D108BD9-81ED-4DB2-BD59-A6C34878D82A}">
                    <a16:rowId xmlns:a16="http://schemas.microsoft.com/office/drawing/2014/main" val="4085868569"/>
                  </a:ext>
                </a:extLst>
              </a:tr>
              <a:tr h="407342">
                <a:tc>
                  <a:txBody>
                    <a:bodyPr/>
                    <a:lstStyle/>
                    <a:p>
                      <a:pPr algn="ctr"/>
                      <a:r>
                        <a:rPr lang="en-US" sz="1800" b="0" dirty="0"/>
                        <a:t>Feature Engineering</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algn="ctr"/>
                      <a:r>
                        <a:rPr lang="en-US" sz="1800" b="0" dirty="0"/>
                        <a:t>Transformation</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algn="ctr"/>
                      <a:r>
                        <a:rPr lang="en-US" sz="1800" b="0" dirty="0"/>
                        <a:t>Reshaping</a:t>
                      </a:r>
                      <a:r>
                        <a:rPr lang="en-US" sz="1800" b="0" baseline="0" dirty="0"/>
                        <a:t> </a:t>
                      </a:r>
                      <a:r>
                        <a:rPr lang="en-US" sz="1800" b="0" dirty="0"/>
                        <a:t>data</a:t>
                      </a:r>
                      <a:r>
                        <a:rPr lang="en-US" sz="1800" b="0" baseline="0" dirty="0"/>
                        <a:t> to get more value</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extLst>
                  <a:ext uri="{0D108BD9-81ED-4DB2-BD59-A6C34878D82A}">
                    <a16:rowId xmlns:a16="http://schemas.microsoft.com/office/drawing/2014/main" val="546817573"/>
                  </a:ext>
                </a:extLst>
              </a:tr>
              <a:tr h="407342">
                <a:tc>
                  <a:txBody>
                    <a:bodyPr/>
                    <a:lstStyle/>
                    <a:p>
                      <a:pPr algn="ctr"/>
                      <a:r>
                        <a:rPr lang="en-US" sz="1800" b="0" dirty="0"/>
                        <a:t>1d, 2d,… </a:t>
                      </a:r>
                      <a:r>
                        <a:rPr lang="en-US" sz="1800" b="0" dirty="0" err="1"/>
                        <a:t>nd</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baseline="0" dirty="0"/>
                        <a:t>Dimensionality</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t>Number of features</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extLst>
                  <a:ext uri="{0D108BD9-81ED-4DB2-BD59-A6C34878D82A}">
                    <a16:rowId xmlns:a16="http://schemas.microsoft.com/office/drawing/2014/main" val="119017346"/>
                  </a:ext>
                </a:extLst>
              </a:tr>
              <a:tr h="616035">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t>Model Parameters</a:t>
                      </a:r>
                      <a:endPar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t>Weights</a:t>
                      </a:r>
                      <a:endParaRPr lang="en-US" sz="1800" b="0" i="0" dirty="0">
                        <a:solidFill>
                          <a:schemeClr val="tx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t>A set of numbers embedded in a model that can predict the labels</a:t>
                      </a:r>
                      <a:endPar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extLst>
                  <a:ext uri="{0D108BD9-81ED-4DB2-BD59-A6C34878D82A}">
                    <a16:rowId xmlns:a16="http://schemas.microsoft.com/office/drawing/2014/main" val="3005579562"/>
                  </a:ext>
                </a:extLst>
              </a:tr>
              <a:tr h="616035">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Model Training</a:t>
                      </a:r>
                      <a:endPar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solidFill>
                            <a:schemeClr val="accent2"/>
                          </a:solidFill>
                        </a:rPr>
                        <a:t>Optimization / Fitting</a:t>
                      </a:r>
                      <a:endParaRPr lang="en-US" sz="1800" b="0" i="0"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dirty="0">
                          <a:solidFill>
                            <a:schemeClr val="tx1"/>
                          </a:solidFill>
                        </a:rPr>
                        <a:t>Finding the ‘best’ set of model weights</a:t>
                      </a:r>
                      <a:endPar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extLst>
                  <a:ext uri="{0D108BD9-81ED-4DB2-BD59-A6C34878D82A}">
                    <a16:rowId xmlns:a16="http://schemas.microsoft.com/office/drawing/2014/main" val="4189336723"/>
                  </a:ext>
                </a:extLst>
              </a:tr>
              <a:tr h="616035">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Hyper Parameter Optimization</a:t>
                      </a: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i="0" dirty="0" err="1">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rPr>
                        <a:t>Optimizatoin</a:t>
                      </a:r>
                      <a:endParaRPr lang="en-US" sz="1800" b="0" i="0" dirty="0">
                        <a:solidFill>
                          <a:schemeClr val="accent2"/>
                        </a:solidFill>
                        <a:latin typeface="Amazon Ember Light" panose="020B0403020204020204" pitchFamily="34" charset="0"/>
                        <a:ea typeface="Amazon Ember Light" panose="020B0403020204020204" pitchFamily="34" charset="0"/>
                        <a:cs typeface="Amazon Ember Light" panose="020B0403020204020204" pitchFamily="34" charset="0"/>
                      </a:endParaRPr>
                    </a:p>
                  </a:txBody>
                  <a:tcPr marL="91416" marR="91416" marT="45708" marB="45708" anchor="ctr"/>
                </a:tc>
                <a:tc>
                  <a:txBody>
                    <a:bodyPr/>
                    <a:lstStyle/>
                    <a:p>
                      <a:pPr marL="0" marR="0" lvl="0" indent="0" algn="ctr" defTabSz="997999" rtl="0" eaLnBrk="1" fontAlgn="auto" latinLnBrk="0" hangingPunct="1">
                        <a:lnSpc>
                          <a:spcPct val="100000"/>
                        </a:lnSpc>
                        <a:spcBef>
                          <a:spcPts val="0"/>
                        </a:spcBef>
                        <a:spcAft>
                          <a:spcPts val="0"/>
                        </a:spcAft>
                        <a:buClrTx/>
                        <a:buSzTx/>
                        <a:buFontTx/>
                        <a:buNone/>
                        <a:tabLst/>
                        <a:defRPr/>
                      </a:pPr>
                      <a:r>
                        <a:rPr lang="en-US" sz="1800" b="0" i="0" dirty="0">
                          <a:solidFill>
                            <a:schemeClr val="tx1"/>
                          </a:solidFill>
                          <a:latin typeface="Amazon Ember Light" panose="020B0403020204020204" pitchFamily="34" charset="0"/>
                          <a:ea typeface="Amazon Ember Light" panose="020B0403020204020204" pitchFamily="34" charset="0"/>
                          <a:cs typeface="Amazon Ember Light" panose="020B0403020204020204" pitchFamily="34" charset="0"/>
                        </a:rPr>
                        <a:t>Finding the best set of model parameters </a:t>
                      </a:r>
                    </a:p>
                  </a:txBody>
                  <a:tcPr marL="91416" marR="91416" marT="45708" marB="45708" anchor="ctr"/>
                </a:tc>
                <a:extLst>
                  <a:ext uri="{0D108BD9-81ED-4DB2-BD59-A6C34878D82A}">
                    <a16:rowId xmlns:a16="http://schemas.microsoft.com/office/drawing/2014/main" val="999836335"/>
                  </a:ext>
                </a:extLst>
              </a:tr>
            </a:tbl>
          </a:graphicData>
        </a:graphic>
      </p:graphicFrame>
    </p:spTree>
    <p:extLst>
      <p:ext uri="{BB962C8B-B14F-4D97-AF65-F5344CB8AC3E}">
        <p14:creationId xmlns:p14="http://schemas.microsoft.com/office/powerpoint/2010/main" val="31404667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D719141-A154-E045-8AAC-1C0E31F122D6}"/>
              </a:ext>
            </a:extLst>
          </p:cNvPr>
          <p:cNvSpPr>
            <a:spLocks noGrp="1"/>
          </p:cNvSpPr>
          <p:nvPr>
            <p:ph type="title"/>
          </p:nvPr>
        </p:nvSpPr>
        <p:spPr/>
        <p:txBody>
          <a:bodyPr/>
          <a:lstStyle/>
          <a:p>
            <a:r>
              <a:rPr lang="en-US" dirty="0"/>
              <a:t>Some Machine Learning Problems</a:t>
            </a:r>
          </a:p>
        </p:txBody>
      </p:sp>
      <p:sp>
        <p:nvSpPr>
          <p:cNvPr id="8" name="Content Placeholder 7">
            <a:extLst>
              <a:ext uri="{FF2B5EF4-FFF2-40B4-BE49-F238E27FC236}">
                <a16:creationId xmlns:a16="http://schemas.microsoft.com/office/drawing/2014/main" id="{AAFAAD31-D27E-D843-A6C1-829485ED39CB}"/>
              </a:ext>
            </a:extLst>
          </p:cNvPr>
          <p:cNvSpPr>
            <a:spLocks noGrp="1"/>
          </p:cNvSpPr>
          <p:nvPr>
            <p:ph sz="half" idx="2"/>
          </p:nvPr>
        </p:nvSpPr>
        <p:spPr/>
        <p:txBody>
          <a:bodyPr/>
          <a:lstStyle/>
          <a:p>
            <a:r>
              <a:rPr lang="en-US" dirty="0"/>
              <a:t>Label is binary or multi-class </a:t>
            </a:r>
          </a:p>
          <a:p>
            <a:r>
              <a:rPr lang="en-US" dirty="0"/>
              <a:t>Explainable:</a:t>
            </a:r>
          </a:p>
          <a:p>
            <a:pPr lvl="1"/>
            <a:r>
              <a:rPr lang="en-US" dirty="0"/>
              <a:t>Logistic Regression</a:t>
            </a:r>
          </a:p>
          <a:p>
            <a:pPr lvl="1"/>
            <a:r>
              <a:rPr lang="en-US" dirty="0"/>
              <a:t>Decision Tree</a:t>
            </a:r>
          </a:p>
          <a:p>
            <a:r>
              <a:rPr lang="en-US" dirty="0"/>
              <a:t>Predictive Power</a:t>
            </a:r>
          </a:p>
          <a:p>
            <a:pPr lvl="1"/>
            <a:r>
              <a:rPr lang="en-US" dirty="0"/>
              <a:t>KNN</a:t>
            </a:r>
          </a:p>
          <a:p>
            <a:pPr lvl="1"/>
            <a:r>
              <a:rPr lang="en-US" dirty="0"/>
              <a:t>Random Forest </a:t>
            </a:r>
          </a:p>
          <a:p>
            <a:pPr lvl="1"/>
            <a:r>
              <a:rPr lang="en-US" dirty="0"/>
              <a:t>Boosting Trees</a:t>
            </a:r>
          </a:p>
          <a:p>
            <a:pPr lvl="1"/>
            <a:r>
              <a:rPr lang="en-US" dirty="0"/>
              <a:t>Neural Networks </a:t>
            </a:r>
          </a:p>
          <a:p>
            <a:pPr lvl="1"/>
            <a:endParaRPr lang="en-US" dirty="0"/>
          </a:p>
        </p:txBody>
      </p:sp>
      <p:sp>
        <p:nvSpPr>
          <p:cNvPr id="10" name="Content Placeholder 9">
            <a:extLst>
              <a:ext uri="{FF2B5EF4-FFF2-40B4-BE49-F238E27FC236}">
                <a16:creationId xmlns:a16="http://schemas.microsoft.com/office/drawing/2014/main" id="{8BC90FAF-48F8-794A-B9BB-7410AFD36F6F}"/>
              </a:ext>
            </a:extLst>
          </p:cNvPr>
          <p:cNvSpPr>
            <a:spLocks noGrp="1"/>
          </p:cNvSpPr>
          <p:nvPr>
            <p:ph sz="quarter" idx="4"/>
          </p:nvPr>
        </p:nvSpPr>
        <p:spPr/>
        <p:txBody>
          <a:bodyPr/>
          <a:lstStyle/>
          <a:p>
            <a:r>
              <a:rPr lang="en-US" dirty="0"/>
              <a:t>Label is continuous</a:t>
            </a:r>
          </a:p>
          <a:p>
            <a:r>
              <a:rPr lang="en-US" dirty="0"/>
              <a:t>Explainable </a:t>
            </a:r>
          </a:p>
          <a:p>
            <a:pPr lvl="1"/>
            <a:r>
              <a:rPr lang="en-US" dirty="0"/>
              <a:t>Linear Regression </a:t>
            </a:r>
          </a:p>
          <a:p>
            <a:pPr lvl="1"/>
            <a:r>
              <a:rPr lang="en-US" dirty="0"/>
              <a:t>Decision Tree</a:t>
            </a:r>
          </a:p>
          <a:p>
            <a:r>
              <a:rPr lang="en-US" dirty="0"/>
              <a:t>Predictive Power</a:t>
            </a:r>
          </a:p>
          <a:p>
            <a:pPr lvl="1"/>
            <a:r>
              <a:rPr lang="en-US" dirty="0"/>
              <a:t>KNN</a:t>
            </a:r>
          </a:p>
          <a:p>
            <a:pPr lvl="1"/>
            <a:r>
              <a:rPr lang="en-US" dirty="0"/>
              <a:t>Random Forest</a:t>
            </a:r>
          </a:p>
          <a:p>
            <a:pPr lvl="1"/>
            <a:r>
              <a:rPr lang="en-US" dirty="0"/>
              <a:t>Gradient Boosting </a:t>
            </a:r>
          </a:p>
          <a:p>
            <a:pPr lvl="1"/>
            <a:r>
              <a:rPr lang="en-US" dirty="0"/>
              <a:t>Neural Networks </a:t>
            </a:r>
          </a:p>
          <a:p>
            <a:pPr lvl="1"/>
            <a:endParaRPr lang="en-US" dirty="0"/>
          </a:p>
        </p:txBody>
      </p:sp>
      <p:sp>
        <p:nvSpPr>
          <p:cNvPr id="5" name="Slide Number Placeholder 4">
            <a:extLst>
              <a:ext uri="{FF2B5EF4-FFF2-40B4-BE49-F238E27FC236}">
                <a16:creationId xmlns:a16="http://schemas.microsoft.com/office/drawing/2014/main" id="{2DC1364E-970C-0646-A343-055228CD98B1}"/>
              </a:ext>
            </a:extLst>
          </p:cNvPr>
          <p:cNvSpPr>
            <a:spLocks noGrp="1"/>
          </p:cNvSpPr>
          <p:nvPr>
            <p:ph type="sldNum" sz="quarter" idx="12"/>
          </p:nvPr>
        </p:nvSpPr>
        <p:spPr/>
        <p:txBody>
          <a:bodyPr/>
          <a:lstStyle/>
          <a:p>
            <a:fld id="{4976208B-6111-490B-8CEC-FFB249DB2100}" type="slidenum">
              <a:rPr lang="en-US" smtClean="0"/>
              <a:pPr/>
              <a:t>21</a:t>
            </a:fld>
            <a:endParaRPr lang="en-US"/>
          </a:p>
        </p:txBody>
      </p:sp>
      <p:sp>
        <p:nvSpPr>
          <p:cNvPr id="7" name="Text Placeholder 6">
            <a:extLst>
              <a:ext uri="{FF2B5EF4-FFF2-40B4-BE49-F238E27FC236}">
                <a16:creationId xmlns:a16="http://schemas.microsoft.com/office/drawing/2014/main" id="{469C3AAD-4C3E-9345-9CDB-10DD7DD967F5}"/>
              </a:ext>
            </a:extLst>
          </p:cNvPr>
          <p:cNvSpPr>
            <a:spLocks noGrp="1"/>
          </p:cNvSpPr>
          <p:nvPr>
            <p:ph type="body" idx="1"/>
          </p:nvPr>
        </p:nvSpPr>
        <p:spPr/>
        <p:txBody>
          <a:bodyPr/>
          <a:lstStyle/>
          <a:p>
            <a:r>
              <a:rPr lang="en-US" dirty="0"/>
              <a:t>Supervised: Classification</a:t>
            </a:r>
          </a:p>
        </p:txBody>
      </p:sp>
      <p:sp>
        <p:nvSpPr>
          <p:cNvPr id="9" name="Text Placeholder 8">
            <a:extLst>
              <a:ext uri="{FF2B5EF4-FFF2-40B4-BE49-F238E27FC236}">
                <a16:creationId xmlns:a16="http://schemas.microsoft.com/office/drawing/2014/main" id="{8D2AA178-3773-B14D-B78B-E3D2FED51D61}"/>
              </a:ext>
            </a:extLst>
          </p:cNvPr>
          <p:cNvSpPr>
            <a:spLocks noGrp="1"/>
          </p:cNvSpPr>
          <p:nvPr>
            <p:ph type="body" sz="quarter" idx="3"/>
          </p:nvPr>
        </p:nvSpPr>
        <p:spPr/>
        <p:txBody>
          <a:bodyPr/>
          <a:lstStyle/>
          <a:p>
            <a:r>
              <a:rPr lang="en-US" dirty="0"/>
              <a:t>Supervised: Regression</a:t>
            </a:r>
          </a:p>
        </p:txBody>
      </p:sp>
      <p:sp>
        <p:nvSpPr>
          <p:cNvPr id="11" name="Content Placeholder 10">
            <a:extLst>
              <a:ext uri="{FF2B5EF4-FFF2-40B4-BE49-F238E27FC236}">
                <a16:creationId xmlns:a16="http://schemas.microsoft.com/office/drawing/2014/main" id="{9ADBD57D-AB8D-F64B-93F9-E17B1124CA3E}"/>
              </a:ext>
            </a:extLst>
          </p:cNvPr>
          <p:cNvSpPr>
            <a:spLocks noGrp="1"/>
          </p:cNvSpPr>
          <p:nvPr>
            <p:ph sz="half" idx="13"/>
          </p:nvPr>
        </p:nvSpPr>
        <p:spPr>
          <a:xfrm>
            <a:off x="8042651" y="2447366"/>
            <a:ext cx="4149349" cy="3678797"/>
          </a:xfrm>
        </p:spPr>
        <p:txBody>
          <a:bodyPr>
            <a:normAutofit fontScale="92500" lnSpcReduction="20000"/>
          </a:bodyPr>
          <a:lstStyle/>
          <a:p>
            <a:r>
              <a:rPr lang="en-US" dirty="0"/>
              <a:t>No Label</a:t>
            </a:r>
          </a:p>
          <a:p>
            <a:r>
              <a:rPr lang="en-US" dirty="0"/>
              <a:t>Dimension Reduction </a:t>
            </a:r>
          </a:p>
          <a:p>
            <a:pPr lvl="1"/>
            <a:r>
              <a:rPr lang="en-US" dirty="0"/>
              <a:t>Principal Component Analysis(PCA)</a:t>
            </a:r>
          </a:p>
          <a:p>
            <a:pPr lvl="1"/>
            <a:r>
              <a:rPr lang="en-US" dirty="0"/>
              <a:t>Factor Analysis w. Rotation(FCA)</a:t>
            </a:r>
          </a:p>
          <a:p>
            <a:pPr lvl="1"/>
            <a:r>
              <a:rPr lang="en-US" dirty="0"/>
              <a:t>Singular Value Decomposition(SVD)</a:t>
            </a:r>
          </a:p>
          <a:p>
            <a:r>
              <a:rPr lang="en-US" dirty="0"/>
              <a:t>Anomaly Detection </a:t>
            </a:r>
          </a:p>
          <a:p>
            <a:pPr lvl="1"/>
            <a:r>
              <a:rPr lang="en-US" dirty="0"/>
              <a:t>Isolation Forest   </a:t>
            </a:r>
          </a:p>
          <a:p>
            <a:r>
              <a:rPr lang="en-US" dirty="0"/>
              <a:t>Clustering</a:t>
            </a:r>
          </a:p>
          <a:p>
            <a:pPr lvl="1"/>
            <a:r>
              <a:rPr lang="en-US" dirty="0"/>
              <a:t>K-Means </a:t>
            </a:r>
          </a:p>
          <a:p>
            <a:pPr lvl="1"/>
            <a:r>
              <a:rPr lang="en-US" dirty="0"/>
              <a:t>DB-Scan</a:t>
            </a:r>
          </a:p>
          <a:p>
            <a:pPr lvl="1"/>
            <a:r>
              <a:rPr lang="en-US" dirty="0"/>
              <a:t>Hierarchical </a:t>
            </a:r>
          </a:p>
        </p:txBody>
      </p:sp>
      <p:sp>
        <p:nvSpPr>
          <p:cNvPr id="12" name="Text Placeholder 11">
            <a:extLst>
              <a:ext uri="{FF2B5EF4-FFF2-40B4-BE49-F238E27FC236}">
                <a16:creationId xmlns:a16="http://schemas.microsoft.com/office/drawing/2014/main" id="{5D22028B-3151-5242-89A3-C45FCE0FEA26}"/>
              </a:ext>
            </a:extLst>
          </p:cNvPr>
          <p:cNvSpPr>
            <a:spLocks noGrp="1"/>
          </p:cNvSpPr>
          <p:nvPr>
            <p:ph type="body" idx="14"/>
          </p:nvPr>
        </p:nvSpPr>
        <p:spPr/>
        <p:txBody>
          <a:bodyPr/>
          <a:lstStyle/>
          <a:p>
            <a:r>
              <a:rPr lang="en-US" dirty="0"/>
              <a:t>Unsupervised</a:t>
            </a:r>
          </a:p>
        </p:txBody>
      </p:sp>
    </p:spTree>
    <p:extLst>
      <p:ext uri="{BB962C8B-B14F-4D97-AF65-F5344CB8AC3E}">
        <p14:creationId xmlns:p14="http://schemas.microsoft.com/office/powerpoint/2010/main" val="1386209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47166D9-8980-18BF-DA91-310055D45563}"/>
              </a:ext>
            </a:extLst>
          </p:cNvPr>
          <p:cNvSpPr>
            <a:spLocks noGrp="1"/>
          </p:cNvSpPr>
          <p:nvPr>
            <p:ph type="title"/>
          </p:nvPr>
        </p:nvSpPr>
        <p:spPr/>
        <p:txBody>
          <a:bodyPr/>
          <a:lstStyle/>
          <a:p>
            <a:r>
              <a:rPr lang="en-US"/>
              <a:t>What is scikit-learn?</a:t>
            </a:r>
            <a:endParaRPr lang="en-US" dirty="0"/>
          </a:p>
        </p:txBody>
      </p:sp>
      <p:sp>
        <p:nvSpPr>
          <p:cNvPr id="6" name="Content Placeholder 5">
            <a:extLst>
              <a:ext uri="{FF2B5EF4-FFF2-40B4-BE49-F238E27FC236}">
                <a16:creationId xmlns:a16="http://schemas.microsoft.com/office/drawing/2014/main" id="{CFB2D319-3DD0-F930-814E-6145C5658311}"/>
              </a:ext>
            </a:extLst>
          </p:cNvPr>
          <p:cNvSpPr>
            <a:spLocks noGrp="1"/>
          </p:cNvSpPr>
          <p:nvPr>
            <p:ph idx="1"/>
          </p:nvPr>
        </p:nvSpPr>
        <p:spPr>
          <a:xfrm>
            <a:off x="664633" y="1981201"/>
            <a:ext cx="11148484" cy="4144963"/>
          </a:xfrm>
        </p:spPr>
        <p:txBody>
          <a:bodyPr>
            <a:normAutofit/>
          </a:bodyPr>
          <a:lstStyle/>
          <a:p>
            <a:pPr algn="l">
              <a:buFont typeface="Arial" panose="020B0604020202020204" pitchFamily="34" charset="0"/>
              <a:buChar char="•"/>
            </a:pPr>
            <a:r>
              <a:rPr lang="en-US" b="0" i="0" dirty="0">
                <a:solidFill>
                  <a:srgbClr val="374151"/>
                </a:solidFill>
                <a:effectLst/>
              </a:rPr>
              <a:t>Provides a range of supervised and unsupervised learning algorithms</a:t>
            </a:r>
          </a:p>
          <a:p>
            <a:pPr algn="l">
              <a:buFont typeface="Arial" panose="020B0604020202020204" pitchFamily="34" charset="0"/>
              <a:buChar char="•"/>
            </a:pPr>
            <a:r>
              <a:rPr lang="en-US" dirty="0">
                <a:solidFill>
                  <a:srgbClr val="374151"/>
                </a:solidFill>
              </a:rPr>
              <a:t>I</a:t>
            </a:r>
            <a:r>
              <a:rPr lang="en-US" b="0" i="0" dirty="0">
                <a:solidFill>
                  <a:srgbClr val="374151"/>
                </a:solidFill>
                <a:effectLst/>
              </a:rPr>
              <a:t>ncludes tools for model selection and evaluation, data preprocessing, and data visualization</a:t>
            </a:r>
          </a:p>
          <a:p>
            <a:pPr lvl="1">
              <a:buFont typeface="Arial" panose="020B0604020202020204" pitchFamily="34" charset="0"/>
              <a:buChar char="•"/>
            </a:pPr>
            <a:r>
              <a:rPr lang="en-US" b="0" i="0" dirty="0">
                <a:solidFill>
                  <a:srgbClr val="374151"/>
                </a:solidFill>
                <a:effectLst/>
              </a:rPr>
              <a:t>As well as:  feature selection, feature extraction, and feature scaling techniques</a:t>
            </a:r>
          </a:p>
          <a:p>
            <a:pPr algn="l">
              <a:buFont typeface="Arial" panose="020B0604020202020204" pitchFamily="34" charset="0"/>
              <a:buChar char="•"/>
            </a:pPr>
            <a:r>
              <a:rPr lang="en-US" b="0" i="0" dirty="0">
                <a:solidFill>
                  <a:srgbClr val="374151"/>
                </a:solidFill>
                <a:effectLst/>
              </a:rPr>
              <a:t>Built on top of other Python libraries including: NumPy, SciPy, and matplotlib</a:t>
            </a:r>
          </a:p>
          <a:p>
            <a:pPr algn="l">
              <a:buFont typeface="Arial" panose="020B0604020202020204" pitchFamily="34" charset="0"/>
              <a:buChar char="•"/>
            </a:pPr>
            <a:r>
              <a:rPr lang="en-US" b="0" i="0" dirty="0">
                <a:solidFill>
                  <a:srgbClr val="374151"/>
                </a:solidFill>
                <a:effectLst/>
              </a:rPr>
              <a:t>Simple and consistent API that makes it easy to use and learn</a:t>
            </a:r>
          </a:p>
          <a:p>
            <a:pPr algn="l">
              <a:buFont typeface="Arial" panose="020B0604020202020204" pitchFamily="34" charset="0"/>
              <a:buChar char="•"/>
            </a:pPr>
            <a:r>
              <a:rPr lang="en-US" b="0" i="0" dirty="0">
                <a:solidFill>
                  <a:srgbClr val="374151"/>
                </a:solidFill>
                <a:effectLst/>
              </a:rPr>
              <a:t>Widely used in industry for machine learning projects</a:t>
            </a:r>
          </a:p>
          <a:p>
            <a:pPr algn="l">
              <a:buFont typeface="Arial" panose="020B0604020202020204" pitchFamily="34" charset="0"/>
              <a:buChar char="•"/>
            </a:pPr>
            <a:r>
              <a:rPr lang="en-US" b="0" i="0" dirty="0">
                <a:solidFill>
                  <a:srgbClr val="374151"/>
                </a:solidFill>
                <a:effectLst/>
              </a:rPr>
              <a:t>Highly extensible!</a:t>
            </a:r>
          </a:p>
          <a:p>
            <a:pPr lvl="1">
              <a:buFont typeface="Arial" panose="020B0604020202020204" pitchFamily="34" charset="0"/>
              <a:buChar char="•"/>
            </a:pPr>
            <a:r>
              <a:rPr lang="en-US" b="0" i="0" dirty="0">
                <a:solidFill>
                  <a:srgbClr val="374151"/>
                </a:solidFill>
                <a:effectLst/>
              </a:rPr>
              <a:t>allowing users to implement their own machine learning algorithms and custom preprocessing functions.</a:t>
            </a:r>
          </a:p>
          <a:p>
            <a:endParaRPr lang="en-US" dirty="0"/>
          </a:p>
        </p:txBody>
      </p:sp>
      <p:sp>
        <p:nvSpPr>
          <p:cNvPr id="4" name="Slide Number Placeholder 3">
            <a:extLst>
              <a:ext uri="{FF2B5EF4-FFF2-40B4-BE49-F238E27FC236}">
                <a16:creationId xmlns:a16="http://schemas.microsoft.com/office/drawing/2014/main" id="{A378AAF5-1E19-CBD1-7254-10747470F006}"/>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22</a:t>
            </a:fld>
            <a:endParaRPr lang="en-US" dirty="0">
              <a:solidFill>
                <a:srgbClr val="FFFFFF"/>
              </a:solidFill>
              <a:latin typeface="Franklin Gothic Book"/>
            </a:endParaRPr>
          </a:p>
        </p:txBody>
      </p:sp>
      <p:sp>
        <p:nvSpPr>
          <p:cNvPr id="7" name="Text Placeholder 6">
            <a:extLst>
              <a:ext uri="{FF2B5EF4-FFF2-40B4-BE49-F238E27FC236}">
                <a16:creationId xmlns:a16="http://schemas.microsoft.com/office/drawing/2014/main" id="{9714668D-E911-01BC-C04C-A8DA95473CCA}"/>
              </a:ext>
            </a:extLst>
          </p:cNvPr>
          <p:cNvSpPr>
            <a:spLocks noGrp="1"/>
          </p:cNvSpPr>
          <p:nvPr>
            <p:ph type="body" sz="half" idx="2"/>
          </p:nvPr>
        </p:nvSpPr>
        <p:spPr/>
        <p:txBody>
          <a:bodyPr/>
          <a:lstStyle/>
          <a:p>
            <a:r>
              <a:rPr lang="en-US" dirty="0"/>
              <a:t>A python library for machine learning </a:t>
            </a:r>
          </a:p>
        </p:txBody>
      </p:sp>
      <p:pic>
        <p:nvPicPr>
          <p:cNvPr id="2" name="Google Shape;71;p14">
            <a:extLst>
              <a:ext uri="{FF2B5EF4-FFF2-40B4-BE49-F238E27FC236}">
                <a16:creationId xmlns:a16="http://schemas.microsoft.com/office/drawing/2014/main" id="{FFE9043F-A04C-7B89-D457-1512B161D5A5}"/>
              </a:ext>
            </a:extLst>
          </p:cNvPr>
          <p:cNvPicPr preferRelativeResize="0"/>
          <p:nvPr/>
        </p:nvPicPr>
        <p:blipFill rotWithShape="1">
          <a:blip r:embed="rId2">
            <a:alphaModFix/>
          </a:blip>
          <a:srcRect/>
          <a:stretch/>
        </p:blipFill>
        <p:spPr>
          <a:xfrm>
            <a:off x="8386083" y="242235"/>
            <a:ext cx="2688317" cy="1723286"/>
          </a:xfrm>
          <a:prstGeom prst="rect">
            <a:avLst/>
          </a:prstGeom>
          <a:noFill/>
          <a:ln>
            <a:noFill/>
          </a:ln>
        </p:spPr>
      </p:pic>
    </p:spTree>
    <p:extLst>
      <p:ext uri="{BB962C8B-B14F-4D97-AF65-F5344CB8AC3E}">
        <p14:creationId xmlns:p14="http://schemas.microsoft.com/office/powerpoint/2010/main" val="38348686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78BFB-E47D-5702-3D4D-AC35203E3F86}"/>
              </a:ext>
            </a:extLst>
          </p:cNvPr>
          <p:cNvSpPr>
            <a:spLocks noGrp="1"/>
          </p:cNvSpPr>
          <p:nvPr>
            <p:ph type="title"/>
          </p:nvPr>
        </p:nvSpPr>
        <p:spPr/>
        <p:txBody>
          <a:bodyPr/>
          <a:lstStyle/>
          <a:p>
            <a:r>
              <a:rPr lang="en-US" dirty="0"/>
              <a:t>Key features of scikit-learn</a:t>
            </a:r>
          </a:p>
        </p:txBody>
      </p:sp>
      <p:sp>
        <p:nvSpPr>
          <p:cNvPr id="3" name="Content Placeholder 2">
            <a:extLst>
              <a:ext uri="{FF2B5EF4-FFF2-40B4-BE49-F238E27FC236}">
                <a16:creationId xmlns:a16="http://schemas.microsoft.com/office/drawing/2014/main" id="{C4F16A0D-1F31-3BD8-783D-1BF0E56B387B}"/>
              </a:ext>
            </a:extLst>
          </p:cNvPr>
          <p:cNvSpPr>
            <a:spLocks noGrp="1"/>
          </p:cNvSpPr>
          <p:nvPr>
            <p:ph idx="1"/>
          </p:nvPr>
        </p:nvSpPr>
        <p:spPr/>
        <p:txBody>
          <a:bodyPr/>
          <a:lstStyle/>
          <a:p>
            <a:pPr algn="l">
              <a:buFont typeface="Arial" panose="020B0604020202020204" pitchFamily="34" charset="0"/>
              <a:buChar char="•"/>
            </a:pPr>
            <a:r>
              <a:rPr lang="en-US" b="0" i="0" dirty="0">
                <a:solidFill>
                  <a:srgbClr val="374151"/>
                </a:solidFill>
                <a:effectLst/>
              </a:rPr>
              <a:t>High-quality documentation with code examples and tutorials</a:t>
            </a:r>
          </a:p>
          <a:p>
            <a:pPr algn="l">
              <a:buFont typeface="Arial" panose="020B0604020202020204" pitchFamily="34" charset="0"/>
              <a:buChar char="•"/>
            </a:pPr>
            <a:r>
              <a:rPr lang="en-US" b="0" i="0" dirty="0">
                <a:solidFill>
                  <a:srgbClr val="374151"/>
                </a:solidFill>
                <a:effectLst/>
              </a:rPr>
              <a:t>Built-in support for cross-validation and hyperparameter tuning</a:t>
            </a:r>
          </a:p>
          <a:p>
            <a:pPr algn="l">
              <a:buFont typeface="Arial" panose="020B0604020202020204" pitchFamily="34" charset="0"/>
              <a:buChar char="•"/>
            </a:pPr>
            <a:r>
              <a:rPr lang="en-US" b="0" i="0" dirty="0">
                <a:solidFill>
                  <a:srgbClr val="374151"/>
                </a:solidFill>
                <a:effectLst/>
              </a:rPr>
              <a:t>Easy integration with other Python libraries for data processing and analysis</a:t>
            </a:r>
          </a:p>
          <a:p>
            <a:pPr algn="l">
              <a:buFont typeface="Arial" panose="020B0604020202020204" pitchFamily="34" charset="0"/>
              <a:buChar char="•"/>
            </a:pPr>
            <a:r>
              <a:rPr lang="en-US" b="0" i="0" dirty="0">
                <a:solidFill>
                  <a:srgbClr val="374151"/>
                </a:solidFill>
                <a:effectLst/>
              </a:rPr>
              <a:t>Supports a variety of input formats, including NumPy arrays and Panda's data frames</a:t>
            </a:r>
          </a:p>
          <a:p>
            <a:pPr algn="l">
              <a:buFont typeface="Arial" panose="020B0604020202020204" pitchFamily="34" charset="0"/>
              <a:buChar char="•"/>
            </a:pPr>
            <a:r>
              <a:rPr lang="en-US" b="0" i="0" dirty="0">
                <a:solidFill>
                  <a:srgbClr val="374151"/>
                </a:solidFill>
                <a:effectLst/>
              </a:rPr>
              <a:t>Offers efficient algorithms for large-scale datasets and online learning</a:t>
            </a:r>
          </a:p>
          <a:p>
            <a:pPr algn="l">
              <a:buFont typeface="Arial" panose="020B0604020202020204" pitchFamily="34" charset="0"/>
              <a:buChar char="•"/>
            </a:pPr>
            <a:r>
              <a:rPr lang="en-US" b="0" i="0" dirty="0">
                <a:solidFill>
                  <a:srgbClr val="374151"/>
                </a:solidFill>
                <a:effectLst/>
              </a:rPr>
              <a:t>Robust and well-tested codebase for reliable results</a:t>
            </a:r>
          </a:p>
          <a:p>
            <a:pPr algn="l">
              <a:buFont typeface="Arial" panose="020B0604020202020204" pitchFamily="34" charset="0"/>
              <a:buChar char="•"/>
            </a:pPr>
            <a:r>
              <a:rPr lang="en-US" b="0" i="0" dirty="0">
                <a:solidFill>
                  <a:srgbClr val="374151"/>
                </a:solidFill>
                <a:effectLst/>
              </a:rPr>
              <a:t>Active community of developers and users for ongoing support and updates.</a:t>
            </a:r>
          </a:p>
        </p:txBody>
      </p:sp>
      <p:sp>
        <p:nvSpPr>
          <p:cNvPr id="4" name="Slide Number Placeholder 3">
            <a:extLst>
              <a:ext uri="{FF2B5EF4-FFF2-40B4-BE49-F238E27FC236}">
                <a16:creationId xmlns:a16="http://schemas.microsoft.com/office/drawing/2014/main" id="{CE9CC992-686D-1B59-ACC0-D7522B98CA05}"/>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23</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BAC16EBC-9A05-554F-48B0-7F53126C29FB}"/>
              </a:ext>
            </a:extLst>
          </p:cNvPr>
          <p:cNvSpPr>
            <a:spLocks noGrp="1"/>
          </p:cNvSpPr>
          <p:nvPr>
            <p:ph type="body" sz="half" idx="2"/>
          </p:nvPr>
        </p:nvSpPr>
        <p:spPr/>
        <p:txBody>
          <a:bodyPr/>
          <a:lstStyle/>
          <a:p>
            <a:r>
              <a:rPr lang="en-US" dirty="0"/>
              <a:t>Simple and consistent API for easy use and learning</a:t>
            </a:r>
          </a:p>
        </p:txBody>
      </p:sp>
    </p:spTree>
    <p:extLst>
      <p:ext uri="{BB962C8B-B14F-4D97-AF65-F5344CB8AC3E}">
        <p14:creationId xmlns:p14="http://schemas.microsoft.com/office/powerpoint/2010/main" val="3846085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8A213-6FCA-0D7B-ADA4-BD5A7F01BB1D}"/>
              </a:ext>
            </a:extLst>
          </p:cNvPr>
          <p:cNvSpPr>
            <a:spLocks noGrp="1"/>
          </p:cNvSpPr>
          <p:nvPr>
            <p:ph type="title"/>
          </p:nvPr>
        </p:nvSpPr>
        <p:spPr/>
        <p:txBody>
          <a:bodyPr/>
          <a:lstStyle/>
          <a:p>
            <a:r>
              <a:rPr lang="en-US" dirty="0"/>
              <a:t>Model Pipelines </a:t>
            </a:r>
          </a:p>
        </p:txBody>
      </p:sp>
      <p:sp>
        <p:nvSpPr>
          <p:cNvPr id="3" name="Content Placeholder 2">
            <a:extLst>
              <a:ext uri="{FF2B5EF4-FFF2-40B4-BE49-F238E27FC236}">
                <a16:creationId xmlns:a16="http://schemas.microsoft.com/office/drawing/2014/main" id="{DDC095FD-026F-411E-CAFD-DDC714EB2EDC}"/>
              </a:ext>
            </a:extLst>
          </p:cNvPr>
          <p:cNvSpPr>
            <a:spLocks noGrp="1"/>
          </p:cNvSpPr>
          <p:nvPr>
            <p:ph idx="1"/>
          </p:nvPr>
        </p:nvSpPr>
        <p:spPr/>
        <p:txBody>
          <a:bodyPr>
            <a:normAutofit fontScale="85000" lnSpcReduction="20000"/>
          </a:bodyPr>
          <a:lstStyle/>
          <a:p>
            <a:pPr algn="l">
              <a:buFont typeface="Arial" panose="020B0604020202020204" pitchFamily="34" charset="0"/>
              <a:buChar char="•"/>
            </a:pPr>
            <a:r>
              <a:rPr lang="en-US" b="0" i="0" dirty="0">
                <a:solidFill>
                  <a:srgbClr val="374151"/>
                </a:solidFill>
                <a:effectLst/>
              </a:rPr>
              <a:t>A model pipeline is a </a:t>
            </a:r>
            <a:r>
              <a:rPr lang="en-US" b="1" i="0" u="sng" dirty="0">
                <a:solidFill>
                  <a:srgbClr val="374151"/>
                </a:solidFill>
                <a:effectLst/>
              </a:rPr>
              <a:t>series of steps</a:t>
            </a:r>
            <a:r>
              <a:rPr lang="en-US" b="0" i="0" dirty="0">
                <a:solidFill>
                  <a:srgbClr val="374151"/>
                </a:solidFill>
                <a:effectLst/>
              </a:rPr>
              <a:t> that are used to </a:t>
            </a:r>
            <a:r>
              <a:rPr lang="en-US" b="1" i="1" u="sng" dirty="0">
                <a:solidFill>
                  <a:srgbClr val="374151"/>
                </a:solidFill>
                <a:effectLst/>
              </a:rPr>
              <a:t>process and transform data before fitting a machine learning model</a:t>
            </a:r>
          </a:p>
          <a:p>
            <a:pPr algn="l">
              <a:buFont typeface="Arial" panose="020B0604020202020204" pitchFamily="34" charset="0"/>
              <a:buChar char="•"/>
            </a:pPr>
            <a:r>
              <a:rPr lang="en-US" b="0" i="0" dirty="0">
                <a:solidFill>
                  <a:srgbClr val="374151"/>
                </a:solidFill>
                <a:effectLst/>
              </a:rPr>
              <a:t>Each step in the pipeline can be a data preprocessing step or a machine learning algorithm</a:t>
            </a:r>
          </a:p>
          <a:p>
            <a:pPr algn="l">
              <a:buFont typeface="Arial" panose="020B0604020202020204" pitchFamily="34" charset="0"/>
              <a:buChar char="•"/>
            </a:pPr>
            <a:r>
              <a:rPr lang="en-US" b="0" i="0" dirty="0">
                <a:solidFill>
                  <a:srgbClr val="374151"/>
                </a:solidFill>
                <a:effectLst/>
              </a:rPr>
              <a:t>Pipelines can help simplify the machine learning workflow and reduce the </a:t>
            </a:r>
            <a:r>
              <a:rPr lang="en-US" b="1" i="0" dirty="0">
                <a:solidFill>
                  <a:srgbClr val="374151"/>
                </a:solidFill>
                <a:effectLst/>
              </a:rPr>
              <a:t>risk of data leakage</a:t>
            </a:r>
          </a:p>
          <a:p>
            <a:pPr lvl="1">
              <a:buFont typeface="Arial" panose="020B0604020202020204" pitchFamily="34" charset="0"/>
              <a:buChar char="•"/>
            </a:pPr>
            <a:r>
              <a:rPr lang="en-US" i="1" dirty="0">
                <a:solidFill>
                  <a:srgbClr val="374151"/>
                </a:solidFill>
                <a:effectLst/>
              </a:rPr>
              <a:t>Leakage occurs when the target variable is inadvertently leaked into the features used to train the model.</a:t>
            </a:r>
          </a:p>
          <a:p>
            <a:pPr lvl="1">
              <a:buFont typeface="Arial" panose="020B0604020202020204" pitchFamily="34" charset="0"/>
              <a:buChar char="•"/>
            </a:pPr>
            <a:r>
              <a:rPr lang="en-US" i="1" dirty="0">
                <a:solidFill>
                  <a:srgbClr val="374151"/>
                </a:solidFill>
                <a:effectLst/>
              </a:rPr>
              <a:t>Target leakage typically occurs when the features used to train the model are derived from information that is only available after the target variable has been determined.</a:t>
            </a:r>
          </a:p>
          <a:p>
            <a:pPr algn="l">
              <a:buFont typeface="Arial" panose="020B0604020202020204" pitchFamily="34" charset="0"/>
              <a:buChar char="•"/>
            </a:pPr>
            <a:r>
              <a:rPr lang="en-US" b="0" i="0" dirty="0">
                <a:solidFill>
                  <a:srgbClr val="374151"/>
                </a:solidFill>
                <a:effectLst/>
              </a:rPr>
              <a:t>Scikit-learn provides a Pipeline class that allows users to create and manage model pipelines</a:t>
            </a:r>
          </a:p>
          <a:p>
            <a:pPr algn="l">
              <a:buFont typeface="Arial" panose="020B0604020202020204" pitchFamily="34" charset="0"/>
              <a:buChar char="•"/>
            </a:pPr>
            <a:r>
              <a:rPr lang="en-US" b="0" i="0" dirty="0">
                <a:solidFill>
                  <a:srgbClr val="374151"/>
                </a:solidFill>
                <a:effectLst/>
              </a:rPr>
              <a:t>Pipelines can be used to improve model performance by ensuring that the same preprocessing steps are applied consistently to both the training and testing data</a:t>
            </a:r>
          </a:p>
          <a:p>
            <a:pPr algn="l">
              <a:buFont typeface="Arial" panose="020B0604020202020204" pitchFamily="34" charset="0"/>
              <a:buChar char="•"/>
            </a:pPr>
            <a:r>
              <a:rPr lang="en-US" b="0" i="0" dirty="0">
                <a:solidFill>
                  <a:srgbClr val="374151"/>
                </a:solidFill>
                <a:effectLst/>
              </a:rPr>
              <a:t>Pipelines can be combined with other Scikit-learn tools, such as Grid Search, to optimize hyperparameters for the entire pipeline.</a:t>
            </a:r>
          </a:p>
          <a:p>
            <a:endParaRPr lang="en-US" dirty="0"/>
          </a:p>
        </p:txBody>
      </p:sp>
      <p:sp>
        <p:nvSpPr>
          <p:cNvPr id="4" name="Slide Number Placeholder 3">
            <a:extLst>
              <a:ext uri="{FF2B5EF4-FFF2-40B4-BE49-F238E27FC236}">
                <a16:creationId xmlns:a16="http://schemas.microsoft.com/office/drawing/2014/main" id="{F88509C3-A4A7-BDFD-3F99-AF22E49DA6A4}"/>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24</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D60BAAEB-02C9-6BB5-4D85-E21BE4331AF8}"/>
              </a:ext>
            </a:extLst>
          </p:cNvPr>
          <p:cNvSpPr>
            <a:spLocks noGrp="1"/>
          </p:cNvSpPr>
          <p:nvPr>
            <p:ph type="body" sz="half" idx="2"/>
          </p:nvPr>
        </p:nvSpPr>
        <p:spPr/>
        <p:txBody>
          <a:bodyPr/>
          <a:lstStyle/>
          <a:p>
            <a:r>
              <a:rPr lang="en-US" dirty="0"/>
              <a:t>A model = inputs + transformations + algorithm(s)  </a:t>
            </a:r>
          </a:p>
        </p:txBody>
      </p:sp>
    </p:spTree>
    <p:extLst>
      <p:ext uri="{BB962C8B-B14F-4D97-AF65-F5344CB8AC3E}">
        <p14:creationId xmlns:p14="http://schemas.microsoft.com/office/powerpoint/2010/main" val="37997320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F9205EB-23AC-A18F-D1E8-EFB00972CB3C}"/>
              </a:ext>
            </a:extLst>
          </p:cNvPr>
          <p:cNvSpPr>
            <a:spLocks noGrp="1"/>
          </p:cNvSpPr>
          <p:nvPr>
            <p:ph type="title"/>
          </p:nvPr>
        </p:nvSpPr>
        <p:spPr/>
        <p:txBody>
          <a:bodyPr/>
          <a:lstStyle/>
          <a:p>
            <a:r>
              <a:rPr lang="en-US" dirty="0"/>
              <a:t>What is a pipeline? </a:t>
            </a:r>
          </a:p>
        </p:txBody>
      </p:sp>
      <p:sp>
        <p:nvSpPr>
          <p:cNvPr id="6" name="Content Placeholder 5">
            <a:extLst>
              <a:ext uri="{FF2B5EF4-FFF2-40B4-BE49-F238E27FC236}">
                <a16:creationId xmlns:a16="http://schemas.microsoft.com/office/drawing/2014/main" id="{B77FD4C2-BC31-7A39-BF19-F79BD71C1928}"/>
              </a:ext>
            </a:extLst>
          </p:cNvPr>
          <p:cNvSpPr>
            <a:spLocks noGrp="1"/>
          </p:cNvSpPr>
          <p:nvPr>
            <p:ph idx="1"/>
          </p:nvPr>
        </p:nvSpPr>
        <p:spPr/>
        <p:txBody>
          <a:bodyPr>
            <a:normAutofit/>
          </a:bodyPr>
          <a:lstStyle/>
          <a:p>
            <a:r>
              <a:rPr lang="en-US" b="0" i="0" dirty="0">
                <a:solidFill>
                  <a:srgbClr val="374151"/>
                </a:solidFill>
                <a:effectLst/>
              </a:rPr>
              <a:t>A Scikit-learn pipeline is a way to chain multiple machine learning steps together into a single object. The pipeline is used to automate the machine learning workflow by taking care of the data preprocessing and model training steps in one step. The pipeline sequentially applies a list of transforms and a final estimator.</a:t>
            </a:r>
          </a:p>
          <a:p>
            <a:r>
              <a:rPr lang="en-US" dirty="0"/>
              <a:t>Pipelines are a set of utilities and transformers</a:t>
            </a:r>
          </a:p>
          <a:p>
            <a:pPr lvl="1"/>
            <a:r>
              <a:rPr lang="en-US" b="1" u="sng" dirty="0"/>
              <a:t>Linear sequence </a:t>
            </a:r>
            <a:r>
              <a:rPr lang="en-US" dirty="0"/>
              <a:t>of transformations </a:t>
            </a:r>
          </a:p>
          <a:p>
            <a:pPr lvl="1"/>
            <a:r>
              <a:rPr lang="en-US" dirty="0"/>
              <a:t>Supports custom transformers </a:t>
            </a:r>
          </a:p>
          <a:p>
            <a:pPr lvl="1"/>
            <a:r>
              <a:rPr lang="en-US" dirty="0"/>
              <a:t>Supports hyper parameter optimization </a:t>
            </a:r>
          </a:p>
          <a:p>
            <a:pPr lvl="1"/>
            <a:r>
              <a:rPr lang="en-US" dirty="0"/>
              <a:t>Supports cross folds, grid searches, and other schemes </a:t>
            </a:r>
          </a:p>
          <a:p>
            <a:pPr lvl="1"/>
            <a:r>
              <a:rPr lang="en-US" b="1" dirty="0"/>
              <a:t>ENCAPSULATES the PREPROCESSING + MODEL(s)</a:t>
            </a:r>
          </a:p>
          <a:p>
            <a:endParaRPr lang="en-US" dirty="0"/>
          </a:p>
        </p:txBody>
      </p:sp>
      <p:sp>
        <p:nvSpPr>
          <p:cNvPr id="4" name="Slide Number Placeholder 3">
            <a:extLst>
              <a:ext uri="{FF2B5EF4-FFF2-40B4-BE49-F238E27FC236}">
                <a16:creationId xmlns:a16="http://schemas.microsoft.com/office/drawing/2014/main" id="{C30AD561-16D8-24A0-282D-65D120661559}"/>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25</a:t>
            </a:fld>
            <a:endParaRPr lang="en-US" dirty="0">
              <a:solidFill>
                <a:srgbClr val="FFFFFF"/>
              </a:solidFill>
              <a:latin typeface="Franklin Gothic Book"/>
            </a:endParaRPr>
          </a:p>
        </p:txBody>
      </p:sp>
      <p:pic>
        <p:nvPicPr>
          <p:cNvPr id="9" name="Content Placeholder 3">
            <a:extLst>
              <a:ext uri="{FF2B5EF4-FFF2-40B4-BE49-F238E27FC236}">
                <a16:creationId xmlns:a16="http://schemas.microsoft.com/office/drawing/2014/main" id="{B8756DB1-1676-170A-7D89-7F811EDD967D}"/>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a:stretch/>
        </p:blipFill>
        <p:spPr>
          <a:xfrm>
            <a:off x="8268401" y="3578789"/>
            <a:ext cx="2668452" cy="2195511"/>
          </a:xfrm>
          <a:prstGeom prst="rect">
            <a:avLst/>
          </a:prstGeom>
        </p:spPr>
      </p:pic>
    </p:spTree>
    <p:extLst>
      <p:ext uri="{BB962C8B-B14F-4D97-AF65-F5344CB8AC3E}">
        <p14:creationId xmlns:p14="http://schemas.microsoft.com/office/powerpoint/2010/main" val="372698489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A721D5-9F20-ADAE-FDB7-EDDF6FED6C9B}"/>
              </a:ext>
            </a:extLst>
          </p:cNvPr>
          <p:cNvSpPr>
            <a:spLocks noGrp="1"/>
          </p:cNvSpPr>
          <p:nvPr>
            <p:ph type="title"/>
          </p:nvPr>
        </p:nvSpPr>
        <p:spPr/>
        <p:txBody>
          <a:bodyPr/>
          <a:lstStyle/>
          <a:p>
            <a:r>
              <a:rPr lang="en-US" dirty="0"/>
              <a:t>Pipeline </a:t>
            </a:r>
          </a:p>
        </p:txBody>
      </p:sp>
      <p:sp>
        <p:nvSpPr>
          <p:cNvPr id="7" name="Content Placeholder 6">
            <a:extLst>
              <a:ext uri="{FF2B5EF4-FFF2-40B4-BE49-F238E27FC236}">
                <a16:creationId xmlns:a16="http://schemas.microsoft.com/office/drawing/2014/main" id="{84557494-75C7-D883-D7C7-C4C619A121FD}"/>
              </a:ext>
            </a:extLst>
          </p:cNvPr>
          <p:cNvSpPr>
            <a:spLocks noGrp="1"/>
          </p:cNvSpPr>
          <p:nvPr>
            <p:ph sz="half" idx="2"/>
          </p:nvPr>
        </p:nvSpPr>
        <p:spPr/>
        <p:txBody>
          <a:bodyPr/>
          <a:lstStyle/>
          <a:p>
            <a:r>
              <a:rPr lang="en-US" dirty="0"/>
              <a:t>Inputs: simply the raw input data</a:t>
            </a:r>
          </a:p>
          <a:p>
            <a:endParaRPr lang="en-US" dirty="0"/>
          </a:p>
          <a:p>
            <a:r>
              <a:rPr lang="en-US" dirty="0"/>
              <a:t>Categorical transformers convert from categorical features  to numeric representations </a:t>
            </a:r>
          </a:p>
          <a:p>
            <a:r>
              <a:rPr lang="en-US" dirty="0"/>
              <a:t>Numeric transformers perform steps like scaling &amp; normalization, binning, handling missing values and more</a:t>
            </a:r>
          </a:p>
          <a:p>
            <a:r>
              <a:rPr lang="en-US" dirty="0"/>
              <a:t>Model algorithm is the specific ML algorithm(s) that you want to apply to the transformed data. </a:t>
            </a:r>
          </a:p>
        </p:txBody>
      </p:sp>
      <p:sp>
        <p:nvSpPr>
          <p:cNvPr id="4" name="Slide Number Placeholder 3">
            <a:extLst>
              <a:ext uri="{FF2B5EF4-FFF2-40B4-BE49-F238E27FC236}">
                <a16:creationId xmlns:a16="http://schemas.microsoft.com/office/drawing/2014/main" id="{E087399B-23FE-F448-7A83-2ADB629A3971}"/>
              </a:ext>
            </a:extLst>
          </p:cNvPr>
          <p:cNvSpPr>
            <a:spLocks noGrp="1"/>
          </p:cNvSpPr>
          <p:nvPr>
            <p:ph type="sldNum" sz="quarter" idx="12"/>
          </p:nvPr>
        </p:nvSpPr>
        <p:spPr/>
        <p:txBody>
          <a:bodyPr/>
          <a:lstStyle/>
          <a:p>
            <a:fld id="{02456A73-CB17-B748-BD2A-A20F5DD59EC7}" type="slidenum">
              <a:rPr lang="en-US" smtClean="0"/>
              <a:pPr/>
              <a:t>26</a:t>
            </a:fld>
            <a:endParaRPr lang="en-US" dirty="0"/>
          </a:p>
        </p:txBody>
      </p:sp>
      <p:grpSp>
        <p:nvGrpSpPr>
          <p:cNvPr id="17" name="Group 16">
            <a:extLst>
              <a:ext uri="{FF2B5EF4-FFF2-40B4-BE49-F238E27FC236}">
                <a16:creationId xmlns:a16="http://schemas.microsoft.com/office/drawing/2014/main" id="{C6F7F124-7C65-CA73-261E-FCA973093B85}"/>
              </a:ext>
            </a:extLst>
          </p:cNvPr>
          <p:cNvGrpSpPr/>
          <p:nvPr/>
        </p:nvGrpSpPr>
        <p:grpSpPr>
          <a:xfrm>
            <a:off x="1448695" y="1985963"/>
            <a:ext cx="4269933" cy="4231369"/>
            <a:chOff x="664633" y="1985963"/>
            <a:chExt cx="5053996" cy="4231369"/>
          </a:xfrm>
          <a:solidFill>
            <a:schemeClr val="accent6">
              <a:lumMod val="60000"/>
              <a:lumOff val="40000"/>
            </a:schemeClr>
          </a:solidFill>
        </p:grpSpPr>
        <p:sp>
          <p:nvSpPr>
            <p:cNvPr id="12" name="Rectangle 11">
              <a:extLst>
                <a:ext uri="{FF2B5EF4-FFF2-40B4-BE49-F238E27FC236}">
                  <a16:creationId xmlns:a16="http://schemas.microsoft.com/office/drawing/2014/main" id="{F29D907F-BC0F-518A-0BE9-BEA2397CD691}"/>
                </a:ext>
              </a:extLst>
            </p:cNvPr>
            <p:cNvSpPr/>
            <p:nvPr/>
          </p:nvSpPr>
          <p:spPr>
            <a:xfrm>
              <a:off x="664633" y="1985963"/>
              <a:ext cx="5053996" cy="902380"/>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Inputs </a:t>
              </a:r>
              <a:r>
                <a:rPr lang="en-US" dirty="0" err="1">
                  <a:solidFill>
                    <a:schemeClr val="bg2"/>
                  </a:solidFill>
                </a:rPr>
                <a:t>X,y</a:t>
              </a:r>
              <a:endParaRPr lang="en-US" dirty="0">
                <a:solidFill>
                  <a:schemeClr val="bg2"/>
                </a:solidFill>
              </a:endParaRPr>
            </a:p>
          </p:txBody>
        </p:sp>
        <p:sp>
          <p:nvSpPr>
            <p:cNvPr id="13" name="Rectangle 12">
              <a:extLst>
                <a:ext uri="{FF2B5EF4-FFF2-40B4-BE49-F238E27FC236}">
                  <a16:creationId xmlns:a16="http://schemas.microsoft.com/office/drawing/2014/main" id="{6CC71A56-4F1A-210A-C997-DA302EE8BB14}"/>
                </a:ext>
              </a:extLst>
            </p:cNvPr>
            <p:cNvSpPr/>
            <p:nvPr/>
          </p:nvSpPr>
          <p:spPr>
            <a:xfrm>
              <a:off x="1056665" y="3095626"/>
              <a:ext cx="4269933" cy="902380"/>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Categorical Transformers</a:t>
              </a:r>
            </a:p>
          </p:txBody>
        </p:sp>
        <p:sp>
          <p:nvSpPr>
            <p:cNvPr id="14" name="Rectangle 13">
              <a:extLst>
                <a:ext uri="{FF2B5EF4-FFF2-40B4-BE49-F238E27FC236}">
                  <a16:creationId xmlns:a16="http://schemas.microsoft.com/office/drawing/2014/main" id="{A5FBFEA5-F201-A6BC-E8C7-7B2099AE551A}"/>
                </a:ext>
              </a:extLst>
            </p:cNvPr>
            <p:cNvSpPr/>
            <p:nvPr/>
          </p:nvSpPr>
          <p:spPr>
            <a:xfrm>
              <a:off x="1056665" y="4205289"/>
              <a:ext cx="4269933" cy="902380"/>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Numeric Transformers</a:t>
              </a:r>
            </a:p>
          </p:txBody>
        </p:sp>
        <p:sp>
          <p:nvSpPr>
            <p:cNvPr id="15" name="Rectangle 14">
              <a:extLst>
                <a:ext uri="{FF2B5EF4-FFF2-40B4-BE49-F238E27FC236}">
                  <a16:creationId xmlns:a16="http://schemas.microsoft.com/office/drawing/2014/main" id="{AC40CFF0-3F41-3CE8-FEBA-A77154503684}"/>
                </a:ext>
              </a:extLst>
            </p:cNvPr>
            <p:cNvSpPr/>
            <p:nvPr/>
          </p:nvSpPr>
          <p:spPr>
            <a:xfrm>
              <a:off x="672861" y="5314952"/>
              <a:ext cx="5037541" cy="902380"/>
            </a:xfrm>
            <a:prstGeom prst="rect">
              <a:avLst/>
            </a:prstGeom>
            <a:grp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chemeClr val="bg2"/>
                  </a:solidFill>
                </a:rPr>
                <a:t>Model Algorithm</a:t>
              </a:r>
            </a:p>
          </p:txBody>
        </p:sp>
      </p:grpSp>
      <p:sp>
        <p:nvSpPr>
          <p:cNvPr id="18" name="Left Brace 17">
            <a:extLst>
              <a:ext uri="{FF2B5EF4-FFF2-40B4-BE49-F238E27FC236}">
                <a16:creationId xmlns:a16="http://schemas.microsoft.com/office/drawing/2014/main" id="{50FD9C12-DEAA-42B1-3019-C931B4DA16BE}"/>
              </a:ext>
            </a:extLst>
          </p:cNvPr>
          <p:cNvSpPr/>
          <p:nvPr/>
        </p:nvSpPr>
        <p:spPr>
          <a:xfrm>
            <a:off x="882684" y="1611153"/>
            <a:ext cx="438453" cy="4773706"/>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C0024659-B5D5-BCD7-CCF9-C692331AC8A1}"/>
              </a:ext>
            </a:extLst>
          </p:cNvPr>
          <p:cNvSpPr txBox="1"/>
          <p:nvPr/>
        </p:nvSpPr>
        <p:spPr>
          <a:xfrm rot="16200000">
            <a:off x="-1143633" y="3642947"/>
            <a:ext cx="3683299" cy="369332"/>
          </a:xfrm>
          <a:prstGeom prst="rect">
            <a:avLst/>
          </a:prstGeom>
          <a:noFill/>
        </p:spPr>
        <p:txBody>
          <a:bodyPr wrap="square" rtlCol="0">
            <a:spAutoFit/>
          </a:bodyPr>
          <a:lstStyle/>
          <a:p>
            <a:pPr algn="ctr"/>
            <a:r>
              <a:rPr lang="en-US" dirty="0"/>
              <a:t>PIPELINE</a:t>
            </a:r>
          </a:p>
        </p:txBody>
      </p:sp>
      <p:cxnSp>
        <p:nvCxnSpPr>
          <p:cNvPr id="21" name="Straight Arrow Connector 20">
            <a:extLst>
              <a:ext uri="{FF2B5EF4-FFF2-40B4-BE49-F238E27FC236}">
                <a16:creationId xmlns:a16="http://schemas.microsoft.com/office/drawing/2014/main" id="{6678A16D-A7CA-1D6B-8650-F5D019F08E75}"/>
              </a:ext>
            </a:extLst>
          </p:cNvPr>
          <p:cNvCxnSpPr/>
          <p:nvPr/>
        </p:nvCxnSpPr>
        <p:spPr>
          <a:xfrm>
            <a:off x="319314" y="1770743"/>
            <a:ext cx="0" cy="43554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9266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B9032-E48F-7EC7-52FF-13DB2E475E53}"/>
              </a:ext>
            </a:extLst>
          </p:cNvPr>
          <p:cNvSpPr>
            <a:spLocks noGrp="1"/>
          </p:cNvSpPr>
          <p:nvPr>
            <p:ph type="title"/>
          </p:nvPr>
        </p:nvSpPr>
        <p:spPr/>
        <p:txBody>
          <a:bodyPr/>
          <a:lstStyle/>
          <a:p>
            <a:r>
              <a:rPr lang="en-US" dirty="0"/>
              <a:t>Steps in Creating a Model Pipeline</a:t>
            </a:r>
          </a:p>
        </p:txBody>
      </p:sp>
      <p:sp>
        <p:nvSpPr>
          <p:cNvPr id="3" name="Content Placeholder 2">
            <a:extLst>
              <a:ext uri="{FF2B5EF4-FFF2-40B4-BE49-F238E27FC236}">
                <a16:creationId xmlns:a16="http://schemas.microsoft.com/office/drawing/2014/main" id="{76306F3E-A6FA-7CDE-BCEA-2472AAD26FC6}"/>
              </a:ext>
            </a:extLst>
          </p:cNvPr>
          <p:cNvSpPr>
            <a:spLocks noGrp="1"/>
          </p:cNvSpPr>
          <p:nvPr>
            <p:ph idx="1"/>
          </p:nvPr>
        </p:nvSpPr>
        <p:spPr>
          <a:xfrm>
            <a:off x="664633" y="1981201"/>
            <a:ext cx="11240496" cy="4144963"/>
          </a:xfrm>
        </p:spPr>
        <p:txBody>
          <a:bodyPr>
            <a:normAutofit fontScale="92500" lnSpcReduction="10000"/>
          </a:bodyPr>
          <a:lstStyle/>
          <a:p>
            <a:r>
              <a:rPr lang="en-US" dirty="0"/>
              <a:t>Identify features and their role</a:t>
            </a:r>
          </a:p>
          <a:p>
            <a:pPr lvl="1"/>
            <a:r>
              <a:rPr lang="en-US" b="1" dirty="0"/>
              <a:t>Target</a:t>
            </a:r>
            <a:r>
              <a:rPr lang="en-US" dirty="0"/>
              <a:t> variable for “Supervised Learning”, optional for “unsupervised” </a:t>
            </a:r>
          </a:p>
          <a:p>
            <a:pPr lvl="1"/>
            <a:r>
              <a:rPr lang="en-US" b="1" dirty="0"/>
              <a:t>Numeric features </a:t>
            </a:r>
            <a:r>
              <a:rPr lang="en-US" dirty="0"/>
              <a:t>(continuous numeric variables ) </a:t>
            </a:r>
          </a:p>
          <a:p>
            <a:pPr lvl="1"/>
            <a:r>
              <a:rPr lang="en-US" b="1" dirty="0"/>
              <a:t>Categorical features </a:t>
            </a:r>
            <a:r>
              <a:rPr lang="en-US" dirty="0"/>
              <a:t>(</a:t>
            </a:r>
            <a:r>
              <a:rPr lang="en-US" b="0" i="0" dirty="0">
                <a:solidFill>
                  <a:srgbClr val="374151"/>
                </a:solidFill>
                <a:effectLst/>
              </a:rPr>
              <a:t>limited number of possible values) </a:t>
            </a:r>
          </a:p>
          <a:p>
            <a:pPr lvl="2"/>
            <a:r>
              <a:rPr lang="en-US" dirty="0">
                <a:solidFill>
                  <a:srgbClr val="374151"/>
                </a:solidFill>
              </a:rPr>
              <a:t>Nominal - </a:t>
            </a:r>
            <a:r>
              <a:rPr lang="en-US" b="1" u="sng" dirty="0">
                <a:solidFill>
                  <a:srgbClr val="374151"/>
                </a:solidFill>
              </a:rPr>
              <a:t>do not </a:t>
            </a:r>
            <a:r>
              <a:rPr lang="en-US" dirty="0">
                <a:solidFill>
                  <a:srgbClr val="374151"/>
                </a:solidFill>
              </a:rPr>
              <a:t>have any inherent ordering or ranking</a:t>
            </a:r>
          </a:p>
          <a:p>
            <a:pPr lvl="2"/>
            <a:r>
              <a:rPr lang="en-US" dirty="0">
                <a:solidFill>
                  <a:srgbClr val="374151"/>
                </a:solidFill>
              </a:rPr>
              <a:t>Ordinal – have an inherent ordering or ranking </a:t>
            </a:r>
          </a:p>
          <a:p>
            <a:pPr lvl="1"/>
            <a:r>
              <a:rPr lang="en-US" b="1" dirty="0">
                <a:solidFill>
                  <a:srgbClr val="374151"/>
                </a:solidFill>
              </a:rPr>
              <a:t>Freeform Text </a:t>
            </a:r>
            <a:r>
              <a:rPr lang="en-US" dirty="0">
                <a:solidFill>
                  <a:srgbClr val="374151"/>
                </a:solidFill>
              </a:rPr>
              <a:t>( data is presented in natural language format ex. News articles, customer feedback, </a:t>
            </a:r>
            <a:r>
              <a:rPr lang="en-US" b="0" i="0" dirty="0">
                <a:solidFill>
                  <a:srgbClr val="374151"/>
                </a:solidFill>
                <a:effectLst/>
              </a:rPr>
              <a:t>social media posts, etc.</a:t>
            </a:r>
            <a:r>
              <a:rPr lang="en-US" dirty="0">
                <a:solidFill>
                  <a:srgbClr val="374151"/>
                </a:solidFill>
              </a:rPr>
              <a:t>) </a:t>
            </a:r>
          </a:p>
          <a:p>
            <a:r>
              <a:rPr lang="en-US" dirty="0">
                <a:solidFill>
                  <a:srgbClr val="374151"/>
                </a:solidFill>
              </a:rPr>
              <a:t>Identify pre-processing transformation steps : more later</a:t>
            </a:r>
          </a:p>
          <a:p>
            <a:r>
              <a:rPr lang="en-US" dirty="0">
                <a:solidFill>
                  <a:srgbClr val="374151"/>
                </a:solidFill>
              </a:rPr>
              <a:t>Identify algorithm to apply </a:t>
            </a:r>
          </a:p>
          <a:p>
            <a:r>
              <a:rPr lang="en-US" dirty="0">
                <a:solidFill>
                  <a:srgbClr val="374151"/>
                </a:solidFill>
                <a:latin typeface="Courier New" panose="02070309020205020404" pitchFamily="49" charset="0"/>
                <a:cs typeface="Courier New" panose="02070309020205020404" pitchFamily="49" charset="0"/>
              </a:rPr>
              <a:t>Train (.fit(</a:t>
            </a:r>
            <a:r>
              <a:rPr lang="en-US" dirty="0" err="1">
                <a:solidFill>
                  <a:srgbClr val="374151"/>
                </a:solidFill>
                <a:latin typeface="Courier New" panose="02070309020205020404" pitchFamily="49" charset="0"/>
                <a:cs typeface="Courier New" panose="02070309020205020404" pitchFamily="49" charset="0"/>
              </a:rPr>
              <a:t>X,y</a:t>
            </a:r>
            <a:r>
              <a:rPr lang="en-US" dirty="0">
                <a:solidFill>
                  <a:srgbClr val="374151"/>
                </a:solidFill>
                <a:latin typeface="Courier New" panose="02070309020205020404" pitchFamily="49" charset="0"/>
                <a:cs typeface="Courier New" panose="02070309020205020404" pitchFamily="49" charset="0"/>
              </a:rPr>
              <a:t>)) / Predict (.predict(X) and .</a:t>
            </a:r>
            <a:r>
              <a:rPr lang="en-US" dirty="0" err="1">
                <a:solidFill>
                  <a:srgbClr val="374151"/>
                </a:solidFill>
                <a:latin typeface="Courier New" panose="02070309020205020404" pitchFamily="49" charset="0"/>
                <a:cs typeface="Courier New" panose="02070309020205020404" pitchFamily="49" charset="0"/>
              </a:rPr>
              <a:t>predict_proba</a:t>
            </a:r>
            <a:r>
              <a:rPr lang="en-US" dirty="0">
                <a:solidFill>
                  <a:srgbClr val="374151"/>
                </a:solidFill>
                <a:latin typeface="Courier New" panose="02070309020205020404" pitchFamily="49" charset="0"/>
                <a:cs typeface="Courier New" panose="02070309020205020404" pitchFamily="49" charset="0"/>
              </a:rPr>
              <a:t>(X))</a:t>
            </a:r>
          </a:p>
          <a:p>
            <a:pPr lvl="1"/>
            <a:endParaRPr lang="en-US" dirty="0">
              <a:solidFill>
                <a:srgbClr val="374151"/>
              </a:solidFill>
            </a:endParaRPr>
          </a:p>
          <a:p>
            <a:pPr lvl="1"/>
            <a:endParaRPr lang="en-US" dirty="0"/>
          </a:p>
        </p:txBody>
      </p:sp>
      <p:sp>
        <p:nvSpPr>
          <p:cNvPr id="4" name="Slide Number Placeholder 3">
            <a:extLst>
              <a:ext uri="{FF2B5EF4-FFF2-40B4-BE49-F238E27FC236}">
                <a16:creationId xmlns:a16="http://schemas.microsoft.com/office/drawing/2014/main" id="{5840289B-BA8C-0506-8621-80F445C41B38}"/>
              </a:ext>
            </a:extLst>
          </p:cNvPr>
          <p:cNvSpPr>
            <a:spLocks noGrp="1"/>
          </p:cNvSpPr>
          <p:nvPr>
            <p:ph type="sldNum" sz="quarter" idx="12"/>
          </p:nvPr>
        </p:nvSpPr>
        <p:spPr/>
        <p:txBody>
          <a:bodyPr/>
          <a:lstStyle/>
          <a:p>
            <a:fld id="{02456A73-CB17-B748-BD2A-A20F5DD59EC7}" type="slidenum">
              <a:rPr lang="en-US" smtClean="0"/>
              <a:pPr/>
              <a:t>27</a:t>
            </a:fld>
            <a:endParaRPr lang="en-US" dirty="0"/>
          </a:p>
        </p:txBody>
      </p:sp>
    </p:spTree>
    <p:extLst>
      <p:ext uri="{BB962C8B-B14F-4D97-AF65-F5344CB8AC3E}">
        <p14:creationId xmlns:p14="http://schemas.microsoft.com/office/powerpoint/2010/main" val="29616495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7E8-7F83-85BF-4340-7E95AC15038C}"/>
              </a:ext>
            </a:extLst>
          </p:cNvPr>
          <p:cNvSpPr>
            <a:spLocks noGrp="1"/>
          </p:cNvSpPr>
          <p:nvPr>
            <p:ph type="title"/>
          </p:nvPr>
        </p:nvSpPr>
        <p:spPr/>
        <p:txBody>
          <a:bodyPr/>
          <a:lstStyle/>
          <a:p>
            <a:r>
              <a:rPr lang="en-US" dirty="0"/>
              <a:t>Why pipelines </a:t>
            </a:r>
          </a:p>
        </p:txBody>
      </p:sp>
      <p:sp>
        <p:nvSpPr>
          <p:cNvPr id="3" name="Content Placeholder 2">
            <a:extLst>
              <a:ext uri="{FF2B5EF4-FFF2-40B4-BE49-F238E27FC236}">
                <a16:creationId xmlns:a16="http://schemas.microsoft.com/office/drawing/2014/main" id="{E7D18A54-BDD2-3188-6656-716CA0CB6DF0}"/>
              </a:ext>
            </a:extLst>
          </p:cNvPr>
          <p:cNvSpPr>
            <a:spLocks noGrp="1"/>
          </p:cNvSpPr>
          <p:nvPr>
            <p:ph idx="1"/>
          </p:nvPr>
        </p:nvSpPr>
        <p:spPr/>
        <p:txBody>
          <a:bodyPr>
            <a:normAutofit fontScale="85000" lnSpcReduction="10000"/>
          </a:bodyPr>
          <a:lstStyle/>
          <a:p>
            <a:pPr algn="l">
              <a:buFont typeface="Arial" panose="020B0604020202020204" pitchFamily="34" charset="0"/>
              <a:buChar char="•"/>
            </a:pPr>
            <a:r>
              <a:rPr lang="en-US" sz="1800" b="1" i="0" dirty="0">
                <a:solidFill>
                  <a:srgbClr val="374151"/>
                </a:solidFill>
                <a:effectLst/>
              </a:rPr>
              <a:t>Consistent data preprocessing: </a:t>
            </a:r>
            <a:r>
              <a:rPr lang="en-US" sz="1800" b="0" i="0" dirty="0">
                <a:solidFill>
                  <a:srgbClr val="374151"/>
                </a:solidFill>
                <a:effectLst/>
              </a:rPr>
              <a:t>By using a pipeline, you can ensure that the same preprocessing steps are applied to both the training and testing data, avoiding data leakage and improving the reliability of your model.</a:t>
            </a:r>
          </a:p>
          <a:p>
            <a:pPr algn="l">
              <a:buFont typeface="Arial" panose="020B0604020202020204" pitchFamily="34" charset="0"/>
              <a:buChar char="•"/>
            </a:pPr>
            <a:r>
              <a:rPr lang="en-US" sz="1800" b="1" i="0" dirty="0">
                <a:solidFill>
                  <a:srgbClr val="374151"/>
                </a:solidFill>
                <a:effectLst/>
              </a:rPr>
              <a:t>Simplified workflow: </a:t>
            </a:r>
            <a:r>
              <a:rPr lang="en-US" sz="1800" b="0" i="0" dirty="0">
                <a:solidFill>
                  <a:srgbClr val="374151"/>
                </a:solidFill>
                <a:effectLst/>
              </a:rPr>
              <a:t>A pipeline can help streamline the machine learning workflow by automating the process of data transformation and model training, reducing the need for manual intervention and saving time.</a:t>
            </a:r>
          </a:p>
          <a:p>
            <a:pPr algn="l">
              <a:buFont typeface="Arial" panose="020B0604020202020204" pitchFamily="34" charset="0"/>
              <a:buChar char="•"/>
            </a:pPr>
            <a:r>
              <a:rPr lang="en-US" sz="1800" b="1" i="0" dirty="0">
                <a:solidFill>
                  <a:srgbClr val="374151"/>
                </a:solidFill>
                <a:effectLst/>
              </a:rPr>
              <a:t>Reduced risk of errors: </a:t>
            </a:r>
            <a:r>
              <a:rPr lang="en-US" sz="1800" b="0" i="0" dirty="0">
                <a:solidFill>
                  <a:srgbClr val="374151"/>
                </a:solidFill>
                <a:effectLst/>
              </a:rPr>
              <a:t>By eliminating the need to manually apply preprocessing steps to the data, pipelines can reduce the risk of human error and improve the accuracy of the results.</a:t>
            </a:r>
          </a:p>
          <a:p>
            <a:pPr algn="l">
              <a:buFont typeface="Arial" panose="020B0604020202020204" pitchFamily="34" charset="0"/>
              <a:buChar char="•"/>
            </a:pPr>
            <a:r>
              <a:rPr lang="en-US" sz="1800" b="1" i="0" dirty="0">
                <a:solidFill>
                  <a:srgbClr val="374151"/>
                </a:solidFill>
                <a:effectLst/>
              </a:rPr>
              <a:t>Reproducibility: </a:t>
            </a:r>
            <a:r>
              <a:rPr lang="en-US" sz="1800" b="0" i="0" dirty="0">
                <a:solidFill>
                  <a:srgbClr val="374151"/>
                </a:solidFill>
                <a:effectLst/>
              </a:rPr>
              <a:t>By defining a pipeline that includes all the necessary steps, you can ensure that the model can be easily reproduced, allowing others to replicate your results and validate your findings.</a:t>
            </a:r>
          </a:p>
          <a:p>
            <a:pPr algn="l">
              <a:buFont typeface="Arial" panose="020B0604020202020204" pitchFamily="34" charset="0"/>
              <a:buChar char="•"/>
            </a:pPr>
            <a:r>
              <a:rPr lang="en-US" sz="1800" b="1" i="0" dirty="0">
                <a:solidFill>
                  <a:srgbClr val="374151"/>
                </a:solidFill>
                <a:effectLst/>
              </a:rPr>
              <a:t>Hyperparameter optimization: </a:t>
            </a:r>
            <a:r>
              <a:rPr lang="en-US" sz="1800" b="0" i="0" dirty="0">
                <a:solidFill>
                  <a:srgbClr val="374151"/>
                </a:solidFill>
                <a:effectLst/>
              </a:rPr>
              <a:t>Pipelines can be combined with hyperparameter optimization techniques, such as Grid Search, to automatically optimize the hyperparameters of the entire pipeline, improving the performance of the model.</a:t>
            </a:r>
          </a:p>
          <a:p>
            <a:pPr algn="l">
              <a:buFont typeface="Arial" panose="020B0604020202020204" pitchFamily="34" charset="0"/>
              <a:buChar char="•"/>
            </a:pPr>
            <a:r>
              <a:rPr lang="en-US" sz="1800" b="1" i="0" dirty="0">
                <a:solidFill>
                  <a:srgbClr val="374151"/>
                </a:solidFill>
                <a:effectLst/>
              </a:rPr>
              <a:t>Flexibility: </a:t>
            </a:r>
            <a:r>
              <a:rPr lang="en-US" sz="1800" b="0" i="0" dirty="0">
                <a:solidFill>
                  <a:srgbClr val="374151"/>
                </a:solidFill>
                <a:effectLst/>
              </a:rPr>
              <a:t>Pipelines can be easily modified by adding or removing steps, allowing you to experiment with different combinations of preprocessing steps and machine learning algorithms. This makes it easy to try out different models and find the best approach for your specific problem.</a:t>
            </a:r>
          </a:p>
          <a:p>
            <a:endParaRPr lang="en-US" sz="1800" dirty="0"/>
          </a:p>
        </p:txBody>
      </p:sp>
      <p:sp>
        <p:nvSpPr>
          <p:cNvPr id="4" name="Slide Number Placeholder 3">
            <a:extLst>
              <a:ext uri="{FF2B5EF4-FFF2-40B4-BE49-F238E27FC236}">
                <a16:creationId xmlns:a16="http://schemas.microsoft.com/office/drawing/2014/main" id="{D4485643-B7BB-1ADE-0759-D7F4326CBFFE}"/>
              </a:ext>
            </a:extLst>
          </p:cNvPr>
          <p:cNvSpPr>
            <a:spLocks noGrp="1"/>
          </p:cNvSpPr>
          <p:nvPr>
            <p:ph type="sldNum" sz="quarter" idx="12"/>
          </p:nvPr>
        </p:nvSpPr>
        <p:spPr/>
        <p:txBody>
          <a:bodyPr/>
          <a:lstStyle/>
          <a:p>
            <a:fld id="{02456A73-CB17-B748-BD2A-A20F5DD59EC7}" type="slidenum">
              <a:rPr lang="en-US" smtClean="0"/>
              <a:pPr/>
              <a:t>28</a:t>
            </a:fld>
            <a:endParaRPr lang="en-US" dirty="0"/>
          </a:p>
        </p:txBody>
      </p:sp>
    </p:spTree>
    <p:extLst>
      <p:ext uri="{BB962C8B-B14F-4D97-AF65-F5344CB8AC3E}">
        <p14:creationId xmlns:p14="http://schemas.microsoft.com/office/powerpoint/2010/main" val="58506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2A047-29C1-215F-DEAA-91AC17DBD95A}"/>
              </a:ext>
            </a:extLst>
          </p:cNvPr>
          <p:cNvSpPr>
            <a:spLocks noGrp="1"/>
          </p:cNvSpPr>
          <p:nvPr>
            <p:ph type="title"/>
          </p:nvPr>
        </p:nvSpPr>
        <p:spPr/>
        <p:txBody>
          <a:bodyPr/>
          <a:lstStyle/>
          <a:p>
            <a:r>
              <a:rPr lang="en-US" dirty="0"/>
              <a:t>Example Pipeline </a:t>
            </a:r>
          </a:p>
        </p:txBody>
      </p:sp>
      <p:sp>
        <p:nvSpPr>
          <p:cNvPr id="4" name="Slide Number Placeholder 3">
            <a:extLst>
              <a:ext uri="{FF2B5EF4-FFF2-40B4-BE49-F238E27FC236}">
                <a16:creationId xmlns:a16="http://schemas.microsoft.com/office/drawing/2014/main" id="{C6FE32D2-FAA7-A18C-A19B-4175FF9A830F}"/>
              </a:ext>
            </a:extLst>
          </p:cNvPr>
          <p:cNvSpPr>
            <a:spLocks noGrp="1"/>
          </p:cNvSpPr>
          <p:nvPr>
            <p:ph type="sldNum" sz="quarter" idx="12"/>
          </p:nvPr>
        </p:nvSpPr>
        <p:spPr/>
        <p:txBody>
          <a:bodyPr/>
          <a:lstStyle/>
          <a:p>
            <a:fld id="{02456A73-CB17-B748-BD2A-A20F5DD59EC7}" type="slidenum">
              <a:rPr lang="en-US" smtClean="0"/>
              <a:pPr/>
              <a:t>29</a:t>
            </a:fld>
            <a:endParaRPr lang="en-US" dirty="0"/>
          </a:p>
        </p:txBody>
      </p:sp>
      <p:sp>
        <p:nvSpPr>
          <p:cNvPr id="6" name="TextBox 5">
            <a:extLst>
              <a:ext uri="{FF2B5EF4-FFF2-40B4-BE49-F238E27FC236}">
                <a16:creationId xmlns:a16="http://schemas.microsoft.com/office/drawing/2014/main" id="{5152B782-4EAB-7789-9088-DCAF7A99D920}"/>
              </a:ext>
            </a:extLst>
          </p:cNvPr>
          <p:cNvSpPr txBox="1"/>
          <p:nvPr/>
        </p:nvSpPr>
        <p:spPr>
          <a:xfrm>
            <a:off x="446918" y="2126589"/>
            <a:ext cx="11643482" cy="4247317"/>
          </a:xfrm>
          <a:prstGeom prst="rect">
            <a:avLst/>
          </a:prstGeom>
          <a:solidFill>
            <a:schemeClr val="bg2"/>
          </a:solidFill>
        </p:spPr>
        <p:txBody>
          <a:bodyPr wrap="square">
            <a:spAutoFit/>
          </a:bodyPr>
          <a:lstStyle/>
          <a:p>
            <a:r>
              <a:rPr lang="en-US" b="0" dirty="0">
                <a:solidFill>
                  <a:srgbClr val="008000"/>
                </a:solidFill>
                <a:effectLst/>
                <a:latin typeface="Courier New" panose="02070309020205020404" pitchFamily="49" charset="0"/>
              </a:rPr>
              <a:t># Define the preprocessing steps for numeric and categorical data</a:t>
            </a:r>
            <a:endParaRPr lang="en-US" b="0" dirty="0">
              <a:solidFill>
                <a:srgbClr val="000000"/>
              </a:solidFill>
              <a:effectLst/>
              <a:latin typeface="Courier New" panose="02070309020205020404" pitchFamily="49" charset="0"/>
            </a:endParaRPr>
          </a:p>
          <a:p>
            <a:r>
              <a:rPr lang="en-US" b="1" dirty="0" err="1">
                <a:solidFill>
                  <a:srgbClr val="000000"/>
                </a:solidFill>
                <a:effectLst/>
                <a:latin typeface="Courier New" panose="02070309020205020404" pitchFamily="49" charset="0"/>
              </a:rPr>
              <a:t>numeric_transformer</a:t>
            </a:r>
            <a:r>
              <a:rPr lang="en-US" b="1" dirty="0">
                <a:solidFill>
                  <a:srgbClr val="000000"/>
                </a:solidFill>
                <a:effectLst/>
                <a:latin typeface="Courier New" panose="02070309020205020404" pitchFamily="49" charset="0"/>
              </a:rPr>
              <a:t> </a:t>
            </a:r>
            <a:r>
              <a:rPr lang="en-US" b="0" dirty="0">
                <a:solidFill>
                  <a:srgbClr val="000000"/>
                </a:solidFill>
                <a:effectLst/>
                <a:latin typeface="Courier New" panose="02070309020205020404" pitchFamily="49" charset="0"/>
              </a:rPr>
              <a:t>= Pipeline(steps=[</a:t>
            </a:r>
          </a:p>
          <a:p>
            <a:r>
              <a:rPr lang="en-US" dirty="0">
                <a:solidFill>
                  <a:srgbClr val="000000"/>
                </a:solidFill>
                <a:latin typeface="Courier New" panose="02070309020205020404" pitchFamily="49" charset="0"/>
              </a:rPr>
              <a:t>	</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'scaler'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StandardScaler</a:t>
            </a:r>
            <a:r>
              <a:rPr lang="en-US" b="0" dirty="0">
                <a:solidFill>
                  <a:srgbClr val="000000"/>
                </a:solidFill>
                <a:effectLst/>
                <a:latin typeface="Courier New" panose="02070309020205020404" pitchFamily="49" charset="0"/>
              </a:rPr>
              <a:t>())])</a:t>
            </a:r>
            <a:br>
              <a:rPr lang="en-US" b="0" dirty="0">
                <a:solidFill>
                  <a:srgbClr val="000000"/>
                </a:solidFill>
                <a:effectLst/>
                <a:latin typeface="Courier New" panose="02070309020205020404" pitchFamily="49" charset="0"/>
              </a:rPr>
            </a:br>
            <a:r>
              <a:rPr lang="en-US" b="1" dirty="0" err="1">
                <a:solidFill>
                  <a:srgbClr val="000000"/>
                </a:solidFill>
                <a:effectLst/>
                <a:latin typeface="Courier New" panose="02070309020205020404" pitchFamily="49" charset="0"/>
              </a:rPr>
              <a:t>categorical_transformer</a:t>
            </a:r>
            <a:r>
              <a:rPr lang="en-US" b="1" dirty="0">
                <a:solidFill>
                  <a:srgbClr val="000000"/>
                </a:solidFill>
                <a:effectLst/>
                <a:latin typeface="Courier New" panose="02070309020205020404" pitchFamily="49" charset="0"/>
              </a:rPr>
              <a:t> </a:t>
            </a:r>
            <a:r>
              <a:rPr lang="en-US" b="0" dirty="0">
                <a:solidFill>
                  <a:srgbClr val="000000"/>
                </a:solidFill>
                <a:effectLst/>
                <a:latin typeface="Courier New" panose="02070309020205020404" pitchFamily="49" charset="0"/>
              </a:rPr>
              <a:t>= Pipeline(steps=[</a:t>
            </a:r>
          </a:p>
          <a:p>
            <a:r>
              <a:rPr lang="en-US" b="0" dirty="0">
                <a:solidFill>
                  <a:srgbClr val="000000"/>
                </a:solidFill>
                <a:effectLst/>
                <a:latin typeface="Courier New" panose="02070309020205020404" pitchFamily="49" charset="0"/>
              </a:rPr>
              <a:t>	(</a:t>
            </a:r>
            <a:r>
              <a:rPr lang="en-US" b="0" dirty="0">
                <a:solidFill>
                  <a:srgbClr val="A31515"/>
                </a:solidFill>
                <a:effectLst/>
                <a:latin typeface="Courier New" panose="02070309020205020404" pitchFamily="49" charset="0"/>
              </a:rPr>
              <a:t>'encoder'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OneHotEncoder</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handle_unknown</a:t>
            </a:r>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'ignore'</a:t>
            </a:r>
            <a:r>
              <a:rPr lang="en-US" b="0" dirty="0">
                <a:solidFill>
                  <a:srgbClr val="000000"/>
                </a:solidFill>
                <a:effectLst/>
                <a:latin typeface="Courier New" panose="02070309020205020404" pitchFamily="49" charset="0"/>
              </a:rPr>
              <a:t>))])</a:t>
            </a: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Define the </a:t>
            </a:r>
            <a:r>
              <a:rPr lang="en-US" b="0" dirty="0" err="1">
                <a:solidFill>
                  <a:srgbClr val="008000"/>
                </a:solidFill>
                <a:effectLst/>
                <a:latin typeface="Courier New" panose="02070309020205020404" pitchFamily="49" charset="0"/>
              </a:rPr>
              <a:t>ColumnTransformer</a:t>
            </a:r>
            <a:r>
              <a:rPr lang="en-US" b="0" dirty="0">
                <a:solidFill>
                  <a:srgbClr val="008000"/>
                </a:solidFill>
                <a:effectLst/>
                <a:latin typeface="Courier New" panose="02070309020205020404" pitchFamily="49" charset="0"/>
              </a:rPr>
              <a:t> to apply the transformers to the appropriate columns</a:t>
            </a:r>
            <a:endParaRPr lang="en-US" b="0" dirty="0">
              <a:solidFill>
                <a:srgbClr val="000000"/>
              </a:solidFill>
              <a:effectLst/>
              <a:latin typeface="Courier New" panose="02070309020205020404" pitchFamily="49" charset="0"/>
            </a:endParaRPr>
          </a:p>
          <a:p>
            <a:r>
              <a:rPr lang="en-US" b="1" dirty="0">
                <a:solidFill>
                  <a:srgbClr val="000000"/>
                </a:solidFill>
                <a:effectLst/>
                <a:latin typeface="Courier New" panose="02070309020205020404" pitchFamily="49" charset="0"/>
              </a:rPr>
              <a:t>preprocessor</a:t>
            </a:r>
            <a:r>
              <a:rPr lang="en-US" b="0" dirty="0">
                <a:solidFill>
                  <a:srgbClr val="000000"/>
                </a:solidFill>
                <a:effectLst/>
                <a:latin typeface="Courier New" panose="02070309020205020404" pitchFamily="49" charset="0"/>
              </a:rPr>
              <a:t> = </a:t>
            </a:r>
            <a:r>
              <a:rPr lang="en-US" b="0" dirty="0" err="1">
                <a:solidFill>
                  <a:srgbClr val="000000"/>
                </a:solidFill>
                <a:effectLst/>
                <a:latin typeface="Courier New" panose="02070309020205020404" pitchFamily="49" charset="0"/>
              </a:rPr>
              <a:t>ColumnTransformer</a:t>
            </a:r>
            <a:r>
              <a:rPr lang="en-US" b="0" dirty="0">
                <a:solidFill>
                  <a:srgbClr val="000000"/>
                </a:solidFill>
                <a:effectLst/>
                <a:latin typeface="Courier New" panose="02070309020205020404" pitchFamily="49" charset="0"/>
              </a:rPr>
              <a:t>(transformers=[</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'num'</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numeric_transformer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numeric_features</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'cat'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categorical_transformer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categorical_features</a:t>
            </a:r>
            <a:r>
              <a:rPr lang="en-US" b="0" dirty="0">
                <a:solidFill>
                  <a:srgbClr val="000000"/>
                </a:solidFill>
                <a:effectLst/>
                <a:latin typeface="Courier New" panose="02070309020205020404" pitchFamily="49" charset="0"/>
              </a:rPr>
              <a:t>)])</a:t>
            </a:r>
          </a:p>
          <a:p>
            <a:br>
              <a:rPr lang="en-US" b="0" dirty="0">
                <a:solidFill>
                  <a:srgbClr val="000000"/>
                </a:solidFill>
                <a:effectLst/>
                <a:latin typeface="Courier New" panose="02070309020205020404" pitchFamily="49" charset="0"/>
              </a:rPr>
            </a:br>
            <a:r>
              <a:rPr lang="en-US" b="0" dirty="0">
                <a:solidFill>
                  <a:srgbClr val="008000"/>
                </a:solidFill>
                <a:effectLst/>
                <a:latin typeface="Courier New" panose="02070309020205020404" pitchFamily="49" charset="0"/>
              </a:rPr>
              <a:t># Define the pipeline</a:t>
            </a:r>
            <a:endParaRPr lang="en-US" b="0" dirty="0">
              <a:solidFill>
                <a:srgbClr val="000000"/>
              </a:solidFill>
              <a:effectLst/>
              <a:latin typeface="Courier New" panose="02070309020205020404" pitchFamily="49" charset="0"/>
            </a:endParaRPr>
          </a:p>
          <a:p>
            <a:r>
              <a:rPr lang="en-US" b="1" dirty="0">
                <a:solidFill>
                  <a:srgbClr val="000000"/>
                </a:solidFill>
                <a:effectLst/>
                <a:latin typeface="Courier New" panose="02070309020205020404" pitchFamily="49" charset="0"/>
              </a:rPr>
              <a:t>pipeline</a:t>
            </a:r>
            <a:r>
              <a:rPr lang="en-US" b="0" dirty="0">
                <a:solidFill>
                  <a:srgbClr val="000000"/>
                </a:solidFill>
                <a:effectLst/>
                <a:latin typeface="Courier New" panose="02070309020205020404" pitchFamily="49" charset="0"/>
              </a:rPr>
              <a:t> = Pipeline(steps=[</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'preprocessor'</a:t>
            </a:r>
            <a:r>
              <a:rPr lang="en-US" b="0" dirty="0">
                <a:solidFill>
                  <a:srgbClr val="000000"/>
                </a:solidFill>
                <a:effectLst/>
                <a:latin typeface="Courier New" panose="02070309020205020404" pitchFamily="49" charset="0"/>
              </a:rPr>
              <a:t>, </a:t>
            </a:r>
            <a:r>
              <a:rPr lang="en-US" b="1" dirty="0">
                <a:solidFill>
                  <a:srgbClr val="000000"/>
                </a:solidFill>
                <a:effectLst/>
                <a:latin typeface="Courier New" panose="02070309020205020404" pitchFamily="49" charset="0"/>
              </a:rPr>
              <a:t>preprocessor</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'classifier'</a:t>
            </a:r>
            <a:r>
              <a:rPr lang="en-US" b="0" dirty="0">
                <a:solidFill>
                  <a:srgbClr val="000000"/>
                </a:solidFill>
                <a:effectLst/>
                <a:latin typeface="Courier New" panose="02070309020205020404" pitchFamily="49" charset="0"/>
              </a:rPr>
              <a:t>, </a:t>
            </a:r>
            <a:r>
              <a:rPr lang="en-US" b="1" dirty="0" err="1">
                <a:solidFill>
                  <a:srgbClr val="000000"/>
                </a:solidFill>
                <a:effectLst/>
                <a:latin typeface="Courier New" panose="02070309020205020404" pitchFamily="49" charset="0"/>
              </a:rPr>
              <a:t>RandomForestClassifier</a:t>
            </a:r>
            <a:r>
              <a:rPr lang="en-US"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4272231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DE05-81A1-4530-6504-D28C145ED177}"/>
              </a:ext>
            </a:extLst>
          </p:cNvPr>
          <p:cNvSpPr>
            <a:spLocks noGrp="1"/>
          </p:cNvSpPr>
          <p:nvPr>
            <p:ph type="title"/>
          </p:nvPr>
        </p:nvSpPr>
        <p:spPr/>
        <p:txBody>
          <a:bodyPr/>
          <a:lstStyle/>
          <a:p>
            <a:r>
              <a:rPr lang="en-US" dirty="0"/>
              <a:t>Categorical Transformations </a:t>
            </a:r>
          </a:p>
        </p:txBody>
      </p:sp>
      <p:sp>
        <p:nvSpPr>
          <p:cNvPr id="3" name="Content Placeholder 2">
            <a:extLst>
              <a:ext uri="{FF2B5EF4-FFF2-40B4-BE49-F238E27FC236}">
                <a16:creationId xmlns:a16="http://schemas.microsoft.com/office/drawing/2014/main" id="{F6061F36-6483-2BCD-4E8E-1E33448E23E1}"/>
              </a:ext>
            </a:extLst>
          </p:cNvPr>
          <p:cNvSpPr>
            <a:spLocks noGrp="1"/>
          </p:cNvSpPr>
          <p:nvPr>
            <p:ph idx="1"/>
          </p:nvPr>
        </p:nvSpPr>
        <p:spPr/>
        <p:txBody>
          <a:bodyPr>
            <a:normAutofit lnSpcReduction="10000"/>
          </a:bodyPr>
          <a:lstStyle/>
          <a:p>
            <a:pPr marL="0" indent="0" algn="ctr">
              <a:buNone/>
            </a:pPr>
            <a:r>
              <a:rPr lang="en-US" sz="2400" b="0" i="1" dirty="0">
                <a:solidFill>
                  <a:srgbClr val="374151"/>
                </a:solidFill>
                <a:effectLst/>
              </a:rPr>
              <a:t>Categorical features must be transformed into a numerical representation that can be used by machine learning algorithms</a:t>
            </a:r>
          </a:p>
          <a:p>
            <a:pPr>
              <a:buFont typeface="Arial" panose="020B0604020202020204" pitchFamily="34" charset="0"/>
              <a:buChar char="•"/>
            </a:pPr>
            <a:r>
              <a:rPr lang="en-US" b="0" i="0" dirty="0" err="1">
                <a:solidFill>
                  <a:srgbClr val="374151"/>
                </a:solidFill>
                <a:effectLst/>
              </a:rPr>
              <a:t>SimpleImputer</a:t>
            </a:r>
            <a:r>
              <a:rPr lang="en-US" dirty="0">
                <a:solidFill>
                  <a:srgbClr val="374151"/>
                </a:solidFill>
              </a:rPr>
              <a:t>(): handles missing values. </a:t>
            </a:r>
            <a:r>
              <a:rPr lang="en-US" b="0" i="0" dirty="0">
                <a:solidFill>
                  <a:srgbClr val="374151"/>
                </a:solidFill>
                <a:effectLst/>
              </a:rPr>
              <a:t>a common approach is to impute the missing values using the most frequent category in the data. </a:t>
            </a:r>
          </a:p>
          <a:p>
            <a:pPr>
              <a:buFont typeface="Arial" panose="020B0604020202020204" pitchFamily="34" charset="0"/>
              <a:buChar char="•"/>
            </a:pPr>
            <a:r>
              <a:rPr lang="en-US" b="0" i="0" dirty="0" err="1">
                <a:solidFill>
                  <a:srgbClr val="374151"/>
                </a:solidFill>
                <a:effectLst/>
              </a:rPr>
              <a:t>OneHotEncoder</a:t>
            </a:r>
            <a:r>
              <a:rPr lang="en-US" dirty="0">
                <a:solidFill>
                  <a:srgbClr val="374151"/>
                </a:solidFill>
              </a:rPr>
              <a:t>(): </a:t>
            </a:r>
            <a:r>
              <a:rPr lang="en-US" b="0" i="0" dirty="0">
                <a:solidFill>
                  <a:srgbClr val="374151"/>
                </a:solidFill>
                <a:effectLst/>
              </a:rPr>
              <a:t>creates a new binary feature for each category in the original feature, indicating the presence or absence of that category. </a:t>
            </a:r>
          </a:p>
          <a:p>
            <a:pPr>
              <a:buFont typeface="Arial" panose="020B0604020202020204" pitchFamily="34" charset="0"/>
              <a:buChar char="•"/>
            </a:pPr>
            <a:r>
              <a:rPr lang="en-US" b="0" i="0" dirty="0" err="1">
                <a:solidFill>
                  <a:srgbClr val="374151"/>
                </a:solidFill>
                <a:effectLst/>
              </a:rPr>
              <a:t>LabelEncoder</a:t>
            </a:r>
            <a:r>
              <a:rPr lang="en-US" b="0" i="0" dirty="0">
                <a:solidFill>
                  <a:srgbClr val="374151"/>
                </a:solidFill>
                <a:effectLst/>
              </a:rPr>
              <a:t> (): assigns a unique integer value to each category in the original feature, based on the frequency of each category in the data. </a:t>
            </a:r>
          </a:p>
          <a:p>
            <a:pPr>
              <a:buFont typeface="Arial" panose="020B0604020202020204" pitchFamily="34" charset="0"/>
              <a:buChar char="•"/>
            </a:pPr>
            <a:r>
              <a:rPr lang="en-US" b="0" i="0" dirty="0" err="1">
                <a:solidFill>
                  <a:srgbClr val="374151"/>
                </a:solidFill>
                <a:effectLst/>
              </a:rPr>
              <a:t>OrdinalEncoder</a:t>
            </a:r>
            <a:r>
              <a:rPr lang="en-US" dirty="0">
                <a:solidFill>
                  <a:srgbClr val="374151"/>
                </a:solidFill>
              </a:rPr>
              <a:t>()</a:t>
            </a:r>
            <a:r>
              <a:rPr lang="en-US" b="0" i="0" dirty="0">
                <a:solidFill>
                  <a:srgbClr val="374151"/>
                </a:solidFill>
                <a:effectLst/>
              </a:rPr>
              <a:t>: assigns a unique integer value to each category in the original feature, based on its order or ranking. </a:t>
            </a:r>
          </a:p>
          <a:p>
            <a:endParaRPr lang="en-US" dirty="0"/>
          </a:p>
        </p:txBody>
      </p:sp>
      <p:sp>
        <p:nvSpPr>
          <p:cNvPr id="4" name="Slide Number Placeholder 3">
            <a:extLst>
              <a:ext uri="{FF2B5EF4-FFF2-40B4-BE49-F238E27FC236}">
                <a16:creationId xmlns:a16="http://schemas.microsoft.com/office/drawing/2014/main" id="{2AF96B15-FD30-3BF4-2080-FC5D42AE48E5}"/>
              </a:ext>
            </a:extLst>
          </p:cNvPr>
          <p:cNvSpPr>
            <a:spLocks noGrp="1"/>
          </p:cNvSpPr>
          <p:nvPr>
            <p:ph type="sldNum" sz="quarter" idx="12"/>
          </p:nvPr>
        </p:nvSpPr>
        <p:spPr/>
        <p:txBody>
          <a:bodyPr/>
          <a:lstStyle/>
          <a:p>
            <a:fld id="{02456A73-CB17-B748-BD2A-A20F5DD59EC7}" type="slidenum">
              <a:rPr lang="en-US" smtClean="0"/>
              <a:pPr/>
              <a:t>30</a:t>
            </a:fld>
            <a:endParaRPr lang="en-US" dirty="0"/>
          </a:p>
        </p:txBody>
      </p:sp>
      <p:sp>
        <p:nvSpPr>
          <p:cNvPr id="5" name="Text Placeholder 4">
            <a:extLst>
              <a:ext uri="{FF2B5EF4-FFF2-40B4-BE49-F238E27FC236}">
                <a16:creationId xmlns:a16="http://schemas.microsoft.com/office/drawing/2014/main" id="{35195DED-4222-ED01-C0AE-B89EE6E86081}"/>
              </a:ext>
            </a:extLst>
          </p:cNvPr>
          <p:cNvSpPr>
            <a:spLocks noGrp="1"/>
          </p:cNvSpPr>
          <p:nvPr>
            <p:ph type="body" sz="half" idx="2"/>
          </p:nvPr>
        </p:nvSpPr>
        <p:spPr/>
        <p:txBody>
          <a:bodyPr/>
          <a:lstStyle/>
          <a:p>
            <a:r>
              <a:rPr lang="en-US" dirty="0"/>
              <a:t>Just the basics! </a:t>
            </a:r>
          </a:p>
        </p:txBody>
      </p:sp>
    </p:spTree>
    <p:extLst>
      <p:ext uri="{BB962C8B-B14F-4D97-AF65-F5344CB8AC3E}">
        <p14:creationId xmlns:p14="http://schemas.microsoft.com/office/powerpoint/2010/main" val="21449104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8DE05-81A1-4530-6504-D28C145ED177}"/>
              </a:ext>
            </a:extLst>
          </p:cNvPr>
          <p:cNvSpPr>
            <a:spLocks noGrp="1"/>
          </p:cNvSpPr>
          <p:nvPr>
            <p:ph type="title"/>
          </p:nvPr>
        </p:nvSpPr>
        <p:spPr/>
        <p:txBody>
          <a:bodyPr/>
          <a:lstStyle/>
          <a:p>
            <a:r>
              <a:rPr lang="en-US" dirty="0"/>
              <a:t>Numeric Transformations </a:t>
            </a:r>
          </a:p>
        </p:txBody>
      </p:sp>
      <p:sp>
        <p:nvSpPr>
          <p:cNvPr id="3" name="Content Placeholder 2">
            <a:extLst>
              <a:ext uri="{FF2B5EF4-FFF2-40B4-BE49-F238E27FC236}">
                <a16:creationId xmlns:a16="http://schemas.microsoft.com/office/drawing/2014/main" id="{F6061F36-6483-2BCD-4E8E-1E33448E23E1}"/>
              </a:ext>
            </a:extLst>
          </p:cNvPr>
          <p:cNvSpPr>
            <a:spLocks noGrp="1"/>
          </p:cNvSpPr>
          <p:nvPr>
            <p:ph idx="1"/>
          </p:nvPr>
        </p:nvSpPr>
        <p:spPr>
          <a:xfrm>
            <a:off x="664633" y="1981201"/>
            <a:ext cx="11148484" cy="4144963"/>
          </a:xfrm>
        </p:spPr>
        <p:txBody>
          <a:bodyPr>
            <a:normAutofit/>
          </a:bodyPr>
          <a:lstStyle/>
          <a:p>
            <a:pPr marL="0" indent="0" algn="ctr">
              <a:buNone/>
            </a:pPr>
            <a:r>
              <a:rPr lang="en-US" sz="2400" b="0" i="1" dirty="0">
                <a:solidFill>
                  <a:srgbClr val="374151"/>
                </a:solidFill>
                <a:effectLst/>
              </a:rPr>
              <a:t>Numeric features sometimes / often need to be transformed so that they can be used by specific machine learning algorithms</a:t>
            </a:r>
          </a:p>
          <a:p>
            <a:pPr>
              <a:buFont typeface="Arial" panose="020B0604020202020204" pitchFamily="34" charset="0"/>
              <a:buChar char="•"/>
            </a:pPr>
            <a:r>
              <a:rPr lang="en-US" b="0" i="0" dirty="0" err="1">
                <a:solidFill>
                  <a:srgbClr val="374151"/>
                </a:solidFill>
                <a:effectLst/>
              </a:rPr>
              <a:t>SimpleImputer</a:t>
            </a:r>
            <a:r>
              <a:rPr lang="en-US" dirty="0">
                <a:solidFill>
                  <a:srgbClr val="374151"/>
                </a:solidFill>
              </a:rPr>
              <a:t>(): Handles missing values. </a:t>
            </a:r>
            <a:r>
              <a:rPr lang="en-US" b="0" i="0" dirty="0">
                <a:solidFill>
                  <a:srgbClr val="374151"/>
                </a:solidFill>
                <a:effectLst/>
              </a:rPr>
              <a:t>a common approach is to impute the missing values using the mean or median of the data. . </a:t>
            </a:r>
          </a:p>
          <a:p>
            <a:r>
              <a:rPr lang="en-US" dirty="0" err="1"/>
              <a:t>StandardScaler</a:t>
            </a:r>
            <a:r>
              <a:rPr lang="en-US" dirty="0"/>
              <a:t>(): Standardizes the data by subtracting the mean and scaling to unit variance. </a:t>
            </a:r>
          </a:p>
          <a:p>
            <a:r>
              <a:rPr lang="en-US" dirty="0" err="1"/>
              <a:t>MinMaxScaler</a:t>
            </a:r>
            <a:r>
              <a:rPr lang="en-US" dirty="0"/>
              <a:t>(): Scales the data to a specified range, typically between 0 and 1. </a:t>
            </a:r>
          </a:p>
          <a:p>
            <a:r>
              <a:rPr lang="en-US" dirty="0"/>
              <a:t>Normalizer(): Scales the data so that each sample has a unit norm. It is commonly used for text data or sparse data.</a:t>
            </a:r>
          </a:p>
        </p:txBody>
      </p:sp>
      <p:sp>
        <p:nvSpPr>
          <p:cNvPr id="4" name="Slide Number Placeholder 3">
            <a:extLst>
              <a:ext uri="{FF2B5EF4-FFF2-40B4-BE49-F238E27FC236}">
                <a16:creationId xmlns:a16="http://schemas.microsoft.com/office/drawing/2014/main" id="{2AF96B15-FD30-3BF4-2080-FC5D42AE48E5}"/>
              </a:ext>
            </a:extLst>
          </p:cNvPr>
          <p:cNvSpPr>
            <a:spLocks noGrp="1"/>
          </p:cNvSpPr>
          <p:nvPr>
            <p:ph type="sldNum" sz="quarter" idx="12"/>
          </p:nvPr>
        </p:nvSpPr>
        <p:spPr/>
        <p:txBody>
          <a:bodyPr/>
          <a:lstStyle/>
          <a:p>
            <a:fld id="{02456A73-CB17-B748-BD2A-A20F5DD59EC7}" type="slidenum">
              <a:rPr lang="en-US" smtClean="0"/>
              <a:pPr/>
              <a:t>31</a:t>
            </a:fld>
            <a:endParaRPr lang="en-US" dirty="0"/>
          </a:p>
        </p:txBody>
      </p:sp>
      <p:sp>
        <p:nvSpPr>
          <p:cNvPr id="5" name="Text Placeholder 4">
            <a:extLst>
              <a:ext uri="{FF2B5EF4-FFF2-40B4-BE49-F238E27FC236}">
                <a16:creationId xmlns:a16="http://schemas.microsoft.com/office/drawing/2014/main" id="{35195DED-4222-ED01-C0AE-B89EE6E86081}"/>
              </a:ext>
            </a:extLst>
          </p:cNvPr>
          <p:cNvSpPr>
            <a:spLocks noGrp="1"/>
          </p:cNvSpPr>
          <p:nvPr>
            <p:ph type="body" sz="half" idx="2"/>
          </p:nvPr>
        </p:nvSpPr>
        <p:spPr/>
        <p:txBody>
          <a:bodyPr/>
          <a:lstStyle/>
          <a:p>
            <a:r>
              <a:rPr lang="en-US" dirty="0"/>
              <a:t>Just the basics! </a:t>
            </a:r>
          </a:p>
        </p:txBody>
      </p:sp>
    </p:spTree>
    <p:extLst>
      <p:ext uri="{BB962C8B-B14F-4D97-AF65-F5344CB8AC3E}">
        <p14:creationId xmlns:p14="http://schemas.microsoft.com/office/powerpoint/2010/main" val="366387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FEA47-5EF1-A5A7-C379-F69D8C500E65}"/>
              </a:ext>
            </a:extLst>
          </p:cNvPr>
          <p:cNvSpPr>
            <a:spLocks noGrp="1"/>
          </p:cNvSpPr>
          <p:nvPr>
            <p:ph type="title"/>
          </p:nvPr>
        </p:nvSpPr>
        <p:spPr/>
        <p:txBody>
          <a:bodyPr/>
          <a:lstStyle/>
          <a:p>
            <a:r>
              <a:rPr lang="en-US" dirty="0"/>
              <a:t>Column Transformer</a:t>
            </a:r>
          </a:p>
        </p:txBody>
      </p:sp>
      <p:sp>
        <p:nvSpPr>
          <p:cNvPr id="3" name="Content Placeholder 2">
            <a:extLst>
              <a:ext uri="{FF2B5EF4-FFF2-40B4-BE49-F238E27FC236}">
                <a16:creationId xmlns:a16="http://schemas.microsoft.com/office/drawing/2014/main" id="{11A06E2C-827A-9C82-A329-A44A77743D8C}"/>
              </a:ext>
            </a:extLst>
          </p:cNvPr>
          <p:cNvSpPr>
            <a:spLocks noGrp="1"/>
          </p:cNvSpPr>
          <p:nvPr>
            <p:ph idx="1"/>
          </p:nvPr>
        </p:nvSpPr>
        <p:spPr/>
        <p:txBody>
          <a:bodyPr/>
          <a:lstStyle/>
          <a:p>
            <a:pPr marL="0" indent="0" algn="ctr">
              <a:buNone/>
            </a:pPr>
            <a:r>
              <a:rPr lang="en-US" b="0" i="0" dirty="0">
                <a:solidFill>
                  <a:srgbClr val="374151"/>
                </a:solidFill>
                <a:effectLst/>
              </a:rPr>
              <a:t>Column transformers apply different preprocessing steps(ex. numeric and categorical transformations) to different columns in the data, allowing you to handle both numeric and categorical features in the same pipeline.</a:t>
            </a:r>
          </a:p>
          <a:p>
            <a:r>
              <a:rPr lang="en-US" dirty="0"/>
              <a:t>Ties related pre-processing steps together</a:t>
            </a:r>
          </a:p>
          <a:p>
            <a:r>
              <a:rPr lang="en-US" dirty="0"/>
              <a:t>Simplifies the workflow </a:t>
            </a:r>
          </a:p>
        </p:txBody>
      </p:sp>
      <p:sp>
        <p:nvSpPr>
          <p:cNvPr id="4" name="Slide Number Placeholder 3">
            <a:extLst>
              <a:ext uri="{FF2B5EF4-FFF2-40B4-BE49-F238E27FC236}">
                <a16:creationId xmlns:a16="http://schemas.microsoft.com/office/drawing/2014/main" id="{0728B0A9-9F2C-FA1F-2893-643E6BCB6F1B}"/>
              </a:ext>
            </a:extLst>
          </p:cNvPr>
          <p:cNvSpPr>
            <a:spLocks noGrp="1"/>
          </p:cNvSpPr>
          <p:nvPr>
            <p:ph type="sldNum" sz="quarter" idx="12"/>
          </p:nvPr>
        </p:nvSpPr>
        <p:spPr/>
        <p:txBody>
          <a:bodyPr/>
          <a:lstStyle/>
          <a:p>
            <a:fld id="{02456A73-CB17-B748-BD2A-A20F5DD59EC7}" type="slidenum">
              <a:rPr lang="en-US" smtClean="0"/>
              <a:pPr/>
              <a:t>32</a:t>
            </a:fld>
            <a:endParaRPr lang="en-US" dirty="0"/>
          </a:p>
        </p:txBody>
      </p:sp>
      <p:sp>
        <p:nvSpPr>
          <p:cNvPr id="6" name="TextBox 5">
            <a:extLst>
              <a:ext uri="{FF2B5EF4-FFF2-40B4-BE49-F238E27FC236}">
                <a16:creationId xmlns:a16="http://schemas.microsoft.com/office/drawing/2014/main" id="{5E987307-B3C1-CD67-8F78-DC7817716BA5}"/>
              </a:ext>
            </a:extLst>
          </p:cNvPr>
          <p:cNvSpPr txBox="1"/>
          <p:nvPr/>
        </p:nvSpPr>
        <p:spPr>
          <a:xfrm>
            <a:off x="823436" y="4371838"/>
            <a:ext cx="9916281" cy="1754326"/>
          </a:xfrm>
          <a:prstGeom prst="rect">
            <a:avLst/>
          </a:prstGeom>
          <a:noFill/>
        </p:spPr>
        <p:txBody>
          <a:bodyPr wrap="square">
            <a:spAutoFit/>
          </a:bodyPr>
          <a:lstStyle/>
          <a:p>
            <a:r>
              <a:rPr lang="en-US" b="0" dirty="0">
                <a:solidFill>
                  <a:srgbClr val="000000"/>
                </a:solidFill>
                <a:effectLst/>
                <a:latin typeface="Courier New" panose="02070309020205020404" pitchFamily="49" charset="0"/>
              </a:rPr>
              <a:t>preprocessor = </a:t>
            </a:r>
            <a:r>
              <a:rPr lang="en-US" b="0" dirty="0" err="1">
                <a:solidFill>
                  <a:srgbClr val="000000"/>
                </a:solidFill>
                <a:effectLst/>
                <a:latin typeface="Courier New" panose="02070309020205020404" pitchFamily="49" charset="0"/>
              </a:rPr>
              <a:t>ColumnTransformer</a:t>
            </a:r>
            <a:r>
              <a:rPr lang="en-US" b="0" dirty="0">
                <a:solidFill>
                  <a:srgbClr val="000000"/>
                </a:solidFill>
                <a:effectLst/>
                <a:latin typeface="Courier New" panose="02070309020205020404" pitchFamily="49" charset="0"/>
              </a:rPr>
              <a:t>(transformers=[</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'num'</a:t>
            </a:r>
            <a:r>
              <a:rPr lang="en-US" b="0" dirty="0">
                <a:solidFill>
                  <a:srgbClr val="000000"/>
                </a:solidFill>
                <a:effectLst/>
                <a:latin typeface="Courier New" panose="02070309020205020404" pitchFamily="49" charset="0"/>
              </a:rPr>
              <a:t>, numeric_transformer1, </a:t>
            </a:r>
            <a:r>
              <a:rPr lang="en-US" b="0" dirty="0" err="1">
                <a:solidFill>
                  <a:srgbClr val="000000"/>
                </a:solidFill>
                <a:effectLst/>
                <a:latin typeface="Courier New" panose="02070309020205020404" pitchFamily="49" charset="0"/>
              </a:rPr>
              <a:t>numeric_features</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‘num2'</a:t>
            </a:r>
            <a:r>
              <a:rPr lang="en-US" b="0" dirty="0">
                <a:solidFill>
                  <a:srgbClr val="000000"/>
                </a:solidFill>
                <a:effectLst/>
                <a:latin typeface="Courier New" panose="02070309020205020404" pitchFamily="49" charset="0"/>
              </a:rPr>
              <a:t>, numeric_transformer2, numeric_features2),</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'cat'</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categorical_transformer</a:t>
            </a:r>
            <a:r>
              <a:rPr lang="en-US" b="0" dirty="0">
                <a:solidFill>
                  <a:srgbClr val="000000"/>
                </a:solidFill>
                <a:effectLst/>
                <a:latin typeface="Courier New" panose="02070309020205020404" pitchFamily="49" charset="0"/>
              </a:rPr>
              <a:t>, </a:t>
            </a:r>
            <a:r>
              <a:rPr lang="en-US" b="0" dirty="0" err="1">
                <a:solidFill>
                  <a:srgbClr val="000000"/>
                </a:solidFill>
                <a:effectLst/>
                <a:latin typeface="Courier New" panose="02070309020205020404" pitchFamily="49" charset="0"/>
              </a:rPr>
              <a:t>categorical_features</a:t>
            </a:r>
            <a:r>
              <a:rPr lang="en-US" b="0" dirty="0">
                <a:solidFill>
                  <a:srgbClr val="000000"/>
                </a:solidFill>
                <a:effectLst/>
                <a:latin typeface="Courier New" panose="02070309020205020404" pitchFamily="49" charset="0"/>
              </a:rPr>
              <a:t>)</a:t>
            </a:r>
          </a:p>
          <a:p>
            <a:r>
              <a:rPr lang="en-US" b="0" dirty="0">
                <a:solidFill>
                  <a:srgbClr val="000000"/>
                </a:solidFill>
                <a:effectLst/>
                <a:latin typeface="Courier New" panose="02070309020205020404" pitchFamily="49" charset="0"/>
              </a:rPr>
              <a:t>(</a:t>
            </a:r>
            <a:r>
              <a:rPr lang="en-US" b="0" dirty="0">
                <a:solidFill>
                  <a:srgbClr val="A31515"/>
                </a:solidFill>
                <a:effectLst/>
                <a:latin typeface="Courier New" panose="02070309020205020404" pitchFamily="49" charset="0"/>
              </a:rPr>
              <a:t>‘cat2'</a:t>
            </a:r>
            <a:r>
              <a:rPr lang="en-US" b="0" dirty="0">
                <a:solidFill>
                  <a:srgbClr val="000000"/>
                </a:solidFill>
                <a:effectLst/>
                <a:latin typeface="Courier New" panose="02070309020205020404" pitchFamily="49" charset="0"/>
              </a:rPr>
              <a:t>, categorical_transformer2, categorical_features2)</a:t>
            </a:r>
          </a:p>
          <a:p>
            <a:r>
              <a:rPr lang="en-US" b="0" dirty="0">
                <a:solidFill>
                  <a:srgbClr val="000000"/>
                </a:solidFill>
                <a:effectLst/>
                <a:latin typeface="Courier New" panose="02070309020205020404" pitchFamily="49" charset="0"/>
              </a:rPr>
              <a:t>])</a:t>
            </a:r>
          </a:p>
        </p:txBody>
      </p:sp>
    </p:spTree>
    <p:extLst>
      <p:ext uri="{BB962C8B-B14F-4D97-AF65-F5344CB8AC3E}">
        <p14:creationId xmlns:p14="http://schemas.microsoft.com/office/powerpoint/2010/main" val="2735407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26810-5793-839A-CB4D-0AFCD1FFE12A}"/>
              </a:ext>
            </a:extLst>
          </p:cNvPr>
          <p:cNvSpPr>
            <a:spLocks noGrp="1"/>
          </p:cNvSpPr>
          <p:nvPr>
            <p:ph type="title"/>
          </p:nvPr>
        </p:nvSpPr>
        <p:spPr>
          <a:xfrm>
            <a:off x="835152" y="256032"/>
            <a:ext cx="10521696" cy="609600"/>
          </a:xfrm>
        </p:spPr>
        <p:txBody>
          <a:bodyPr anchor="ctr">
            <a:normAutofit/>
          </a:bodyPr>
          <a:lstStyle/>
          <a:p>
            <a:pPr>
              <a:lnSpc>
                <a:spcPct val="90000"/>
              </a:lnSpc>
            </a:pPr>
            <a:r>
              <a:rPr lang="en-US" dirty="0"/>
              <a:t>Pipeline</a:t>
            </a:r>
            <a:endParaRPr lang="en-US"/>
          </a:p>
        </p:txBody>
      </p:sp>
      <p:sp>
        <p:nvSpPr>
          <p:cNvPr id="6" name="Text Placeholder 5">
            <a:extLst>
              <a:ext uri="{FF2B5EF4-FFF2-40B4-BE49-F238E27FC236}">
                <a16:creationId xmlns:a16="http://schemas.microsoft.com/office/drawing/2014/main" id="{5F5AB8F5-1D01-44E2-5B4A-CD5CB56EA8A9}"/>
              </a:ext>
            </a:extLst>
          </p:cNvPr>
          <p:cNvSpPr>
            <a:spLocks noGrp="1"/>
          </p:cNvSpPr>
          <p:nvPr>
            <p:ph type="body" sz="quarter" idx="12"/>
          </p:nvPr>
        </p:nvSpPr>
        <p:spPr>
          <a:xfrm>
            <a:off x="835152" y="853440"/>
            <a:ext cx="10521696" cy="365760"/>
          </a:xfrm>
        </p:spPr>
        <p:txBody>
          <a:bodyPr wrap="square" anchor="ctr">
            <a:normAutofit/>
          </a:bodyPr>
          <a:lstStyle/>
          <a:p>
            <a:pPr>
              <a:lnSpc>
                <a:spcPct val="90000"/>
              </a:lnSpc>
              <a:spcAft>
                <a:spcPts val="600"/>
              </a:spcAft>
            </a:pPr>
            <a:r>
              <a:rPr lang="en-US" sz="1800"/>
              <a:t>Simply ties everything together</a:t>
            </a:r>
          </a:p>
        </p:txBody>
      </p:sp>
      <p:sp>
        <p:nvSpPr>
          <p:cNvPr id="5" name="Content Placeholder 4">
            <a:extLst>
              <a:ext uri="{FF2B5EF4-FFF2-40B4-BE49-F238E27FC236}">
                <a16:creationId xmlns:a16="http://schemas.microsoft.com/office/drawing/2014/main" id="{7131EF85-85E3-89A1-783C-873999A60134}"/>
              </a:ext>
            </a:extLst>
          </p:cNvPr>
          <p:cNvSpPr>
            <a:spLocks noGrp="1"/>
          </p:cNvSpPr>
          <p:nvPr>
            <p:ph sz="quarter" idx="11"/>
          </p:nvPr>
        </p:nvSpPr>
        <p:spPr>
          <a:xfrm>
            <a:off x="835152" y="1355281"/>
            <a:ext cx="10521696" cy="4857137"/>
          </a:xfrm>
        </p:spPr>
        <p:txBody>
          <a:bodyPr wrap="square" anchor="t">
            <a:normAutofit/>
          </a:bodyPr>
          <a:lstStyle/>
          <a:p>
            <a:pPr marL="0" indent="0">
              <a:lnSpc>
                <a:spcPct val="90000"/>
              </a:lnSpc>
              <a:buNone/>
            </a:pPr>
            <a:r>
              <a:rPr lang="en-US" sz="1900" b="0" i="0">
                <a:effectLst/>
              </a:rPr>
              <a:t>A </a:t>
            </a:r>
            <a:r>
              <a:rPr lang="en-US" sz="1900" b="1" i="0" u="sng">
                <a:effectLst/>
              </a:rPr>
              <a:t>pipeline</a:t>
            </a:r>
            <a:r>
              <a:rPr lang="en-US" sz="1900" b="0" i="0">
                <a:effectLst/>
              </a:rPr>
              <a:t> is a series of data processing steps and model specifications that are chained together to create a complete machine learning workflow. Pipelines can include any combination of data preprocessing steps, such as scaling, encoding, imputation, and feature selection, as well as machine learning algorithms for modeling and prediction.</a:t>
            </a:r>
          </a:p>
          <a:p>
            <a:pPr>
              <a:lnSpc>
                <a:spcPct val="90000"/>
              </a:lnSpc>
              <a:buFont typeface="Arial" panose="020B0604020202020204" pitchFamily="34" charset="0"/>
              <a:buChar char="•"/>
            </a:pPr>
            <a:r>
              <a:rPr lang="en-US" sz="1900" b="0" i="0">
                <a:effectLst/>
              </a:rPr>
              <a:t>The Pipeline class allows you to define a </a:t>
            </a:r>
            <a:r>
              <a:rPr lang="en-US" sz="1900" b="1" i="0" u="sng">
                <a:effectLst/>
              </a:rPr>
              <a:t>sequence of transformers and a final estimator</a:t>
            </a:r>
            <a:r>
              <a:rPr lang="en-US" sz="1900" b="0" i="0">
                <a:effectLst/>
              </a:rPr>
              <a:t>, which can be any Scikit-learn transformer or machine learning algorithm.</a:t>
            </a:r>
          </a:p>
          <a:p>
            <a:pPr lvl="1">
              <a:lnSpc>
                <a:spcPct val="90000"/>
              </a:lnSpc>
              <a:buFont typeface="Arial" panose="020B0604020202020204" pitchFamily="34" charset="0"/>
              <a:buChar char="•"/>
            </a:pPr>
            <a:r>
              <a:rPr lang="en-US" sz="1900" b="0" i="0">
                <a:solidFill>
                  <a:schemeClr val="bg1"/>
                </a:solidFill>
                <a:effectLst/>
              </a:rPr>
              <a:t>Estimator = Machine Learning Model </a:t>
            </a:r>
          </a:p>
          <a:p>
            <a:pPr>
              <a:lnSpc>
                <a:spcPct val="90000"/>
              </a:lnSpc>
              <a:buFont typeface="Arial" panose="020B0604020202020204" pitchFamily="34" charset="0"/>
              <a:buChar char="•"/>
            </a:pPr>
            <a:r>
              <a:rPr lang="en-US" sz="1900" b="0" i="0">
                <a:effectLst/>
              </a:rPr>
              <a:t>Pipelines </a:t>
            </a:r>
            <a:r>
              <a:rPr lang="en-US" sz="1900" b="1" i="0" u="sng">
                <a:effectLst/>
              </a:rPr>
              <a:t>ensure that the same preprocessing steps </a:t>
            </a:r>
            <a:r>
              <a:rPr lang="en-US" sz="1900" b="0" i="0">
                <a:effectLst/>
              </a:rPr>
              <a:t>are applied consistently to both the training and testing data, reducing the risk of data leakage and improving the accuracy of the model.</a:t>
            </a:r>
          </a:p>
          <a:p>
            <a:pPr>
              <a:lnSpc>
                <a:spcPct val="90000"/>
              </a:lnSpc>
              <a:buFont typeface="Arial" panose="020B0604020202020204" pitchFamily="34" charset="0"/>
              <a:buChar char="•"/>
            </a:pPr>
            <a:r>
              <a:rPr lang="en-US" sz="1900" b="0" i="0">
                <a:effectLst/>
              </a:rPr>
              <a:t>Pipelines can be </a:t>
            </a:r>
            <a:r>
              <a:rPr lang="en-US" sz="1900" b="1" i="0" u="sng">
                <a:effectLst/>
              </a:rPr>
              <a:t>easily modified </a:t>
            </a:r>
            <a:r>
              <a:rPr lang="en-US" sz="1900" b="0" i="0">
                <a:effectLst/>
              </a:rPr>
              <a:t>by adding or removing steps, allowing you to experiment with different combinations of preprocessing steps and machine learning algorithms.</a:t>
            </a:r>
          </a:p>
          <a:p>
            <a:pPr>
              <a:lnSpc>
                <a:spcPct val="90000"/>
              </a:lnSpc>
              <a:buFont typeface="Arial" panose="020B0604020202020204" pitchFamily="34" charset="0"/>
              <a:buChar char="•"/>
            </a:pPr>
            <a:r>
              <a:rPr lang="en-US" sz="1900" b="0" i="0">
                <a:effectLst/>
              </a:rPr>
              <a:t>Pipelines </a:t>
            </a:r>
            <a:r>
              <a:rPr lang="en-US" sz="1900" b="1" i="0" u="sng">
                <a:effectLst/>
              </a:rPr>
              <a:t>can be saved and loaded </a:t>
            </a:r>
            <a:r>
              <a:rPr lang="en-US" sz="1900" b="0" i="0">
                <a:effectLst/>
              </a:rPr>
              <a:t>using the </a:t>
            </a:r>
            <a:r>
              <a:rPr lang="en-US" sz="1900" b="0" i="0" err="1">
                <a:effectLst/>
              </a:rPr>
              <a:t>joblib</a:t>
            </a:r>
            <a:r>
              <a:rPr lang="en-US" sz="1900" b="0" i="0">
                <a:effectLst/>
              </a:rPr>
              <a:t> library, allowing you to easily reuse pipelines across different projects or share them with others.</a:t>
            </a:r>
          </a:p>
          <a:p>
            <a:pPr>
              <a:lnSpc>
                <a:spcPct val="90000"/>
              </a:lnSpc>
            </a:pPr>
            <a:endParaRPr lang="en-US" sz="1900"/>
          </a:p>
        </p:txBody>
      </p:sp>
      <p:sp>
        <p:nvSpPr>
          <p:cNvPr id="4" name="Slide Number Placeholder 3">
            <a:extLst>
              <a:ext uri="{FF2B5EF4-FFF2-40B4-BE49-F238E27FC236}">
                <a16:creationId xmlns:a16="http://schemas.microsoft.com/office/drawing/2014/main" id="{A8861401-388B-DB1A-7770-45794382AAF2}"/>
              </a:ext>
            </a:extLst>
          </p:cNvPr>
          <p:cNvSpPr>
            <a:spLocks noGrp="1"/>
          </p:cNvSpPr>
          <p:nvPr>
            <p:ph type="sldNum" sz="quarter" idx="14"/>
          </p:nvPr>
        </p:nvSpPr>
        <p:spPr>
          <a:xfrm>
            <a:off x="11074400" y="242235"/>
            <a:ext cx="738717" cy="365125"/>
          </a:xfrm>
        </p:spPr>
        <p:txBody>
          <a:bodyPr anchor="ctr">
            <a:normAutofit/>
          </a:bodyPr>
          <a:lstStyle/>
          <a:p>
            <a:pPr>
              <a:spcAft>
                <a:spcPts val="600"/>
              </a:spcAft>
            </a:pPr>
            <a:fld id="{02456A73-CB17-B748-BD2A-A20F5DD59EC7}" type="slidenum">
              <a:rPr lang="en-US" smtClean="0"/>
              <a:pPr>
                <a:spcAft>
                  <a:spcPts val="600"/>
                </a:spcAft>
              </a:pPr>
              <a:t>33</a:t>
            </a:fld>
            <a:endParaRPr lang="en-US"/>
          </a:p>
        </p:txBody>
      </p:sp>
    </p:spTree>
    <p:extLst>
      <p:ext uri="{BB962C8B-B14F-4D97-AF65-F5344CB8AC3E}">
        <p14:creationId xmlns:p14="http://schemas.microsoft.com/office/powerpoint/2010/main" val="411371603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3C51AF-40AA-5B5B-0C4D-B3B11F45EEA6}"/>
              </a:ext>
            </a:extLst>
          </p:cNvPr>
          <p:cNvSpPr>
            <a:spLocks noGrp="1"/>
          </p:cNvSpPr>
          <p:nvPr>
            <p:ph type="title"/>
          </p:nvPr>
        </p:nvSpPr>
        <p:spPr/>
        <p:txBody>
          <a:bodyPr/>
          <a:lstStyle/>
          <a:p>
            <a:r>
              <a:rPr lang="en-US" dirty="0"/>
              <a:t>Two Phases of Machine Learning Models </a:t>
            </a:r>
          </a:p>
        </p:txBody>
      </p:sp>
      <p:sp>
        <p:nvSpPr>
          <p:cNvPr id="3" name="Content Placeholder 2">
            <a:extLst>
              <a:ext uri="{FF2B5EF4-FFF2-40B4-BE49-F238E27FC236}">
                <a16:creationId xmlns:a16="http://schemas.microsoft.com/office/drawing/2014/main" id="{05798AD2-AD25-8956-82BE-6C4BE3C30673}"/>
              </a:ext>
            </a:extLst>
          </p:cNvPr>
          <p:cNvSpPr>
            <a:spLocks noGrp="1"/>
          </p:cNvSpPr>
          <p:nvPr>
            <p:ph idx="1"/>
          </p:nvPr>
        </p:nvSpPr>
        <p:spPr/>
        <p:txBody>
          <a:bodyPr>
            <a:normAutofit fontScale="92500" lnSpcReduction="10000"/>
          </a:bodyPr>
          <a:lstStyle/>
          <a:p>
            <a:pPr marL="0" indent="0" algn="ctr">
              <a:buNone/>
            </a:pPr>
            <a:r>
              <a:rPr lang="en-US" dirty="0">
                <a:highlight>
                  <a:srgbClr val="FFFF65"/>
                </a:highlight>
                <a:latin typeface="Courier New" panose="02070309020205020404" pitchFamily="49" charset="0"/>
                <a:cs typeface="Courier New" panose="02070309020205020404" pitchFamily="49" charset="0"/>
              </a:rPr>
              <a:t>fit() method</a:t>
            </a:r>
            <a:r>
              <a:rPr lang="en-US" dirty="0">
                <a:latin typeface="Courier New" panose="02070309020205020404" pitchFamily="49" charset="0"/>
                <a:cs typeface="Courier New" panose="02070309020205020404" pitchFamily="49" charset="0"/>
              </a:rPr>
              <a:t>, </a:t>
            </a:r>
            <a:r>
              <a:rPr lang="en-US" dirty="0"/>
              <a:t>with pipelines Scikit-learn first applies the data transformations defined in the pipeline to the training data, and then fits the model to the transformed data.</a:t>
            </a:r>
          </a:p>
          <a:p>
            <a:r>
              <a:rPr lang="en-US" dirty="0"/>
              <a:t>This is the beauty of using pipelines in Scikit-learn!</a:t>
            </a:r>
          </a:p>
          <a:p>
            <a:pPr lvl="1"/>
            <a:r>
              <a:rPr lang="en-US" dirty="0"/>
              <a:t> By defining a series of preprocessing steps and a final estimator, you can ensure that all the necessary transformations are applied consistently to both the training and testing data.</a:t>
            </a:r>
          </a:p>
          <a:p>
            <a:r>
              <a:rPr lang="en-US" dirty="0"/>
              <a:t>The pipeline takes care of </a:t>
            </a:r>
            <a:r>
              <a:rPr lang="en-US" b="1" u="sng" dirty="0"/>
              <a:t>all the data transformations </a:t>
            </a:r>
            <a:r>
              <a:rPr lang="en-US" dirty="0"/>
              <a:t>and </a:t>
            </a:r>
            <a:r>
              <a:rPr lang="en-US" b="1" u="sng" dirty="0"/>
              <a:t>modeling steps </a:t>
            </a:r>
            <a:r>
              <a:rPr lang="en-US" dirty="0"/>
              <a:t>in a </a:t>
            </a:r>
            <a:r>
              <a:rPr lang="en-US" sz="3200" u="sng" dirty="0">
                <a:solidFill>
                  <a:srgbClr val="C00000"/>
                </a:solidFill>
              </a:rPr>
              <a:t>single, easy-to-use object.</a:t>
            </a:r>
          </a:p>
          <a:p>
            <a:pPr marL="0" indent="0" algn="ctr">
              <a:buNone/>
            </a:pPr>
            <a:r>
              <a:rPr lang="en-US" dirty="0">
                <a:highlight>
                  <a:srgbClr val="FFFF65"/>
                </a:highlight>
                <a:latin typeface="Courier New" panose="02070309020205020404" pitchFamily="49" charset="0"/>
                <a:cs typeface="Courier New" panose="02070309020205020404" pitchFamily="49" charset="0"/>
              </a:rPr>
              <a:t>predict()/</a:t>
            </a:r>
            <a:r>
              <a:rPr lang="en-US" dirty="0" err="1">
                <a:highlight>
                  <a:srgbClr val="FFFF65"/>
                </a:highlight>
                <a:latin typeface="Courier New" panose="02070309020205020404" pitchFamily="49" charset="0"/>
                <a:cs typeface="Courier New" panose="02070309020205020404" pitchFamily="49" charset="0"/>
              </a:rPr>
              <a:t>predict_proba</a:t>
            </a:r>
            <a:r>
              <a:rPr lang="en-US" dirty="0">
                <a:highlight>
                  <a:srgbClr val="FFFF65"/>
                </a:highlight>
                <a:latin typeface="Courier New" panose="02070309020205020404" pitchFamily="49" charset="0"/>
                <a:cs typeface="Courier New" panose="02070309020205020404" pitchFamily="49" charset="0"/>
              </a:rPr>
              <a:t>()</a:t>
            </a:r>
            <a:r>
              <a:rPr lang="en-US" dirty="0">
                <a:solidFill>
                  <a:srgbClr val="374151"/>
                </a:solidFill>
                <a:effectLst/>
                <a:highlight>
                  <a:srgbClr val="FFFF65"/>
                </a:highlight>
                <a:latin typeface="Courier New" panose="02070309020205020404" pitchFamily="49" charset="0"/>
                <a:cs typeface="Courier New" panose="02070309020205020404" pitchFamily="49" charset="0"/>
              </a:rPr>
              <a:t> methods </a:t>
            </a:r>
            <a:r>
              <a:rPr lang="en-US" b="0" i="0" dirty="0">
                <a:solidFill>
                  <a:srgbClr val="374151"/>
                </a:solidFill>
                <a:effectLst/>
              </a:rPr>
              <a:t>take as input the features of the </a:t>
            </a:r>
            <a:r>
              <a:rPr lang="en-US" sz="2800" b="1" i="0" u="sng" dirty="0">
                <a:solidFill>
                  <a:srgbClr val="374151"/>
                </a:solidFill>
                <a:effectLst/>
              </a:rPr>
              <a:t>new data </a:t>
            </a:r>
            <a:r>
              <a:rPr lang="en-US" b="0" i="0" dirty="0">
                <a:solidFill>
                  <a:srgbClr val="374151"/>
                </a:solidFill>
                <a:effectLst/>
              </a:rPr>
              <a:t>and returns a </a:t>
            </a:r>
            <a:r>
              <a:rPr lang="en-US" b="1" i="0" u="sng" dirty="0">
                <a:solidFill>
                  <a:srgbClr val="374151"/>
                </a:solidFill>
                <a:effectLst/>
              </a:rPr>
              <a:t>predicted target</a:t>
            </a:r>
            <a:r>
              <a:rPr lang="en-US" b="0" i="0" dirty="0">
                <a:solidFill>
                  <a:srgbClr val="374151"/>
                </a:solidFill>
                <a:effectLst/>
              </a:rPr>
              <a:t> or </a:t>
            </a:r>
            <a:r>
              <a:rPr lang="en-US" b="1" i="0" u="sng" dirty="0">
                <a:solidFill>
                  <a:srgbClr val="374151"/>
                </a:solidFill>
                <a:effectLst/>
              </a:rPr>
              <a:t>predicted probably </a:t>
            </a:r>
            <a:r>
              <a:rPr lang="en-US" b="0" i="0" dirty="0">
                <a:solidFill>
                  <a:srgbClr val="374151"/>
                </a:solidFill>
                <a:effectLst/>
              </a:rPr>
              <a:t>based on the model that was trained using the </a:t>
            </a:r>
            <a:r>
              <a:rPr lang="en-US" dirty="0">
                <a:latin typeface="Courier New" panose="02070309020205020404" pitchFamily="49" charset="0"/>
                <a:cs typeface="Courier New" panose="02070309020205020404" pitchFamily="49" charset="0"/>
              </a:rPr>
              <a:t>fit()</a:t>
            </a:r>
            <a:r>
              <a:rPr lang="en-US" dirty="0">
                <a:solidFill>
                  <a:srgbClr val="374151"/>
                </a:solidFill>
                <a:effectLst/>
                <a:latin typeface="Courier New" panose="02070309020205020404" pitchFamily="49" charset="0"/>
                <a:cs typeface="Courier New" panose="02070309020205020404" pitchFamily="49" charset="0"/>
              </a:rPr>
              <a:t> method.</a:t>
            </a:r>
            <a:endParaRPr lang="en-US" u="sng" dirty="0">
              <a:solidFill>
                <a:srgbClr val="C00000"/>
              </a:solidFill>
              <a:latin typeface="Courier New" panose="02070309020205020404" pitchFamily="49" charset="0"/>
              <a:cs typeface="Courier New" panose="02070309020205020404" pitchFamily="49" charset="0"/>
            </a:endParaRPr>
          </a:p>
        </p:txBody>
      </p:sp>
      <p:sp>
        <p:nvSpPr>
          <p:cNvPr id="4" name="Slide Number Placeholder 3">
            <a:extLst>
              <a:ext uri="{FF2B5EF4-FFF2-40B4-BE49-F238E27FC236}">
                <a16:creationId xmlns:a16="http://schemas.microsoft.com/office/drawing/2014/main" id="{E44F025D-F9D5-AE91-8CDE-7CFCDA89AADB}"/>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34</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30748D80-1958-D7FA-4AE7-338ACBE43D55}"/>
              </a:ext>
            </a:extLst>
          </p:cNvPr>
          <p:cNvSpPr>
            <a:spLocks noGrp="1"/>
          </p:cNvSpPr>
          <p:nvPr>
            <p:ph type="body" sz="half" idx="2"/>
          </p:nvPr>
        </p:nvSpPr>
        <p:spPr/>
        <p:txBody>
          <a:bodyPr/>
          <a:lstStyle/>
          <a:p>
            <a:r>
              <a:rPr lang="en-US" dirty="0"/>
              <a:t>Fit / Predict</a:t>
            </a:r>
          </a:p>
        </p:txBody>
      </p:sp>
    </p:spTree>
    <p:extLst>
      <p:ext uri="{BB962C8B-B14F-4D97-AF65-F5344CB8AC3E}">
        <p14:creationId xmlns:p14="http://schemas.microsoft.com/office/powerpoint/2010/main" val="39411742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62EE9-68D1-CF1B-CA57-F4EABD7775C5}"/>
              </a:ext>
            </a:extLst>
          </p:cNvPr>
          <p:cNvSpPr>
            <a:spLocks noGrp="1"/>
          </p:cNvSpPr>
          <p:nvPr>
            <p:ph type="title"/>
          </p:nvPr>
        </p:nvSpPr>
        <p:spPr/>
        <p:txBody>
          <a:bodyPr/>
          <a:lstStyle/>
          <a:p>
            <a:r>
              <a:rPr lang="en-US" dirty="0"/>
              <a:t>Two phases of pipelines </a:t>
            </a:r>
          </a:p>
        </p:txBody>
      </p:sp>
      <p:sp>
        <p:nvSpPr>
          <p:cNvPr id="3" name="Content Placeholder 2">
            <a:extLst>
              <a:ext uri="{FF2B5EF4-FFF2-40B4-BE49-F238E27FC236}">
                <a16:creationId xmlns:a16="http://schemas.microsoft.com/office/drawing/2014/main" id="{4B5F131F-F196-9AC0-54C3-17EE1F99AFD9}"/>
              </a:ext>
            </a:extLst>
          </p:cNvPr>
          <p:cNvSpPr>
            <a:spLocks noGrp="1"/>
          </p:cNvSpPr>
          <p:nvPr>
            <p:ph idx="1"/>
          </p:nvPr>
        </p:nvSpPr>
        <p:spPr/>
        <p:txBody>
          <a:bodyPr/>
          <a:lstStyle/>
          <a:p>
            <a:r>
              <a:rPr lang="en-US" b="0" dirty="0" err="1">
                <a:solidFill>
                  <a:srgbClr val="000000"/>
                </a:solidFill>
                <a:effectLst/>
                <a:latin typeface="Courier New" panose="02070309020205020404" pitchFamily="49" charset="0"/>
              </a:rPr>
              <a:t>Pipeline.fit</a:t>
            </a:r>
            <a:r>
              <a:rPr lang="en-US" b="0" dirty="0">
                <a:solidFill>
                  <a:srgbClr val="000000"/>
                </a:solidFill>
                <a:effectLst/>
                <a:latin typeface="Courier New" panose="02070309020205020404" pitchFamily="49" charset="0"/>
              </a:rPr>
              <a:t>(</a:t>
            </a:r>
            <a:r>
              <a:rPr lang="en-US" b="0" dirty="0" err="1">
                <a:solidFill>
                  <a:srgbClr val="000000"/>
                </a:solidFill>
                <a:effectLst/>
                <a:latin typeface="Courier New" panose="02070309020205020404" pitchFamily="49" charset="0"/>
              </a:rPr>
              <a:t>X_train,y</a:t>
            </a:r>
            <a:r>
              <a:rPr lang="en-US" b="0" dirty="0">
                <a:solidFill>
                  <a:srgbClr val="000000"/>
                </a:solidFill>
                <a:effectLst/>
                <a:latin typeface="Courier New" panose="02070309020205020404" pitchFamily="49" charset="0"/>
              </a:rPr>
              <a:t>)- </a:t>
            </a:r>
            <a:r>
              <a:rPr lang="en-US" b="0" dirty="0">
                <a:solidFill>
                  <a:srgbClr val="000000"/>
                </a:solidFill>
                <a:effectLst/>
              </a:rPr>
              <a:t>“Trains” the model by first applyin</a:t>
            </a:r>
            <a:r>
              <a:rPr lang="en-US" dirty="0">
                <a:solidFill>
                  <a:srgbClr val="000000"/>
                </a:solidFill>
              </a:rPr>
              <a:t>g the pre-processing steps in the pipeline then applying the model training step. </a:t>
            </a:r>
            <a:endParaRPr lang="en-US" b="0" dirty="0">
              <a:solidFill>
                <a:srgbClr val="000000"/>
              </a:solidFill>
              <a:effectLst/>
              <a:latin typeface="Courier New" panose="02070309020205020404" pitchFamily="49" charset="0"/>
            </a:endParaRPr>
          </a:p>
          <a:p>
            <a:r>
              <a:rPr lang="en-US" dirty="0" err="1">
                <a:solidFill>
                  <a:srgbClr val="000000"/>
                </a:solidFill>
                <a:latin typeface="Courier New" panose="02070309020205020404" pitchFamily="49" charset="0"/>
              </a:rPr>
              <a:t>Pipeline.predict</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X_new</a:t>
            </a:r>
            <a:r>
              <a:rPr lang="en-US" dirty="0">
                <a:solidFill>
                  <a:srgbClr val="000000"/>
                </a:solidFill>
                <a:latin typeface="Courier New" panose="02070309020205020404" pitchFamily="49" charset="0"/>
              </a:rPr>
              <a:t>)- </a:t>
            </a:r>
            <a:r>
              <a:rPr lang="en-US" dirty="0">
                <a:solidFill>
                  <a:srgbClr val="000000"/>
                </a:solidFill>
              </a:rPr>
              <a:t>“makes a prediction” for estimation tasks it returns a continuous prediction, for classification or clustering tasks it returns class or cluster assignment</a:t>
            </a:r>
          </a:p>
          <a:p>
            <a:r>
              <a:rPr lang="en-US" dirty="0" err="1">
                <a:solidFill>
                  <a:srgbClr val="000000"/>
                </a:solidFill>
                <a:latin typeface="Courier New" panose="02070309020205020404" pitchFamily="49" charset="0"/>
              </a:rPr>
              <a:t>Pipeline.predict_proba</a:t>
            </a:r>
            <a:r>
              <a:rPr lang="en-US" dirty="0">
                <a:solidFill>
                  <a:srgbClr val="000000"/>
                </a:solidFill>
                <a:latin typeface="Courier New" panose="02070309020205020404" pitchFamily="49" charset="0"/>
              </a:rPr>
              <a:t>(</a:t>
            </a:r>
            <a:r>
              <a:rPr lang="en-US" dirty="0" err="1">
                <a:solidFill>
                  <a:srgbClr val="000000"/>
                </a:solidFill>
                <a:latin typeface="Courier New" panose="02070309020205020404" pitchFamily="49" charset="0"/>
              </a:rPr>
              <a:t>X_new</a:t>
            </a:r>
            <a:r>
              <a:rPr lang="en-US" dirty="0">
                <a:solidFill>
                  <a:srgbClr val="000000"/>
                </a:solidFill>
                <a:latin typeface="Courier New" panose="02070309020205020404" pitchFamily="49" charset="0"/>
              </a:rPr>
              <a:t>) - </a:t>
            </a:r>
            <a:r>
              <a:rPr lang="en-US" dirty="0">
                <a:solidFill>
                  <a:srgbClr val="000000"/>
                </a:solidFill>
              </a:rPr>
              <a:t>“makes a prediction” returning a probability of class assignment for classification tasks. </a:t>
            </a:r>
          </a:p>
          <a:p>
            <a:endParaRPr lang="en-US" dirty="0"/>
          </a:p>
        </p:txBody>
      </p:sp>
      <p:sp>
        <p:nvSpPr>
          <p:cNvPr id="4" name="Slide Number Placeholder 3">
            <a:extLst>
              <a:ext uri="{FF2B5EF4-FFF2-40B4-BE49-F238E27FC236}">
                <a16:creationId xmlns:a16="http://schemas.microsoft.com/office/drawing/2014/main" id="{474A8F1D-D9DE-9714-361A-6DA3BC3C4F37}"/>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35</a:t>
            </a:fld>
            <a:endParaRPr lang="en-US" dirty="0">
              <a:solidFill>
                <a:srgbClr val="FFFFFF"/>
              </a:solidFill>
              <a:latin typeface="Franklin Gothic Book"/>
            </a:endParaRPr>
          </a:p>
        </p:txBody>
      </p:sp>
      <p:sp>
        <p:nvSpPr>
          <p:cNvPr id="5" name="Text Placeholder 4">
            <a:extLst>
              <a:ext uri="{FF2B5EF4-FFF2-40B4-BE49-F238E27FC236}">
                <a16:creationId xmlns:a16="http://schemas.microsoft.com/office/drawing/2014/main" id="{FB54D437-3F13-709E-E086-6AAA0A8DE6D3}"/>
              </a:ext>
            </a:extLst>
          </p:cNvPr>
          <p:cNvSpPr>
            <a:spLocks noGrp="1"/>
          </p:cNvSpPr>
          <p:nvPr>
            <p:ph type="body" sz="half" idx="2"/>
          </p:nvPr>
        </p:nvSpPr>
        <p:spPr/>
        <p:txBody>
          <a:bodyPr/>
          <a:lstStyle/>
          <a:p>
            <a:r>
              <a:rPr lang="en-US" dirty="0"/>
              <a:t>Fit / Predict </a:t>
            </a:r>
          </a:p>
        </p:txBody>
      </p:sp>
    </p:spTree>
    <p:extLst>
      <p:ext uri="{BB962C8B-B14F-4D97-AF65-F5344CB8AC3E}">
        <p14:creationId xmlns:p14="http://schemas.microsoft.com/office/powerpoint/2010/main" val="16115549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53A46E79-0183-4F8E-8FA4-FA442210D4F9}"/>
              </a:ext>
            </a:extLst>
          </p:cNvPr>
          <p:cNvSpPr>
            <a:spLocks noGrp="1"/>
          </p:cNvSpPr>
          <p:nvPr>
            <p:ph type="title"/>
          </p:nvPr>
        </p:nvSpPr>
        <p:spPr>
          <a:xfrm>
            <a:off x="664633" y="484094"/>
            <a:ext cx="10075084" cy="1116106"/>
          </a:xfrm>
        </p:spPr>
        <p:txBody>
          <a:bodyPr/>
          <a:lstStyle/>
          <a:p>
            <a:r>
              <a:rPr lang="en-US" dirty="0"/>
              <a:t>Machine Learning </a:t>
            </a:r>
          </a:p>
        </p:txBody>
      </p:sp>
      <p:sp>
        <p:nvSpPr>
          <p:cNvPr id="4" name="Slide Number Placeholder 3">
            <a:extLst>
              <a:ext uri="{FF2B5EF4-FFF2-40B4-BE49-F238E27FC236}">
                <a16:creationId xmlns:a16="http://schemas.microsoft.com/office/drawing/2014/main" id="{6D485852-587F-7F97-CC1F-D7032D7E06FB}"/>
              </a:ext>
            </a:extLst>
          </p:cNvPr>
          <p:cNvSpPr>
            <a:spLocks noGrp="1"/>
          </p:cNvSpPr>
          <p:nvPr>
            <p:ph type="sldNum" sz="quarter" idx="12"/>
          </p:nvPr>
        </p:nvSpPr>
        <p:spPr>
          <a:xfrm>
            <a:off x="11166412" y="6426788"/>
            <a:ext cx="738717" cy="365125"/>
          </a:xfrm>
        </p:spPr>
        <p:txBody>
          <a:bodyPr anchor="ctr">
            <a:normAutofit/>
          </a:bodyPr>
          <a:lstStyle/>
          <a:p>
            <a:pPr>
              <a:spcAft>
                <a:spcPts val="600"/>
              </a:spcAft>
            </a:pPr>
            <a:fld id="{02456A73-CB17-B748-BD2A-A20F5DD59EC7}" type="slidenum">
              <a:rPr lang="en-US" smtClean="0"/>
              <a:pPr>
                <a:spcAft>
                  <a:spcPts val="600"/>
                </a:spcAft>
              </a:pPr>
              <a:t>36</a:t>
            </a:fld>
            <a:endParaRPr lang="en-US"/>
          </a:p>
        </p:txBody>
      </p:sp>
      <p:graphicFrame>
        <p:nvGraphicFramePr>
          <p:cNvPr id="6" name="Content Placeholder 2">
            <a:extLst>
              <a:ext uri="{FF2B5EF4-FFF2-40B4-BE49-F238E27FC236}">
                <a16:creationId xmlns:a16="http://schemas.microsoft.com/office/drawing/2014/main" id="{BFBCB12E-43E0-F41A-C8D4-3EFC18361FB1}"/>
              </a:ext>
            </a:extLst>
          </p:cNvPr>
          <p:cNvGraphicFramePr>
            <a:graphicFrameLocks noGrp="1"/>
          </p:cNvGraphicFramePr>
          <p:nvPr>
            <p:ph idx="1"/>
            <p:extLst>
              <p:ext uri="{D42A27DB-BD31-4B8C-83A1-F6EECF244321}">
                <p14:modId xmlns:p14="http://schemas.microsoft.com/office/powerpoint/2010/main" val="1573022453"/>
              </p:ext>
            </p:extLst>
          </p:nvPr>
        </p:nvGraphicFramePr>
        <p:xfrm>
          <a:off x="664633" y="1981201"/>
          <a:ext cx="10075084" cy="4144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830184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F08FF-0C59-0B46-892E-3E9A737CB334}"/>
              </a:ext>
            </a:extLst>
          </p:cNvPr>
          <p:cNvSpPr>
            <a:spLocks noGrp="1"/>
          </p:cNvSpPr>
          <p:nvPr>
            <p:ph type="title"/>
          </p:nvPr>
        </p:nvSpPr>
        <p:spPr/>
        <p:txBody>
          <a:bodyPr/>
          <a:lstStyle/>
          <a:p>
            <a:r>
              <a:rPr lang="en-US" dirty="0"/>
              <a:t>Machine Learning Model Building</a:t>
            </a:r>
          </a:p>
        </p:txBody>
      </p:sp>
      <p:sp>
        <p:nvSpPr>
          <p:cNvPr id="3" name="Content Placeholder 2">
            <a:extLst>
              <a:ext uri="{FF2B5EF4-FFF2-40B4-BE49-F238E27FC236}">
                <a16:creationId xmlns:a16="http://schemas.microsoft.com/office/drawing/2014/main" id="{FB24979C-3211-1944-9B1F-B1BB2CC930E0}"/>
              </a:ext>
            </a:extLst>
          </p:cNvPr>
          <p:cNvSpPr>
            <a:spLocks noGrp="1"/>
          </p:cNvSpPr>
          <p:nvPr>
            <p:ph idx="1"/>
          </p:nvPr>
        </p:nvSpPr>
        <p:spPr>
          <a:xfrm>
            <a:off x="664633" y="1981202"/>
            <a:ext cx="10075084" cy="1633368"/>
          </a:xfrm>
        </p:spPr>
        <p:txBody>
          <a:bodyPr/>
          <a:lstStyle/>
          <a:p>
            <a:r>
              <a:rPr lang="en-US" dirty="0"/>
              <a:t>Basic machine learning model building, and testing workflow is a batch process</a:t>
            </a:r>
          </a:p>
          <a:p>
            <a:pPr lvl="1"/>
            <a:r>
              <a:rPr lang="en-US" dirty="0"/>
              <a:t>Making sure of data integrity, especially the independent variable</a:t>
            </a:r>
          </a:p>
          <a:p>
            <a:pPr lvl="1"/>
            <a:r>
              <a:rPr lang="en-US" dirty="0"/>
              <a:t>Cross validate on training set on test set i.e., unseen dataset</a:t>
            </a:r>
          </a:p>
          <a:p>
            <a:pPr lvl="1"/>
            <a:r>
              <a:rPr lang="en-US" dirty="0"/>
              <a:t>Choose proper metrics that match the KPI goals</a:t>
            </a:r>
          </a:p>
        </p:txBody>
      </p:sp>
      <p:sp>
        <p:nvSpPr>
          <p:cNvPr id="4" name="Slide Number Placeholder 3">
            <a:extLst>
              <a:ext uri="{FF2B5EF4-FFF2-40B4-BE49-F238E27FC236}">
                <a16:creationId xmlns:a16="http://schemas.microsoft.com/office/drawing/2014/main" id="{1F3A10E4-9EE0-AF42-8389-B03664921A02}"/>
              </a:ext>
            </a:extLst>
          </p:cNvPr>
          <p:cNvSpPr>
            <a:spLocks noGrp="1"/>
          </p:cNvSpPr>
          <p:nvPr>
            <p:ph type="sldNum" sz="quarter" idx="12"/>
          </p:nvPr>
        </p:nvSpPr>
        <p:spPr/>
        <p:txBody>
          <a:bodyPr/>
          <a:lstStyle/>
          <a:p>
            <a:fld id="{02456A73-CB17-B748-BD2A-A20F5DD59EC7}" type="slidenum">
              <a:rPr lang="en-US" smtClean="0"/>
              <a:pPr/>
              <a:t>37</a:t>
            </a:fld>
            <a:endParaRPr lang="en-US" dirty="0"/>
          </a:p>
        </p:txBody>
      </p:sp>
      <p:pic>
        <p:nvPicPr>
          <p:cNvPr id="5" name="Picture 4">
            <a:extLst>
              <a:ext uri="{FF2B5EF4-FFF2-40B4-BE49-F238E27FC236}">
                <a16:creationId xmlns:a16="http://schemas.microsoft.com/office/drawing/2014/main" id="{7A50A02D-E6D6-7C4F-BA41-49104C0FC9CB}"/>
              </a:ext>
            </a:extLst>
          </p:cNvPr>
          <p:cNvPicPr>
            <a:picLocks noChangeAspect="1"/>
          </p:cNvPicPr>
          <p:nvPr/>
        </p:nvPicPr>
        <p:blipFill>
          <a:blip r:embed="rId2"/>
          <a:stretch>
            <a:fillRect/>
          </a:stretch>
        </p:blipFill>
        <p:spPr>
          <a:xfrm>
            <a:off x="914399" y="3587712"/>
            <a:ext cx="8437581" cy="2900207"/>
          </a:xfrm>
          <a:prstGeom prst="rect">
            <a:avLst/>
          </a:prstGeom>
        </p:spPr>
      </p:pic>
    </p:spTree>
    <p:extLst>
      <p:ext uri="{BB962C8B-B14F-4D97-AF65-F5344CB8AC3E}">
        <p14:creationId xmlns:p14="http://schemas.microsoft.com/office/powerpoint/2010/main" val="2216902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5C3C8BB-A58B-BF4D-841F-672E2B616CC1}"/>
              </a:ext>
            </a:extLst>
          </p:cNvPr>
          <p:cNvSpPr>
            <a:spLocks noGrp="1"/>
          </p:cNvSpPr>
          <p:nvPr>
            <p:ph type="title"/>
          </p:nvPr>
        </p:nvSpPr>
        <p:spPr/>
        <p:txBody>
          <a:bodyPr/>
          <a:lstStyle/>
          <a:p>
            <a:r>
              <a:rPr lang="en-US" dirty="0"/>
              <a:t>Evaluation of CLASSIFICATION  </a:t>
            </a:r>
          </a:p>
        </p:txBody>
      </p:sp>
      <p:sp>
        <p:nvSpPr>
          <p:cNvPr id="8" name="Content Placeholder 7">
            <a:extLst>
              <a:ext uri="{FF2B5EF4-FFF2-40B4-BE49-F238E27FC236}">
                <a16:creationId xmlns:a16="http://schemas.microsoft.com/office/drawing/2014/main" id="{E7CC7C0E-BFCD-CE46-9C0D-3EB3D6023762}"/>
              </a:ext>
            </a:extLst>
          </p:cNvPr>
          <p:cNvSpPr>
            <a:spLocks noGrp="1"/>
          </p:cNvSpPr>
          <p:nvPr>
            <p:ph idx="1"/>
          </p:nvPr>
        </p:nvSpPr>
        <p:spPr>
          <a:xfrm>
            <a:off x="664633" y="2065796"/>
            <a:ext cx="4447013" cy="4144963"/>
          </a:xfrm>
        </p:spPr>
        <p:txBody>
          <a:bodyPr/>
          <a:lstStyle/>
          <a:p>
            <a:pPr marL="0" indent="0">
              <a:buNone/>
            </a:pPr>
            <a:endParaRPr lang="en-US" dirty="0"/>
          </a:p>
          <a:p>
            <a:r>
              <a:rPr lang="en-US" dirty="0"/>
              <a:t>Classification is about </a:t>
            </a:r>
            <a:r>
              <a:rPr lang="en-US" b="1" u="sng" dirty="0"/>
              <a:t>Probably of belonging to a given class</a:t>
            </a:r>
          </a:p>
          <a:p>
            <a:pPr lvl="1"/>
            <a:r>
              <a:rPr lang="en-US" dirty="0"/>
              <a:t>Score Distribution from 0 – 1 </a:t>
            </a:r>
          </a:p>
          <a:p>
            <a:r>
              <a:rPr lang="en-US" dirty="0"/>
              <a:t>Evaluation of Classification Models:</a:t>
            </a:r>
          </a:p>
          <a:p>
            <a:pPr lvl="1"/>
            <a:r>
              <a:rPr lang="en-US" dirty="0"/>
              <a:t>Confusion Matrix </a:t>
            </a:r>
          </a:p>
          <a:p>
            <a:pPr lvl="2"/>
            <a:r>
              <a:rPr lang="en-US" dirty="0"/>
              <a:t>Accuracy</a:t>
            </a:r>
          </a:p>
          <a:p>
            <a:pPr lvl="2"/>
            <a:r>
              <a:rPr lang="en-US" dirty="0"/>
              <a:t>Precision </a:t>
            </a:r>
          </a:p>
          <a:p>
            <a:pPr lvl="2"/>
            <a:r>
              <a:rPr lang="en-US" dirty="0"/>
              <a:t>Recall</a:t>
            </a:r>
          </a:p>
        </p:txBody>
      </p:sp>
      <p:pic>
        <p:nvPicPr>
          <p:cNvPr id="1026" name="Picture 2" descr="Target HD Stock Images | Shutterstock">
            <a:extLst>
              <a:ext uri="{FF2B5EF4-FFF2-40B4-BE49-F238E27FC236}">
                <a16:creationId xmlns:a16="http://schemas.microsoft.com/office/drawing/2014/main" id="{95E14468-A2B6-724E-84B4-5AEA23B2B154}"/>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5815579" y="2150393"/>
            <a:ext cx="5576945" cy="39757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0984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A017E-5821-D24C-A744-3C784F0A66EE}"/>
              </a:ext>
            </a:extLst>
          </p:cNvPr>
          <p:cNvSpPr>
            <a:spLocks noGrp="1"/>
          </p:cNvSpPr>
          <p:nvPr>
            <p:ph type="title"/>
          </p:nvPr>
        </p:nvSpPr>
        <p:spPr/>
        <p:txBody>
          <a:bodyPr/>
          <a:lstStyle/>
          <a:p>
            <a:r>
              <a:rPr lang="en-US" dirty="0"/>
              <a:t>Understanding the Confusion Matrix </a:t>
            </a:r>
          </a:p>
        </p:txBody>
      </p:sp>
      <p:grpSp>
        <p:nvGrpSpPr>
          <p:cNvPr id="29" name="Group 28">
            <a:extLst>
              <a:ext uri="{FF2B5EF4-FFF2-40B4-BE49-F238E27FC236}">
                <a16:creationId xmlns:a16="http://schemas.microsoft.com/office/drawing/2014/main" id="{BF23952D-0ACC-4A0C-9D48-2AC7B05907A6}"/>
              </a:ext>
            </a:extLst>
          </p:cNvPr>
          <p:cNvGrpSpPr/>
          <p:nvPr/>
        </p:nvGrpSpPr>
        <p:grpSpPr>
          <a:xfrm>
            <a:off x="609600" y="2718348"/>
            <a:ext cx="11047700" cy="3065550"/>
            <a:chOff x="602037" y="2047392"/>
            <a:chExt cx="11047700" cy="3065550"/>
          </a:xfrm>
        </p:grpSpPr>
        <p:pic>
          <p:nvPicPr>
            <p:cNvPr id="15" name="Picture 14">
              <a:extLst>
                <a:ext uri="{FF2B5EF4-FFF2-40B4-BE49-F238E27FC236}">
                  <a16:creationId xmlns:a16="http://schemas.microsoft.com/office/drawing/2014/main" id="{DD0A26F4-C759-462D-BA44-F3ED0EB1AF4C}"/>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602037" y="2051308"/>
              <a:ext cx="4554754" cy="3040541"/>
            </a:xfrm>
            <a:prstGeom prst="rect">
              <a:avLst/>
            </a:prstGeom>
          </p:spPr>
        </p:pic>
        <p:sp>
          <p:nvSpPr>
            <p:cNvPr id="6" name="Rectangle 5">
              <a:extLst>
                <a:ext uri="{FF2B5EF4-FFF2-40B4-BE49-F238E27FC236}">
                  <a16:creationId xmlns:a16="http://schemas.microsoft.com/office/drawing/2014/main" id="{78076721-C668-4909-910B-FED9576090ED}"/>
                </a:ext>
              </a:extLst>
            </p:cNvPr>
            <p:cNvSpPr/>
            <p:nvPr/>
          </p:nvSpPr>
          <p:spPr>
            <a:xfrm>
              <a:off x="8736416" y="2069762"/>
              <a:ext cx="2913321" cy="129717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dirty="0">
                  <a:solidFill>
                    <a:schemeClr val="tx1"/>
                  </a:solidFill>
                </a:rPr>
                <a:t>I tested positive but</a:t>
              </a:r>
            </a:p>
            <a:p>
              <a:pPr algn="ctr"/>
              <a:r>
                <a:rPr lang="en-US" dirty="0">
                  <a:solidFill>
                    <a:schemeClr val="tx1"/>
                  </a:solidFill>
                </a:rPr>
                <a:t> I was not sick</a:t>
              </a:r>
            </a:p>
          </p:txBody>
        </p:sp>
        <p:sp>
          <p:nvSpPr>
            <p:cNvPr id="26" name="Rectangle 25">
              <a:extLst>
                <a:ext uri="{FF2B5EF4-FFF2-40B4-BE49-F238E27FC236}">
                  <a16:creationId xmlns:a16="http://schemas.microsoft.com/office/drawing/2014/main" id="{D683C7BF-5F8D-44EE-AF50-AE5392FE9161}"/>
                </a:ext>
              </a:extLst>
            </p:cNvPr>
            <p:cNvSpPr/>
            <p:nvPr/>
          </p:nvSpPr>
          <p:spPr>
            <a:xfrm>
              <a:off x="5489943" y="3794677"/>
              <a:ext cx="2913321" cy="1297172"/>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dirty="0">
                  <a:solidFill>
                    <a:schemeClr val="tx1"/>
                  </a:solidFill>
                </a:rPr>
                <a:t>I tested negative but</a:t>
              </a:r>
            </a:p>
            <a:p>
              <a:pPr algn="ctr"/>
              <a:r>
                <a:rPr lang="en-US" dirty="0">
                  <a:solidFill>
                    <a:schemeClr val="tx1"/>
                  </a:solidFill>
                </a:rPr>
                <a:t> I was sick</a:t>
              </a:r>
            </a:p>
          </p:txBody>
        </p:sp>
        <p:sp>
          <p:nvSpPr>
            <p:cNvPr id="27" name="Rectangle 26">
              <a:extLst>
                <a:ext uri="{FF2B5EF4-FFF2-40B4-BE49-F238E27FC236}">
                  <a16:creationId xmlns:a16="http://schemas.microsoft.com/office/drawing/2014/main" id="{C4253B32-EA24-42AC-94D8-6545879FAB3A}"/>
                </a:ext>
              </a:extLst>
            </p:cNvPr>
            <p:cNvSpPr/>
            <p:nvPr/>
          </p:nvSpPr>
          <p:spPr>
            <a:xfrm>
              <a:off x="5489943" y="2047392"/>
              <a:ext cx="2913321" cy="1297172"/>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dirty="0">
                  <a:solidFill>
                    <a:schemeClr val="tx1"/>
                  </a:solidFill>
                </a:rPr>
                <a:t>I tested positive and </a:t>
              </a:r>
            </a:p>
            <a:p>
              <a:pPr algn="ctr"/>
              <a:r>
                <a:rPr lang="en-US" dirty="0">
                  <a:solidFill>
                    <a:schemeClr val="tx1"/>
                  </a:solidFill>
                </a:rPr>
                <a:t>I was sick</a:t>
              </a:r>
            </a:p>
          </p:txBody>
        </p:sp>
        <p:sp>
          <p:nvSpPr>
            <p:cNvPr id="28" name="Rectangle 27">
              <a:extLst>
                <a:ext uri="{FF2B5EF4-FFF2-40B4-BE49-F238E27FC236}">
                  <a16:creationId xmlns:a16="http://schemas.microsoft.com/office/drawing/2014/main" id="{34C21C46-265C-45C2-86E9-AD3FEE2E8501}"/>
                </a:ext>
              </a:extLst>
            </p:cNvPr>
            <p:cNvSpPr/>
            <p:nvPr/>
          </p:nvSpPr>
          <p:spPr>
            <a:xfrm>
              <a:off x="8736415" y="3815770"/>
              <a:ext cx="2913321" cy="1297172"/>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rtlCol="0" anchor="ctr"/>
            <a:lstStyle/>
            <a:p>
              <a:pPr algn="ctr"/>
              <a:r>
                <a:rPr lang="en-US" dirty="0">
                  <a:solidFill>
                    <a:schemeClr val="tx1"/>
                  </a:solidFill>
                </a:rPr>
                <a:t>I tested negative and </a:t>
              </a:r>
            </a:p>
            <a:p>
              <a:pPr algn="ctr"/>
              <a:r>
                <a:rPr lang="en-US" dirty="0">
                  <a:solidFill>
                    <a:schemeClr val="tx1"/>
                  </a:solidFill>
                </a:rPr>
                <a:t>I was not sick</a:t>
              </a:r>
            </a:p>
          </p:txBody>
        </p:sp>
      </p:grpSp>
      <p:graphicFrame>
        <p:nvGraphicFramePr>
          <p:cNvPr id="30" name="Table 29">
            <a:extLst>
              <a:ext uri="{FF2B5EF4-FFF2-40B4-BE49-F238E27FC236}">
                <a16:creationId xmlns:a16="http://schemas.microsoft.com/office/drawing/2014/main" id="{95F071DA-9068-4062-94C1-D94DA2B3BCAF}"/>
              </a:ext>
            </a:extLst>
          </p:cNvPr>
          <p:cNvGraphicFramePr>
            <a:graphicFrameLocks noGrp="1"/>
          </p:cNvGraphicFramePr>
          <p:nvPr>
            <p:extLst>
              <p:ext uri="{D42A27DB-BD31-4B8C-83A1-F6EECF244321}">
                <p14:modId xmlns:p14="http://schemas.microsoft.com/office/powerpoint/2010/main" val="3098123533"/>
              </p:ext>
            </p:extLst>
          </p:nvPr>
        </p:nvGraphicFramePr>
        <p:xfrm>
          <a:off x="609600" y="1174445"/>
          <a:ext cx="11040134" cy="1219200"/>
        </p:xfrm>
        <a:graphic>
          <a:graphicData uri="http://schemas.openxmlformats.org/drawingml/2006/table">
            <a:tbl>
              <a:tblPr firstRow="1" firstCol="1" bandRow="1">
                <a:tableStyleId>{69012ECD-51FC-41F1-AA8D-1B2483CD663E}</a:tableStyleId>
              </a:tblPr>
              <a:tblGrid>
                <a:gridCol w="1914369">
                  <a:extLst>
                    <a:ext uri="{9D8B030D-6E8A-4147-A177-3AD203B41FA5}">
                      <a16:colId xmlns:a16="http://schemas.microsoft.com/office/drawing/2014/main" val="1801561062"/>
                    </a:ext>
                  </a:extLst>
                </a:gridCol>
                <a:gridCol w="2962431">
                  <a:extLst>
                    <a:ext uri="{9D8B030D-6E8A-4147-A177-3AD203B41FA5}">
                      <a16:colId xmlns:a16="http://schemas.microsoft.com/office/drawing/2014/main" val="2838342159"/>
                    </a:ext>
                  </a:extLst>
                </a:gridCol>
                <a:gridCol w="3094074">
                  <a:extLst>
                    <a:ext uri="{9D8B030D-6E8A-4147-A177-3AD203B41FA5}">
                      <a16:colId xmlns:a16="http://schemas.microsoft.com/office/drawing/2014/main" val="995277490"/>
                    </a:ext>
                  </a:extLst>
                </a:gridCol>
                <a:gridCol w="3069260">
                  <a:extLst>
                    <a:ext uri="{9D8B030D-6E8A-4147-A177-3AD203B41FA5}">
                      <a16:colId xmlns:a16="http://schemas.microsoft.com/office/drawing/2014/main" val="214008645"/>
                    </a:ext>
                  </a:extLst>
                </a:gridCol>
              </a:tblGrid>
              <a:tr h="299674">
                <a:tc gridSpan="2">
                  <a:txBody>
                    <a:bodyPr/>
                    <a:lstStyle/>
                    <a:p>
                      <a:pPr marL="0" marR="0" algn="ctr">
                        <a:spcBef>
                          <a:spcPts val="0"/>
                        </a:spcBef>
                        <a:spcAft>
                          <a:spcPts val="0"/>
                        </a:spcAft>
                      </a:pPr>
                      <a:r>
                        <a:rPr lang="en-US" sz="2000" dirty="0">
                          <a:effectLst/>
                          <a:latin typeface="Amazon Ember" panose="020B0603020204020204" pitchFamily="34" charset="0"/>
                          <a:ea typeface="Amazon Ember" panose="020B0603020204020204" pitchFamily="34" charset="0"/>
                          <a:cs typeface="Amazon Ember" panose="020B0603020204020204" pitchFamily="34" charset="0"/>
                        </a:rPr>
                        <a:t> </a:t>
                      </a:r>
                    </a:p>
                  </a:txBody>
                  <a:tcPr marL="68580" marR="68580" marT="0" marB="0" anchor="ctr"/>
                </a:tc>
                <a:tc hMerge="1">
                  <a:txBody>
                    <a:bodyPr/>
                    <a:lstStyle/>
                    <a:p>
                      <a:endParaRPr lang="en-US"/>
                    </a:p>
                  </a:txBody>
                  <a:tcPr/>
                </a:tc>
                <a:tc gridSpan="2">
                  <a:txBody>
                    <a:bodyPr/>
                    <a:lstStyle/>
                    <a:p>
                      <a:pPr marL="0" marR="0" algn="ctr">
                        <a:spcBef>
                          <a:spcPts val="0"/>
                        </a:spcBef>
                        <a:spcAft>
                          <a:spcPts val="0"/>
                        </a:spcAft>
                      </a:pPr>
                      <a:r>
                        <a:rPr lang="en-US" sz="2000" dirty="0">
                          <a:effectLst/>
                          <a:latin typeface="Amazon Ember" panose="020B0603020204020204" pitchFamily="34" charset="0"/>
                          <a:ea typeface="Amazon Ember" panose="020B0603020204020204" pitchFamily="34" charset="0"/>
                          <a:cs typeface="Amazon Ember" panose="020B0603020204020204" pitchFamily="34" charset="0"/>
                        </a:rPr>
                        <a:t>Actual</a:t>
                      </a:r>
                    </a:p>
                  </a:txBody>
                  <a:tcPr marL="68580" marR="68580" marT="0" marB="0" anchor="ctr"/>
                </a:tc>
                <a:tc hMerge="1">
                  <a:txBody>
                    <a:bodyPr/>
                    <a:lstStyle/>
                    <a:p>
                      <a:endParaRPr lang="en-US"/>
                    </a:p>
                  </a:txBody>
                  <a:tcPr/>
                </a:tc>
                <a:extLst>
                  <a:ext uri="{0D108BD9-81ED-4DB2-BD59-A6C34878D82A}">
                    <a16:rowId xmlns:a16="http://schemas.microsoft.com/office/drawing/2014/main" val="4037067246"/>
                  </a:ext>
                </a:extLst>
              </a:tr>
              <a:tr h="299674">
                <a:tc rowSpan="3">
                  <a:txBody>
                    <a:bodyPr/>
                    <a:lstStyle/>
                    <a:p>
                      <a:pPr marL="0" marR="0" algn="ctr">
                        <a:spcBef>
                          <a:spcPts val="0"/>
                        </a:spcBef>
                        <a:spcAft>
                          <a:spcPts val="0"/>
                        </a:spcAft>
                      </a:pPr>
                      <a:r>
                        <a:rPr lang="en-US" sz="2000" dirty="0">
                          <a:effectLst/>
                          <a:latin typeface="Amazon Ember" panose="020B0603020204020204" pitchFamily="34" charset="0"/>
                          <a:ea typeface="Amazon Ember" panose="020B0603020204020204" pitchFamily="34" charset="0"/>
                          <a:cs typeface="Amazon Ember" panose="020B0603020204020204" pitchFamily="34" charset="0"/>
                        </a:rPr>
                        <a:t>Predicted</a:t>
                      </a:r>
                    </a:p>
                  </a:txBody>
                  <a:tcPr marL="68580" marR="68580" marT="0" marB="0" anchor="ctr"/>
                </a:tc>
                <a:tc>
                  <a:txBody>
                    <a:bodyPr/>
                    <a:lstStyle/>
                    <a:p>
                      <a:pPr marL="0" marR="0" algn="ctr">
                        <a:spcBef>
                          <a:spcPts val="0"/>
                        </a:spcBef>
                        <a:spcAft>
                          <a:spcPts val="0"/>
                        </a:spcAft>
                      </a:pPr>
                      <a:r>
                        <a:rPr lang="en-US" sz="2000" dirty="0">
                          <a:effectLst/>
                          <a:latin typeface="Amazon Ember" panose="020B0603020204020204" pitchFamily="34" charset="0"/>
                          <a:ea typeface="Amazon Ember" panose="020B0603020204020204" pitchFamily="34" charset="0"/>
                          <a:cs typeface="Amazon Ember" panose="020B0603020204020204" pitchFamily="34" charset="0"/>
                        </a:rPr>
                        <a:t> </a:t>
                      </a:r>
                    </a:p>
                  </a:txBody>
                  <a:tcPr marL="68580" marR="68580" marT="0" marB="0" anchor="ctr"/>
                </a:tc>
                <a:tc>
                  <a:txBody>
                    <a:bodyPr/>
                    <a:lstStyle/>
                    <a:p>
                      <a:pPr marL="0" marR="0" algn="ctr">
                        <a:spcBef>
                          <a:spcPts val="0"/>
                        </a:spcBef>
                        <a:spcAft>
                          <a:spcPts val="0"/>
                        </a:spcAft>
                      </a:pPr>
                      <a:r>
                        <a:rPr lang="en-US" sz="2000" i="1" dirty="0">
                          <a:effectLst/>
                          <a:latin typeface="Amazon Ember" panose="020B0603020204020204" pitchFamily="34" charset="0"/>
                          <a:ea typeface="Amazon Ember" panose="020B0603020204020204" pitchFamily="34" charset="0"/>
                          <a:cs typeface="Amazon Ember" panose="020B0603020204020204" pitchFamily="34" charset="0"/>
                        </a:rPr>
                        <a:t>Sick</a:t>
                      </a:r>
                    </a:p>
                  </a:txBody>
                  <a:tcPr marL="68580" marR="68580" marT="0" marB="0" anchor="ctr">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i="1" dirty="0">
                          <a:effectLst/>
                          <a:latin typeface="Amazon Ember" panose="020B0603020204020204" pitchFamily="34" charset="0"/>
                          <a:ea typeface="Amazon Ember" panose="020B0603020204020204" pitchFamily="34" charset="0"/>
                          <a:cs typeface="Amazon Ember" panose="020B0603020204020204" pitchFamily="34" charset="0"/>
                        </a:rPr>
                        <a:t>Not Sick</a:t>
                      </a:r>
                    </a:p>
                  </a:txBody>
                  <a:tcPr marL="68580" marR="68580" marT="0" marB="0"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2887715"/>
                  </a:ext>
                </a:extLst>
              </a:tr>
              <a:tr h="299674">
                <a:tc vMerge="1">
                  <a:txBody>
                    <a:bodyPr/>
                    <a:lstStyle/>
                    <a:p>
                      <a:endParaRPr lang="en-US"/>
                    </a:p>
                  </a:txBody>
                  <a:tcPr/>
                </a:tc>
                <a:tc>
                  <a:txBody>
                    <a:bodyPr/>
                    <a:lstStyle/>
                    <a:p>
                      <a:pPr marL="0" marR="0" algn="ctr">
                        <a:spcBef>
                          <a:spcPts val="0"/>
                        </a:spcBef>
                        <a:spcAft>
                          <a:spcPts val="0"/>
                        </a:spcAft>
                      </a:pPr>
                      <a:r>
                        <a:rPr lang="en-US" sz="2000" i="1" dirty="0">
                          <a:effectLst/>
                          <a:latin typeface="Amazon Ember" panose="020B0603020204020204" pitchFamily="34" charset="0"/>
                          <a:ea typeface="Amazon Ember" panose="020B0603020204020204" pitchFamily="34" charset="0"/>
                          <a:cs typeface="Amazon Ember" panose="020B0603020204020204" pitchFamily="34" charset="0"/>
                        </a:rPr>
                        <a:t>Sick</a:t>
                      </a:r>
                    </a:p>
                  </a:txBody>
                  <a:tcPr marL="68580" marR="6858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True Positive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tc>
                  <a:txBody>
                    <a:bodyPr/>
                    <a:lstStyle/>
                    <a:p>
                      <a:pPr marL="0" marR="0" algn="ctr">
                        <a:spcBef>
                          <a:spcPts val="0"/>
                        </a:spcBef>
                        <a:spcAft>
                          <a:spcPts val="0"/>
                        </a:spcAft>
                      </a:pPr>
                      <a:r>
                        <a:rPr lang="en-US" sz="20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False Negative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2929253188"/>
                  </a:ext>
                </a:extLst>
              </a:tr>
              <a:tr h="299674">
                <a:tc vMerge="1">
                  <a:txBody>
                    <a:bodyPr/>
                    <a:lstStyle/>
                    <a:p>
                      <a:endParaRPr lang="en-US"/>
                    </a:p>
                  </a:txBody>
                  <a:tcPr/>
                </a:tc>
                <a:tc>
                  <a:txBody>
                    <a:bodyPr/>
                    <a:lstStyle/>
                    <a:p>
                      <a:pPr marL="0" marR="0" algn="ctr">
                        <a:spcBef>
                          <a:spcPts val="0"/>
                        </a:spcBef>
                        <a:spcAft>
                          <a:spcPts val="0"/>
                        </a:spcAft>
                      </a:pPr>
                      <a:r>
                        <a:rPr lang="en-US" sz="2000" i="1" dirty="0">
                          <a:effectLst/>
                          <a:latin typeface="Amazon Ember" panose="020B0603020204020204" pitchFamily="34" charset="0"/>
                          <a:ea typeface="Amazon Ember" panose="020B0603020204020204" pitchFamily="34" charset="0"/>
                          <a:cs typeface="Amazon Ember" panose="020B0603020204020204" pitchFamily="34" charset="0"/>
                        </a:rPr>
                        <a:t>Not Sick</a:t>
                      </a:r>
                    </a:p>
                  </a:txBody>
                  <a:tcPr marL="68580" marR="68580" marT="0" marB="0" anchor="ctr">
                    <a:lnR w="12700" cap="flat" cmpd="sng" algn="ctr">
                      <a:solidFill>
                        <a:schemeClr val="tx1"/>
                      </a:solidFill>
                      <a:prstDash val="solid"/>
                      <a:round/>
                      <a:headEnd type="none" w="med" len="med"/>
                      <a:tailEnd type="none" w="med" len="med"/>
                    </a:lnR>
                  </a:tcPr>
                </a:tc>
                <a:tc>
                  <a:txBody>
                    <a:bodyPr/>
                    <a:lstStyle/>
                    <a:p>
                      <a:pPr marL="0" marR="0" algn="ctr">
                        <a:spcBef>
                          <a:spcPts val="0"/>
                        </a:spcBef>
                        <a:spcAft>
                          <a:spcPts val="0"/>
                        </a:spcAft>
                      </a:pPr>
                      <a:r>
                        <a:rPr lang="en-US" sz="20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False Positive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algn="ctr">
                        <a:spcBef>
                          <a:spcPts val="0"/>
                        </a:spcBef>
                        <a:spcAft>
                          <a:spcPts val="0"/>
                        </a:spcAft>
                      </a:pPr>
                      <a:r>
                        <a:rPr lang="en-US" sz="2000" dirty="0">
                          <a:solidFill>
                            <a:schemeClr val="tx1"/>
                          </a:solidFill>
                          <a:effectLst/>
                          <a:latin typeface="Amazon Ember" panose="020B0603020204020204" pitchFamily="34" charset="0"/>
                          <a:ea typeface="Amazon Ember" panose="020B0603020204020204" pitchFamily="34" charset="0"/>
                          <a:cs typeface="Amazon Ember" panose="020B0603020204020204" pitchFamily="34" charset="0"/>
                        </a:rPr>
                        <a:t>True Negative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40000"/>
                        <a:lumOff val="60000"/>
                      </a:schemeClr>
                    </a:solidFill>
                  </a:tcPr>
                </a:tc>
                <a:extLst>
                  <a:ext uri="{0D108BD9-81ED-4DB2-BD59-A6C34878D82A}">
                    <a16:rowId xmlns:a16="http://schemas.microsoft.com/office/drawing/2014/main" val="1666193885"/>
                  </a:ext>
                </a:extLst>
              </a:tr>
            </a:tbl>
          </a:graphicData>
        </a:graphic>
      </p:graphicFrame>
    </p:spTree>
    <p:extLst>
      <p:ext uri="{BB962C8B-B14F-4D97-AF65-F5344CB8AC3E}">
        <p14:creationId xmlns:p14="http://schemas.microsoft.com/office/powerpoint/2010/main" val="1363282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312E-FAE7-924C-B562-772A4330F346}"/>
              </a:ext>
            </a:extLst>
          </p:cNvPr>
          <p:cNvSpPr>
            <a:spLocks noGrp="1"/>
          </p:cNvSpPr>
          <p:nvPr>
            <p:ph type="title"/>
          </p:nvPr>
        </p:nvSpPr>
        <p:spPr/>
        <p:txBody>
          <a:bodyPr/>
          <a:lstStyle/>
          <a:p>
            <a:r>
              <a:rPr lang="en-US" dirty="0"/>
              <a:t>Score Distribution</a:t>
            </a:r>
          </a:p>
        </p:txBody>
      </p:sp>
      <p:sp>
        <p:nvSpPr>
          <p:cNvPr id="4" name="Slide Number Placeholder 3">
            <a:extLst>
              <a:ext uri="{FF2B5EF4-FFF2-40B4-BE49-F238E27FC236}">
                <a16:creationId xmlns:a16="http://schemas.microsoft.com/office/drawing/2014/main" id="{5664CDCF-3371-784B-8C18-33570B730F68}"/>
              </a:ext>
            </a:extLst>
          </p:cNvPr>
          <p:cNvSpPr>
            <a:spLocks noGrp="1"/>
          </p:cNvSpPr>
          <p:nvPr>
            <p:ph type="sldNum" sz="quarter" idx="12"/>
          </p:nvPr>
        </p:nvSpPr>
        <p:spPr/>
        <p:txBody>
          <a:bodyPr/>
          <a:lstStyle/>
          <a:p>
            <a:fld id="{02456A73-CB17-B748-BD2A-A20F5DD59EC7}" type="slidenum">
              <a:rPr lang="en-US" smtClean="0"/>
              <a:pPr/>
              <a:t>40</a:t>
            </a:fld>
            <a:endParaRPr lang="en-US" dirty="0"/>
          </a:p>
        </p:txBody>
      </p:sp>
      <p:pic>
        <p:nvPicPr>
          <p:cNvPr id="8" name="Content Placeholder 7" descr="Score Distribution">
            <a:extLst>
              <a:ext uri="{FF2B5EF4-FFF2-40B4-BE49-F238E27FC236}">
                <a16:creationId xmlns:a16="http://schemas.microsoft.com/office/drawing/2014/main" id="{B65BD7B4-A9EB-1F41-8813-C0CB9EF8B97F}"/>
              </a:ext>
            </a:extLst>
          </p:cNvPr>
          <p:cNvPicPr>
            <a:picLocks noGrp="1" noChangeAspect="1"/>
          </p:cNvPicPr>
          <p:nvPr>
            <p:ph idx="1"/>
          </p:nvPr>
        </p:nvPicPr>
        <p:blipFill>
          <a:blip r:embed="rId3"/>
          <a:stretch>
            <a:fillRect/>
          </a:stretch>
        </p:blipFill>
        <p:spPr bwMode="auto">
          <a:xfrm>
            <a:off x="1189289" y="1328558"/>
            <a:ext cx="8783645" cy="5421072"/>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93290BF0-5AE1-DC44-827D-2ECE90481455}"/>
              </a:ext>
            </a:extLst>
          </p:cNvPr>
          <p:cNvSpPr txBox="1"/>
          <p:nvPr/>
        </p:nvSpPr>
        <p:spPr>
          <a:xfrm>
            <a:off x="6370748" y="2729618"/>
            <a:ext cx="2925653" cy="1754326"/>
          </a:xfrm>
          <a:prstGeom prst="rect">
            <a:avLst/>
          </a:prstGeom>
          <a:solidFill>
            <a:schemeClr val="accent5">
              <a:lumMod val="20000"/>
              <a:lumOff val="80000"/>
            </a:schemeClr>
          </a:solidFill>
        </p:spPr>
        <p:txBody>
          <a:bodyPr wrap="square" rtlCol="0">
            <a:spAutoFit/>
          </a:bodyPr>
          <a:lstStyle/>
          <a:p>
            <a:r>
              <a:rPr lang="en-US" dirty="0"/>
              <a:t>Predicted Positive Class</a:t>
            </a:r>
          </a:p>
          <a:p>
            <a:endParaRPr lang="en-US" dirty="0"/>
          </a:p>
          <a:p>
            <a:r>
              <a:rPr lang="en-US" dirty="0"/>
              <a:t>IF </a:t>
            </a:r>
          </a:p>
          <a:p>
            <a:r>
              <a:rPr lang="en-US" dirty="0"/>
              <a:t>	.pred_1 &gt;= 0.5 </a:t>
            </a:r>
          </a:p>
          <a:p>
            <a:r>
              <a:rPr lang="en-US" dirty="0"/>
              <a:t>THEN </a:t>
            </a:r>
          </a:p>
          <a:p>
            <a:r>
              <a:rPr lang="en-US" dirty="0"/>
              <a:t>	predicted positive class</a:t>
            </a:r>
          </a:p>
        </p:txBody>
      </p:sp>
      <p:sp>
        <p:nvSpPr>
          <p:cNvPr id="11" name="TextBox 10">
            <a:extLst>
              <a:ext uri="{FF2B5EF4-FFF2-40B4-BE49-F238E27FC236}">
                <a16:creationId xmlns:a16="http://schemas.microsoft.com/office/drawing/2014/main" id="{5497D567-7524-CF43-8848-165D8D06B546}"/>
              </a:ext>
            </a:extLst>
          </p:cNvPr>
          <p:cNvSpPr txBox="1"/>
          <p:nvPr/>
        </p:nvSpPr>
        <p:spPr>
          <a:xfrm>
            <a:off x="2757273" y="2729618"/>
            <a:ext cx="3040506" cy="1754326"/>
          </a:xfrm>
          <a:prstGeom prst="rect">
            <a:avLst/>
          </a:prstGeom>
          <a:solidFill>
            <a:schemeClr val="accent6">
              <a:lumMod val="20000"/>
              <a:lumOff val="80000"/>
            </a:schemeClr>
          </a:solidFill>
        </p:spPr>
        <p:txBody>
          <a:bodyPr wrap="square" rtlCol="0">
            <a:spAutoFit/>
          </a:bodyPr>
          <a:lstStyle/>
          <a:p>
            <a:r>
              <a:rPr lang="en-US" dirty="0"/>
              <a:t>Predicted Negative  Class</a:t>
            </a:r>
          </a:p>
          <a:p>
            <a:endParaRPr lang="en-US" dirty="0"/>
          </a:p>
          <a:p>
            <a:r>
              <a:rPr lang="en-US" dirty="0"/>
              <a:t>IF </a:t>
            </a:r>
          </a:p>
          <a:p>
            <a:r>
              <a:rPr lang="en-US" dirty="0"/>
              <a:t>	.pred_1 &lt; 0.5 </a:t>
            </a:r>
          </a:p>
          <a:p>
            <a:r>
              <a:rPr lang="en-US" dirty="0"/>
              <a:t>THEN </a:t>
            </a:r>
          </a:p>
          <a:p>
            <a:r>
              <a:rPr lang="en-US" dirty="0"/>
              <a:t>	predicted negative class</a:t>
            </a:r>
          </a:p>
        </p:txBody>
      </p:sp>
      <p:sp>
        <p:nvSpPr>
          <p:cNvPr id="12" name="TextBox 11">
            <a:extLst>
              <a:ext uri="{FF2B5EF4-FFF2-40B4-BE49-F238E27FC236}">
                <a16:creationId xmlns:a16="http://schemas.microsoft.com/office/drawing/2014/main" id="{DD69C6B0-A9EA-8541-B335-09CB15C146BF}"/>
              </a:ext>
            </a:extLst>
          </p:cNvPr>
          <p:cNvSpPr txBox="1"/>
          <p:nvPr/>
        </p:nvSpPr>
        <p:spPr>
          <a:xfrm>
            <a:off x="8293310" y="1328558"/>
            <a:ext cx="2446407" cy="923330"/>
          </a:xfrm>
          <a:prstGeom prst="rect">
            <a:avLst/>
          </a:prstGeom>
          <a:solidFill>
            <a:schemeClr val="bg2"/>
          </a:solidFill>
          <a:ln>
            <a:solidFill>
              <a:srgbClr val="FF0000"/>
            </a:solidFill>
          </a:ln>
        </p:spPr>
        <p:txBody>
          <a:bodyPr wrap="square" rtlCol="0">
            <a:spAutoFit/>
          </a:bodyPr>
          <a:lstStyle/>
          <a:p>
            <a:r>
              <a:rPr lang="en-US" dirty="0"/>
              <a:t>Every decision hinges on the “PREDICTION” and “Threshold”</a:t>
            </a:r>
          </a:p>
        </p:txBody>
      </p:sp>
      <p:sp>
        <p:nvSpPr>
          <p:cNvPr id="13" name="Right Arrow 12">
            <a:extLst>
              <a:ext uri="{FF2B5EF4-FFF2-40B4-BE49-F238E27FC236}">
                <a16:creationId xmlns:a16="http://schemas.microsoft.com/office/drawing/2014/main" id="{5F96A5A0-D92C-4145-9954-10F7B81488BB}"/>
              </a:ext>
            </a:extLst>
          </p:cNvPr>
          <p:cNvSpPr/>
          <p:nvPr/>
        </p:nvSpPr>
        <p:spPr>
          <a:xfrm>
            <a:off x="6086537" y="5207526"/>
            <a:ext cx="1199213" cy="31479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ight Arrow 13">
            <a:extLst>
              <a:ext uri="{FF2B5EF4-FFF2-40B4-BE49-F238E27FC236}">
                <a16:creationId xmlns:a16="http://schemas.microsoft.com/office/drawing/2014/main" id="{96794943-7DEE-3141-AEC4-B56ED7B98726}"/>
              </a:ext>
            </a:extLst>
          </p:cNvPr>
          <p:cNvSpPr/>
          <p:nvPr/>
        </p:nvSpPr>
        <p:spPr>
          <a:xfrm rot="10800000">
            <a:off x="4598566" y="5207526"/>
            <a:ext cx="1199213" cy="31479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150666B-96B7-2E4A-872A-4A7B6B6D3D7A}"/>
              </a:ext>
            </a:extLst>
          </p:cNvPr>
          <p:cNvSpPr txBox="1"/>
          <p:nvPr/>
        </p:nvSpPr>
        <p:spPr>
          <a:xfrm>
            <a:off x="5456420" y="888587"/>
            <a:ext cx="2836890" cy="369332"/>
          </a:xfrm>
          <a:prstGeom prst="rect">
            <a:avLst/>
          </a:prstGeom>
          <a:noFill/>
        </p:spPr>
        <p:txBody>
          <a:bodyPr wrap="square" rtlCol="0">
            <a:spAutoFit/>
          </a:bodyPr>
          <a:lstStyle/>
          <a:p>
            <a:r>
              <a:rPr lang="en-US" dirty="0"/>
              <a:t>Score “Threshold” 0.5</a:t>
            </a:r>
          </a:p>
        </p:txBody>
      </p:sp>
      <p:cxnSp>
        <p:nvCxnSpPr>
          <p:cNvPr id="18" name="Straight Arrow Connector 17">
            <a:extLst>
              <a:ext uri="{FF2B5EF4-FFF2-40B4-BE49-F238E27FC236}">
                <a16:creationId xmlns:a16="http://schemas.microsoft.com/office/drawing/2014/main" id="{60CEE432-E151-464A-8269-37CFDDE8B071}"/>
              </a:ext>
            </a:extLst>
          </p:cNvPr>
          <p:cNvCxnSpPr/>
          <p:nvPr/>
        </p:nvCxnSpPr>
        <p:spPr>
          <a:xfrm flipH="1">
            <a:off x="6070945" y="1288840"/>
            <a:ext cx="599606" cy="4487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925123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2EF7E-DF02-D1B4-0972-4654F8027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6A335-7B0F-1E39-6DDF-CD1CFDB2D14A}"/>
              </a:ext>
            </a:extLst>
          </p:cNvPr>
          <p:cNvSpPr>
            <a:spLocks noGrp="1"/>
          </p:cNvSpPr>
          <p:nvPr>
            <p:ph type="title"/>
          </p:nvPr>
        </p:nvSpPr>
        <p:spPr/>
        <p:txBody>
          <a:bodyPr/>
          <a:lstStyle/>
          <a:p>
            <a:r>
              <a:rPr lang="en-US" dirty="0"/>
              <a:t>Confusion Matrix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2DE679F-DCBC-61E8-D417-DCD0A7FA1B3E}"/>
                  </a:ext>
                </a:extLst>
              </p:cNvPr>
              <p:cNvSpPr>
                <a:spLocks noGrp="1"/>
              </p:cNvSpPr>
              <p:nvPr>
                <p:ph sz="half" idx="1"/>
              </p:nvPr>
            </p:nvSpPr>
            <p:spPr/>
            <p:txBody>
              <a:bodyPr>
                <a:normAutofit fontScale="85000" lnSpcReduction="10000"/>
              </a:bodyPr>
              <a:lstStyle/>
              <a:p>
                <a:endParaRPr lang="en-US" dirty="0"/>
              </a:p>
              <a:p>
                <a:r>
                  <a:rPr lang="en-US" dirty="0"/>
                  <a:t>True Positive Rate </a:t>
                </a:r>
              </a:p>
              <a:p>
                <a:pPr lvl="1"/>
                <a14:m>
                  <m:oMath xmlns:m="http://schemas.openxmlformats.org/officeDocument/2006/math">
                    <m:r>
                      <a:rPr lang="en-US" b="0" i="1" smtClean="0">
                        <a:latin typeface="Cambria Math" panose="02040503050406030204" pitchFamily="18" charset="0"/>
                      </a:rPr>
                      <m:t>𝑠𝑒𝑛𝑠𝑖𝑡𝑖𝑣𝑖𝑡𝑦</m:t>
                    </m:r>
                    <m:r>
                      <a:rPr lang="en-US" b="0" i="1" smtClean="0">
                        <a:latin typeface="Cambria Math" panose="02040503050406030204" pitchFamily="18" charset="0"/>
                      </a:rPr>
                      <m:t>= </m:t>
                    </m:r>
                    <m:f>
                      <m:fPr>
                        <m:ctrlPr>
                          <a:rPr lang="en-US" i="1">
                            <a:latin typeface="Cambria Math" panose="02040503050406030204" pitchFamily="18" charset="0"/>
                          </a:rPr>
                        </m:ctrlPr>
                      </m:fPr>
                      <m:num>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r>
                          <a:rPr lang="en-US" b="0" i="1" smtClean="0">
                            <a:latin typeface="Cambria Math" panose="02040503050406030204" pitchFamily="18" charset="0"/>
                          </a:rPr>
                          <m:t>(</m:t>
                        </m:r>
                        <m:r>
                          <a:rPr lang="en-US" b="0" i="1" smtClean="0">
                            <a:latin typeface="Cambria Math" panose="02040503050406030204" pitchFamily="18" charset="0"/>
                          </a:rPr>
                          <m:t>𝑇𝑃</m:t>
                        </m:r>
                        <m:r>
                          <a:rPr lang="en-US" b="0" i="1" smtClean="0">
                            <a:latin typeface="Cambria Math" panose="02040503050406030204" pitchFamily="18" charset="0"/>
                          </a:rPr>
                          <m:t>) </m:t>
                        </m:r>
                      </m:num>
                      <m:den>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d>
                          <m:dPr>
                            <m:ctrlPr>
                              <a:rPr lang="en-US" i="1">
                                <a:latin typeface="Cambria Math" panose="02040503050406030204" pitchFamily="18" charset="0"/>
                              </a:rPr>
                            </m:ctrlPr>
                          </m:dPr>
                          <m:e>
                            <m:r>
                              <a:rPr lang="en-US" b="0" i="1" smtClean="0">
                                <a:latin typeface="Cambria Math" panose="02040503050406030204" pitchFamily="18" charset="0"/>
                              </a:rPr>
                              <m:t>𝑇𝑃</m:t>
                            </m:r>
                          </m:e>
                        </m:d>
                        <m:r>
                          <a:rPr lang="en-US" b="0" i="1" smtClean="0">
                            <a:latin typeface="Cambria Math" panose="02040503050406030204" pitchFamily="18" charset="0"/>
                          </a:rPr>
                          <m:t>+</m:t>
                        </m:r>
                        <m:r>
                          <a:rPr lang="en-US" b="0" i="1" smtClean="0">
                            <a:latin typeface="Cambria Math" panose="02040503050406030204" pitchFamily="18" charset="0"/>
                          </a:rPr>
                          <m:t>𝐹𝑎𝑙𝑠𝑒</m:t>
                        </m:r>
                        <m:r>
                          <a:rPr lang="en-US" b="0" i="1" smtClean="0">
                            <a:latin typeface="Cambria Math" panose="02040503050406030204" pitchFamily="18" charset="0"/>
                          </a:rPr>
                          <m:t> </m:t>
                        </m:r>
                        <m:r>
                          <a:rPr lang="en-US" b="0" i="1" smtClean="0">
                            <a:latin typeface="Cambria Math" panose="02040503050406030204" pitchFamily="18" charset="0"/>
                          </a:rPr>
                          <m:t>𝑁𝑒𝑔𝑎𝑡𝑖𝑣𝑒</m:t>
                        </m:r>
                        <m:r>
                          <a:rPr lang="en-US" b="0" i="1" smtClean="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𝐹𝑁</m:t>
                            </m:r>
                          </m:e>
                        </m:d>
                      </m:den>
                    </m:f>
                  </m:oMath>
                </a14:m>
                <a:endParaRPr lang="en-US" dirty="0"/>
              </a:p>
              <a:p>
                <a:r>
                  <a:rPr lang="en-US" dirty="0"/>
                  <a:t>True Negative Rate </a:t>
                </a:r>
              </a:p>
              <a:p>
                <a:pPr lvl="1"/>
                <a14:m>
                  <m:oMath xmlns:m="http://schemas.openxmlformats.org/officeDocument/2006/math">
                    <m:r>
                      <a:rPr lang="en-US" b="0" i="1" smtClean="0">
                        <a:latin typeface="Cambria Math" panose="02040503050406030204" pitchFamily="18" charset="0"/>
                      </a:rPr>
                      <m:t>𝑠𝑝𝑒𝑐𝑖𝑓𝑖𝑐𝑖𝑡𝑦</m:t>
                    </m:r>
                    <m:r>
                      <a:rPr lang="en-US" b="0" i="1" smtClean="0">
                        <a:latin typeface="Cambria Math" panose="02040503050406030204" pitchFamily="18" charset="0"/>
                      </a:rPr>
                      <m:t> = </m:t>
                    </m:r>
                    <m:f>
                      <m:fPr>
                        <m:ctrlPr>
                          <a:rPr lang="en-US" i="1">
                            <a:latin typeface="Cambria Math" panose="02040503050406030204" pitchFamily="18" charset="0"/>
                          </a:rPr>
                        </m:ctrlPr>
                      </m:fPr>
                      <m:num>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𝑁𝑒𝑔𝑎𝑡𝑖𝑣𝑒</m:t>
                        </m:r>
                        <m:r>
                          <a:rPr lang="en-US" b="0" i="1" smtClean="0">
                            <a:latin typeface="Cambria Math" panose="02040503050406030204" pitchFamily="18" charset="0"/>
                          </a:rPr>
                          <m:t> (</m:t>
                        </m:r>
                        <m:r>
                          <a:rPr lang="en-US" b="0" i="1" smtClean="0">
                            <a:latin typeface="Cambria Math" panose="02040503050406030204" pitchFamily="18" charset="0"/>
                          </a:rPr>
                          <m:t>𝑇𝑁</m:t>
                        </m:r>
                        <m:r>
                          <a:rPr lang="en-US" b="0" i="1" smtClean="0">
                            <a:latin typeface="Cambria Math" panose="02040503050406030204" pitchFamily="18" charset="0"/>
                          </a:rPr>
                          <m:t>) </m:t>
                        </m:r>
                      </m:num>
                      <m:den>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𝑁𝑒𝑔𝑎𝑡𝑖𝑣𝑒</m:t>
                        </m:r>
                        <m:r>
                          <a:rPr lang="en-US" b="0" i="1" smtClean="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𝑇𝑁</m:t>
                            </m:r>
                          </m:e>
                        </m:d>
                        <m:r>
                          <a:rPr lang="en-US" b="0" i="1" smtClean="0">
                            <a:latin typeface="Cambria Math" panose="02040503050406030204" pitchFamily="18" charset="0"/>
                          </a:rPr>
                          <m:t>+</m:t>
                        </m:r>
                        <m:r>
                          <a:rPr lang="en-US" b="0" i="1" smtClean="0">
                            <a:latin typeface="Cambria Math" panose="02040503050406030204" pitchFamily="18" charset="0"/>
                          </a:rPr>
                          <m:t>𝐹𝑎𝑙𝑠𝑒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r>
                          <a:rPr lang="en-US" b="0" i="1" smtClean="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𝐹𝑃</m:t>
                            </m:r>
                          </m:e>
                        </m:d>
                      </m:den>
                    </m:f>
                  </m:oMath>
                </a14:m>
                <a:endParaRPr lang="en-US" dirty="0"/>
              </a:p>
              <a:p>
                <a:r>
                  <a:rPr lang="en-US" dirty="0"/>
                  <a:t>Precision </a:t>
                </a:r>
              </a:p>
              <a:p>
                <a:pPr lvl="1"/>
                <a:r>
                  <a:rPr lang="en-US" i="1" dirty="0"/>
                  <a:t>precision</a:t>
                </a:r>
                <a:r>
                  <a:rPr lang="en-US" dirty="0"/>
                  <a:t> </a:t>
                </a:r>
                <a14:m>
                  <m:oMath xmlns:m="http://schemas.openxmlformats.org/officeDocument/2006/math">
                    <m:r>
                      <a:rPr lang="en-US" b="0" i="1" smtClean="0">
                        <a:latin typeface="Cambria Math" panose="02040503050406030204" pitchFamily="18" charset="0"/>
                      </a:rPr>
                      <m:t>=</m:t>
                    </m:r>
                    <m:f>
                      <m:fPr>
                        <m:ctrlPr>
                          <a:rPr lang="en-US" i="1">
                            <a:latin typeface="Cambria Math" panose="02040503050406030204" pitchFamily="18" charset="0"/>
                          </a:rPr>
                        </m:ctrlPr>
                      </m:fPr>
                      <m:num>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r>
                          <a:rPr lang="en-US" b="0" i="1" smtClean="0">
                            <a:latin typeface="Cambria Math" panose="02040503050406030204" pitchFamily="18" charset="0"/>
                          </a:rPr>
                          <m:t>(</m:t>
                        </m:r>
                        <m:r>
                          <a:rPr lang="en-US" b="0" i="1" smtClean="0">
                            <a:latin typeface="Cambria Math" panose="02040503050406030204" pitchFamily="18" charset="0"/>
                          </a:rPr>
                          <m:t>𝑇𝑃</m:t>
                        </m:r>
                        <m:r>
                          <a:rPr lang="en-US" b="0" i="1" smtClean="0">
                            <a:latin typeface="Cambria Math" panose="02040503050406030204" pitchFamily="18" charset="0"/>
                          </a:rPr>
                          <m:t>) </m:t>
                        </m:r>
                      </m:num>
                      <m:den>
                        <m:r>
                          <a:rPr lang="en-US" b="0" i="1" smtClean="0">
                            <a:latin typeface="Cambria Math" panose="02040503050406030204" pitchFamily="18" charset="0"/>
                          </a:rPr>
                          <m:t>𝑇𝑟𝑢𝑒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d>
                          <m:dPr>
                            <m:ctrlPr>
                              <a:rPr lang="en-US" i="1">
                                <a:latin typeface="Cambria Math" panose="02040503050406030204" pitchFamily="18" charset="0"/>
                              </a:rPr>
                            </m:ctrlPr>
                          </m:dPr>
                          <m:e>
                            <m:r>
                              <a:rPr lang="en-US" b="0" i="1" smtClean="0">
                                <a:latin typeface="Cambria Math" panose="02040503050406030204" pitchFamily="18" charset="0"/>
                              </a:rPr>
                              <m:t>𝑇𝑃</m:t>
                            </m:r>
                          </m:e>
                        </m:d>
                        <m:r>
                          <a:rPr lang="en-US" b="0" i="1" smtClean="0">
                            <a:latin typeface="Cambria Math" panose="02040503050406030204" pitchFamily="18" charset="0"/>
                          </a:rPr>
                          <m:t>+</m:t>
                        </m:r>
                        <m:r>
                          <a:rPr lang="en-US" b="0" i="1" smtClean="0">
                            <a:latin typeface="Cambria Math" panose="02040503050406030204" pitchFamily="18" charset="0"/>
                          </a:rPr>
                          <m:t>𝐹𝑎𝑙𝑠𝑒</m:t>
                        </m:r>
                        <m:r>
                          <a:rPr lang="en-US" b="0" i="1" smtClean="0">
                            <a:latin typeface="Cambria Math" panose="02040503050406030204" pitchFamily="18" charset="0"/>
                          </a:rPr>
                          <m:t> </m:t>
                        </m:r>
                        <m:r>
                          <a:rPr lang="en-US" b="0" i="1" smtClean="0">
                            <a:latin typeface="Cambria Math" panose="02040503050406030204" pitchFamily="18" charset="0"/>
                          </a:rPr>
                          <m:t>𝑃𝑜𝑠𝑖𝑡𝑖𝑣𝑒</m:t>
                        </m:r>
                        <m:r>
                          <a:rPr lang="en-US" b="0" i="1" smtClean="0">
                            <a:latin typeface="Cambria Math" panose="02040503050406030204" pitchFamily="18" charset="0"/>
                          </a:rPr>
                          <m:t> </m:t>
                        </m:r>
                        <m:d>
                          <m:dPr>
                            <m:ctrlPr>
                              <a:rPr lang="en-US" i="1">
                                <a:latin typeface="Cambria Math" panose="02040503050406030204" pitchFamily="18" charset="0"/>
                              </a:rPr>
                            </m:ctrlPr>
                          </m:dPr>
                          <m:e>
                            <m:r>
                              <a:rPr lang="en-US" b="0" i="1" smtClean="0">
                                <a:latin typeface="Cambria Math" panose="02040503050406030204" pitchFamily="18" charset="0"/>
                              </a:rPr>
                              <m:t>𝐹𝑃</m:t>
                            </m:r>
                          </m:e>
                        </m:d>
                      </m:den>
                    </m:f>
                  </m:oMath>
                </a14:m>
                <a:endParaRPr lang="en-US" dirty="0"/>
              </a:p>
              <a:p>
                <a:r>
                  <a:rPr lang="en-US" dirty="0"/>
                  <a:t>Error rate</a:t>
                </a:r>
              </a:p>
              <a:p>
                <a:pPr lvl="1"/>
                <a14:m>
                  <m:oMath xmlns:m="http://schemas.openxmlformats.org/officeDocument/2006/math">
                    <m:r>
                      <a:rPr lang="en-US" b="0" i="1" smtClean="0">
                        <a:latin typeface="Cambria Math" panose="02040503050406030204" pitchFamily="18" charset="0"/>
                      </a:rPr>
                      <m:t>𝑒𝑟𝑟𝑜𝑟</m:t>
                    </m:r>
                    <m:r>
                      <a:rPr lang="en-US" b="0" i="1" smtClean="0">
                        <a:latin typeface="Cambria Math" panose="02040503050406030204" pitchFamily="18" charset="0"/>
                      </a:rPr>
                      <m:t> =</m:t>
                    </m:r>
                    <m:f>
                      <m:fPr>
                        <m:ctrlPr>
                          <a:rPr lang="en-US" i="1">
                            <a:latin typeface="Cambria Math" panose="02040503050406030204" pitchFamily="18" charset="0"/>
                          </a:rPr>
                        </m:ctrlPr>
                      </m:fPr>
                      <m:num>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𝑤𝑟𝑜𝑛𝑔</m:t>
                        </m:r>
                        <m:r>
                          <a:rPr lang="en-US" b="0" i="1" smtClean="0">
                            <a:latin typeface="Cambria Math" panose="02040503050406030204" pitchFamily="18" charset="0"/>
                          </a:rPr>
                          <m:t> </m:t>
                        </m:r>
                        <m:r>
                          <a:rPr lang="en-US" b="0" i="1" smtClean="0">
                            <a:latin typeface="Cambria Math" panose="02040503050406030204" pitchFamily="18" charset="0"/>
                          </a:rPr>
                          <m:t>𝑝𝑟𝑒𝑑𝑖𝑐𝑡𝑖𝑜𝑛𝑠</m:t>
                        </m:r>
                      </m:num>
                      <m:den>
                        <m:r>
                          <a:rPr lang="en-US" b="0" i="1" smtClean="0">
                            <a:latin typeface="Cambria Math" panose="02040503050406030204" pitchFamily="18" charset="0"/>
                          </a:rPr>
                          <m:t>𝑡𝑜𝑡𝑎𝑙</m:t>
                        </m:r>
                        <m:r>
                          <a:rPr lang="en-US" b="0" i="1" smtClean="0">
                            <a:latin typeface="Cambria Math" panose="02040503050406030204" pitchFamily="18" charset="0"/>
                          </a:rPr>
                          <m:t> </m:t>
                        </m:r>
                        <m:r>
                          <a:rPr lang="en-US" b="0" i="1" smtClean="0">
                            <a:latin typeface="Cambria Math" panose="02040503050406030204" pitchFamily="18" charset="0"/>
                          </a:rPr>
                          <m:t>𝑛𝑢𝑚𝑏𝑒𝑟</m:t>
                        </m:r>
                        <m:r>
                          <a:rPr lang="en-US" b="0" i="1" smtClean="0">
                            <a:latin typeface="Cambria Math" panose="02040503050406030204" pitchFamily="18" charset="0"/>
                          </a:rPr>
                          <m:t> </m:t>
                        </m:r>
                        <m:r>
                          <a:rPr lang="en-US" b="0" i="1" smtClean="0">
                            <a:latin typeface="Cambria Math" panose="02040503050406030204" pitchFamily="18" charset="0"/>
                          </a:rPr>
                          <m:t>𝑜𝑓</m:t>
                        </m:r>
                        <m:r>
                          <a:rPr lang="en-US" b="0" i="1" smtClean="0">
                            <a:latin typeface="Cambria Math" panose="02040503050406030204" pitchFamily="18" charset="0"/>
                          </a:rPr>
                          <m:t> </m:t>
                        </m:r>
                        <m:r>
                          <a:rPr lang="en-US" b="0" i="1" smtClean="0">
                            <a:latin typeface="Cambria Math" panose="02040503050406030204" pitchFamily="18" charset="0"/>
                          </a:rPr>
                          <m:t>𝑝𝑟𝑒𝑑𝑖𝑐𝑡𝑖𝑜𝑛𝑠</m:t>
                        </m:r>
                        <m:r>
                          <a:rPr lang="en-US" b="0" i="1" smtClean="0">
                            <a:latin typeface="Cambria Math" panose="02040503050406030204" pitchFamily="18" charset="0"/>
                          </a:rPr>
                          <m:t> </m:t>
                        </m:r>
                      </m:den>
                    </m:f>
                  </m:oMath>
                </a14:m>
                <a:endParaRPr lang="en-US" dirty="0"/>
              </a:p>
              <a:p>
                <a:pPr lvl="1"/>
                <a:endParaRPr lang="en-US" dirty="0"/>
              </a:p>
              <a:p>
                <a:pPr lvl="1"/>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AEE7AA4-F85D-B84F-8CA6-705337B563BA}"/>
                  </a:ext>
                </a:extLst>
              </p:cNvPr>
              <p:cNvSpPr>
                <a:spLocks noGrp="1" noRot="1" noChangeAspect="1" noMove="1" noResize="1" noEditPoints="1" noAdjustHandles="1" noChangeArrowheads="1" noChangeShapeType="1" noTextEdit="1"/>
              </p:cNvSpPr>
              <p:nvPr>
                <p:ph sz="half" idx="1"/>
              </p:nvPr>
            </p:nvSpPr>
            <p:spPr>
              <a:blipFill>
                <a:blip r:embed="rId3"/>
                <a:stretch>
                  <a:fillRect/>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174C0036-E4FA-0A08-482C-3AE179654EC1}"/>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41</a:t>
            </a:fld>
            <a:endParaRPr lang="en-US" dirty="0">
              <a:solidFill>
                <a:srgbClr val="FFFFFF"/>
              </a:solidFill>
              <a:latin typeface="Franklin Gothic Book"/>
            </a:endParaRPr>
          </a:p>
        </p:txBody>
      </p:sp>
      <p:pic>
        <p:nvPicPr>
          <p:cNvPr id="6" name="Picture 2" descr="Confusion Matrix">
            <a:extLst>
              <a:ext uri="{FF2B5EF4-FFF2-40B4-BE49-F238E27FC236}">
                <a16:creationId xmlns:a16="http://schemas.microsoft.com/office/drawing/2014/main" id="{DB7030DE-4F66-980C-D03F-2F7FAAF84209}"/>
              </a:ext>
            </a:extLst>
          </p:cNvPr>
          <p:cNvPicPr>
            <a:picLocks noGrp="1" noChangeAspect="1" noChangeArrowheads="1"/>
          </p:cNvPicPr>
          <p:nvPr>
            <p:ph sz="half" idx="2"/>
          </p:nvPr>
        </p:nvPicPr>
        <p:blipFill>
          <a:blip r:embed="rId4">
            <a:extLst>
              <a:ext uri="{28A0092B-C50C-407E-A947-70E740481C1C}">
                <a14:useLocalDpi xmlns:a14="http://schemas.microsoft.com/office/drawing/2010/main"/>
              </a:ext>
            </a:extLst>
          </a:blip>
          <a:srcRect/>
          <a:stretch>
            <a:fillRect/>
          </a:stretch>
        </p:blipFill>
        <p:spPr bwMode="auto">
          <a:xfrm>
            <a:off x="5745892" y="2224924"/>
            <a:ext cx="5947304" cy="33577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83584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2BAD522-BB5A-1ACB-8430-F21D291F5414}"/>
              </a:ext>
            </a:extLst>
          </p:cNvPr>
          <p:cNvSpPr>
            <a:spLocks noGrp="1"/>
          </p:cNvSpPr>
          <p:nvPr>
            <p:ph type="title"/>
          </p:nvPr>
        </p:nvSpPr>
        <p:spPr/>
        <p:txBody>
          <a:bodyPr/>
          <a:lstStyle/>
          <a:p>
            <a:r>
              <a:rPr lang="en-US" dirty="0"/>
              <a:t>Evaluation #1 thing to learn</a:t>
            </a:r>
          </a:p>
        </p:txBody>
      </p:sp>
      <p:graphicFrame>
        <p:nvGraphicFramePr>
          <p:cNvPr id="5" name="Content Placeholder 4">
            <a:extLst>
              <a:ext uri="{FF2B5EF4-FFF2-40B4-BE49-F238E27FC236}">
                <a16:creationId xmlns:a16="http://schemas.microsoft.com/office/drawing/2014/main" id="{D0661BD9-8863-159F-E52D-F3CBCE552925}"/>
              </a:ext>
            </a:extLst>
          </p:cNvPr>
          <p:cNvGraphicFramePr>
            <a:graphicFrameLocks noGrp="1"/>
          </p:cNvGraphicFramePr>
          <p:nvPr>
            <p:ph idx="1"/>
            <p:extLst>
              <p:ext uri="{D42A27DB-BD31-4B8C-83A1-F6EECF244321}">
                <p14:modId xmlns:p14="http://schemas.microsoft.com/office/powerpoint/2010/main" val="686737"/>
              </p:ext>
            </p:extLst>
          </p:nvPr>
        </p:nvGraphicFramePr>
        <p:xfrm>
          <a:off x="664633" y="1639570"/>
          <a:ext cx="10464391" cy="4734336"/>
        </p:xfrm>
        <a:graphic>
          <a:graphicData uri="http://schemas.openxmlformats.org/drawingml/2006/table">
            <a:tbl>
              <a:tblPr firstRow="1" firstCol="1" bandRow="1">
                <a:tableStyleId>{5C22544A-7EE6-4342-B048-85BDC9FD1C3A}</a:tableStyleId>
              </a:tblPr>
              <a:tblGrid>
                <a:gridCol w="3085469">
                  <a:extLst>
                    <a:ext uri="{9D8B030D-6E8A-4147-A177-3AD203B41FA5}">
                      <a16:colId xmlns:a16="http://schemas.microsoft.com/office/drawing/2014/main" val="4046155014"/>
                    </a:ext>
                  </a:extLst>
                </a:gridCol>
                <a:gridCol w="7378922">
                  <a:extLst>
                    <a:ext uri="{9D8B030D-6E8A-4147-A177-3AD203B41FA5}">
                      <a16:colId xmlns:a16="http://schemas.microsoft.com/office/drawing/2014/main" val="2533300712"/>
                    </a:ext>
                  </a:extLst>
                </a:gridCol>
              </a:tblGrid>
              <a:tr h="265709">
                <a:tc>
                  <a:txBody>
                    <a:bodyPr/>
                    <a:lstStyle/>
                    <a:p>
                      <a:pPr algn="l" fontAlgn="ctr">
                        <a:spcBef>
                          <a:spcPts val="0"/>
                        </a:spcBef>
                        <a:spcAft>
                          <a:spcPts val="0"/>
                        </a:spcAft>
                      </a:pPr>
                      <a:r>
                        <a:rPr lang="en-US" sz="1400" b="1" u="none" strike="noStrike">
                          <a:effectLst/>
                        </a:rPr>
                        <a:t>Metric</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1" u="none" strike="noStrike">
                          <a:effectLst/>
                        </a:rPr>
                        <a:t>Description</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3648909113"/>
                  </a:ext>
                </a:extLst>
              </a:tr>
              <a:tr h="628039">
                <a:tc>
                  <a:txBody>
                    <a:bodyPr/>
                    <a:lstStyle/>
                    <a:p>
                      <a:pPr algn="l" fontAlgn="ctr">
                        <a:spcBef>
                          <a:spcPts val="0"/>
                        </a:spcBef>
                        <a:spcAft>
                          <a:spcPts val="0"/>
                        </a:spcAft>
                      </a:pPr>
                      <a:r>
                        <a:rPr lang="en-US" sz="1400" b="0" u="none" strike="noStrike">
                          <a:effectLst/>
                        </a:rPr>
                        <a:t>Accuracy</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The proportion of true results (both true positives and true negatives) among the total number of cases examined. It's a basic measure that answers, "How often is the classifier correct?"</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1097079674"/>
                  </a:ext>
                </a:extLst>
              </a:tr>
              <a:tr h="446874">
                <a:tc>
                  <a:txBody>
                    <a:bodyPr/>
                    <a:lstStyle/>
                    <a:p>
                      <a:pPr algn="l" fontAlgn="ctr">
                        <a:spcBef>
                          <a:spcPts val="0"/>
                        </a:spcBef>
                        <a:spcAft>
                          <a:spcPts val="0"/>
                        </a:spcAft>
                      </a:pPr>
                      <a:r>
                        <a:rPr lang="en-US" sz="1400" b="0" u="none" strike="noStrike" dirty="0">
                          <a:effectLst/>
                        </a:rPr>
                        <a:t>Precision</a:t>
                      </a:r>
                      <a:endParaRPr lang="en-US" sz="1400" b="0" i="0" u="none" strike="noStrike" dirty="0">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The ratio of true positives to all predicted positives. It answers, "Of all the instances classified as positive, how many are actually positive?"</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714458484"/>
                  </a:ext>
                </a:extLst>
              </a:tr>
              <a:tr h="446874">
                <a:tc>
                  <a:txBody>
                    <a:bodyPr/>
                    <a:lstStyle/>
                    <a:p>
                      <a:pPr algn="l" fontAlgn="ctr">
                        <a:spcBef>
                          <a:spcPts val="0"/>
                        </a:spcBef>
                        <a:spcAft>
                          <a:spcPts val="0"/>
                        </a:spcAft>
                      </a:pPr>
                      <a:r>
                        <a:rPr lang="en-US" sz="1400" b="0" u="none" strike="noStrike">
                          <a:effectLst/>
                        </a:rPr>
                        <a:t>Recall (Sensitivity)</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The ratio of true positives to all actual positives. It answers, "Of all the actual positives, how many did we classify correctly?"</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690035640"/>
                  </a:ext>
                </a:extLst>
              </a:tr>
              <a:tr h="446874">
                <a:tc>
                  <a:txBody>
                    <a:bodyPr/>
                    <a:lstStyle/>
                    <a:p>
                      <a:pPr algn="l" fontAlgn="ctr">
                        <a:spcBef>
                          <a:spcPts val="0"/>
                        </a:spcBef>
                        <a:spcAft>
                          <a:spcPts val="0"/>
                        </a:spcAft>
                      </a:pPr>
                      <a:r>
                        <a:rPr lang="en-US" sz="1400" b="0" u="none" strike="noStrike">
                          <a:effectLst/>
                        </a:rPr>
                        <a:t>F1 Score</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The harmonic mean of precision and recall, providing a balance between the two. It's useful when you need a balance between precision and recall.</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2445096275"/>
                  </a:ext>
                </a:extLst>
              </a:tr>
              <a:tr h="628039">
                <a:tc>
                  <a:txBody>
                    <a:bodyPr/>
                    <a:lstStyle/>
                    <a:p>
                      <a:pPr algn="l" fontAlgn="ctr">
                        <a:spcBef>
                          <a:spcPts val="0"/>
                        </a:spcBef>
                        <a:spcAft>
                          <a:spcPts val="0"/>
                        </a:spcAft>
                      </a:pPr>
                      <a:r>
                        <a:rPr lang="en-US" sz="1400" b="0" u="none" strike="noStrike">
                          <a:effectLst/>
                        </a:rPr>
                        <a:t>Confusion Matrix</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A table layout that allows visualization of the performance of an algorithm. It shows the counts of true positives, true negatives, false positives, and false negatives.</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424935594"/>
                  </a:ext>
                </a:extLst>
              </a:tr>
              <a:tr h="628039">
                <a:tc>
                  <a:txBody>
                    <a:bodyPr/>
                    <a:lstStyle/>
                    <a:p>
                      <a:pPr algn="l" fontAlgn="ctr">
                        <a:spcBef>
                          <a:spcPts val="0"/>
                        </a:spcBef>
                        <a:spcAft>
                          <a:spcPts val="0"/>
                        </a:spcAft>
                      </a:pPr>
                      <a:r>
                        <a:rPr lang="en-US" sz="1400" b="0" u="none" strike="noStrike">
                          <a:effectLst/>
                        </a:rPr>
                        <a:t>ROC Curve (AUC)</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Receiver Operating Characteristic curve (Area Under Curve) is a plot of the true positive rate against the false positive rate. It shows the tradeoff between sensitivity and specificity.</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2571041739"/>
                  </a:ext>
                </a:extLst>
              </a:tr>
              <a:tr h="446874">
                <a:tc>
                  <a:txBody>
                    <a:bodyPr/>
                    <a:lstStyle/>
                    <a:p>
                      <a:pPr algn="l" fontAlgn="ctr">
                        <a:spcBef>
                          <a:spcPts val="0"/>
                        </a:spcBef>
                        <a:spcAft>
                          <a:spcPts val="0"/>
                        </a:spcAft>
                      </a:pPr>
                      <a:r>
                        <a:rPr lang="en-US" sz="1400" b="0" u="none" strike="noStrike">
                          <a:effectLst/>
                        </a:rPr>
                        <a:t>Log Loss</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a:effectLst/>
                        </a:rPr>
                        <a:t>A performance metric based on the probability estimates and is particularly useful when you need well-calibrated predicted probabilities.</a:t>
                      </a:r>
                      <a:endParaRPr lang="en-US" sz="1400" b="0" i="0" u="none" strike="noStrike">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4111531221"/>
                  </a:ext>
                </a:extLst>
              </a:tr>
              <a:tr h="628039">
                <a:tc>
                  <a:txBody>
                    <a:bodyPr/>
                    <a:lstStyle/>
                    <a:p>
                      <a:pPr algn="l" fontAlgn="ctr">
                        <a:spcBef>
                          <a:spcPts val="0"/>
                        </a:spcBef>
                        <a:spcAft>
                          <a:spcPts val="0"/>
                        </a:spcAft>
                      </a:pPr>
                      <a:r>
                        <a:rPr lang="en-US" sz="1400" b="0" u="none" strike="noStrike">
                          <a:effectLst/>
                        </a:rPr>
                        <a:t>Matthews Correlation Coefficient (MCC)</a:t>
                      </a:r>
                      <a:endParaRPr lang="en-US" sz="1400" b="0" i="0" u="none" strike="noStrike">
                        <a:effectLst/>
                        <a:latin typeface="Arial" panose="020B0604020202020204" pitchFamily="34" charset="0"/>
                      </a:endParaRPr>
                    </a:p>
                  </a:txBody>
                  <a:tcPr marL="60388" marR="60388" marT="30194" marB="30194" anchor="ctr"/>
                </a:tc>
                <a:tc>
                  <a:txBody>
                    <a:bodyPr/>
                    <a:lstStyle/>
                    <a:p>
                      <a:pPr algn="l" fontAlgn="ctr">
                        <a:spcBef>
                          <a:spcPts val="0"/>
                        </a:spcBef>
                        <a:spcAft>
                          <a:spcPts val="0"/>
                        </a:spcAft>
                      </a:pPr>
                      <a:r>
                        <a:rPr lang="en-US" sz="1400" b="0" u="none" strike="noStrike" dirty="0">
                          <a:effectLst/>
                        </a:rPr>
                        <a:t>A measure of the quality of binary classifications, which considers true and false positives and negatives, it is generally regarded as a balanced measure.</a:t>
                      </a:r>
                      <a:endParaRPr lang="en-US" sz="1400" b="0" i="0" u="none" strike="noStrike" dirty="0">
                        <a:effectLst/>
                        <a:latin typeface="Arial" panose="020B0604020202020204" pitchFamily="34" charset="0"/>
                      </a:endParaRPr>
                    </a:p>
                  </a:txBody>
                  <a:tcPr marL="60388" marR="60388" marT="30194" marB="30194" anchor="ctr"/>
                </a:tc>
                <a:extLst>
                  <a:ext uri="{0D108BD9-81ED-4DB2-BD59-A6C34878D82A}">
                    <a16:rowId xmlns:a16="http://schemas.microsoft.com/office/drawing/2014/main" val="2487503543"/>
                  </a:ext>
                </a:extLst>
              </a:tr>
            </a:tbl>
          </a:graphicData>
        </a:graphic>
      </p:graphicFrame>
      <p:sp>
        <p:nvSpPr>
          <p:cNvPr id="4" name="Slide Number Placeholder 3" hidden="1">
            <a:extLst>
              <a:ext uri="{FF2B5EF4-FFF2-40B4-BE49-F238E27FC236}">
                <a16:creationId xmlns:a16="http://schemas.microsoft.com/office/drawing/2014/main" id="{B803A437-B694-2C1C-1995-9D9F273B3255}"/>
              </a:ext>
            </a:extLst>
          </p:cNvPr>
          <p:cNvSpPr>
            <a:spLocks noGrp="1"/>
          </p:cNvSpPr>
          <p:nvPr>
            <p:ph type="sldNum" sz="quarter" idx="12"/>
          </p:nvPr>
        </p:nvSpPr>
        <p:spPr/>
        <p:txBody>
          <a:bodyPr/>
          <a:lstStyle/>
          <a:p>
            <a:pPr>
              <a:spcAft>
                <a:spcPts val="600"/>
              </a:spcAft>
            </a:pPr>
            <a:fld id="{02456A73-CB17-B748-BD2A-A20F5DD59EC7}" type="slidenum">
              <a:rPr lang="en-US" smtClean="0"/>
              <a:pPr>
                <a:spcAft>
                  <a:spcPts val="600"/>
                </a:spcAft>
              </a:pPr>
              <a:t>42</a:t>
            </a:fld>
            <a:endParaRPr lang="en-US"/>
          </a:p>
        </p:txBody>
      </p:sp>
      <p:sp>
        <p:nvSpPr>
          <p:cNvPr id="6" name="Rectangle 1">
            <a:extLst>
              <a:ext uri="{FF2B5EF4-FFF2-40B4-BE49-F238E27FC236}">
                <a16:creationId xmlns:a16="http://schemas.microsoft.com/office/drawing/2014/main" id="{5E3C8A86-BB16-E296-1456-A10CA4FF08AA}"/>
              </a:ext>
            </a:extLst>
          </p:cNvPr>
          <p:cNvSpPr>
            <a:spLocks noChangeArrowheads="1"/>
          </p:cNvSpPr>
          <p:nvPr/>
        </p:nvSpPr>
        <p:spPr bwMode="auto">
          <a:xfrm>
            <a:off x="0" y="-3231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ct val="0"/>
              </a:spcBef>
              <a:spcAft>
                <a:spcPts val="600"/>
              </a:spcAft>
              <a:buClrTx/>
              <a:buSzTx/>
              <a:buFontTx/>
              <a:buNone/>
              <a:tabLst/>
            </a:pPr>
            <a:br>
              <a:rPr kumimoji="0" lang="en-US" altLang="en-US" b="0" i="0" u="none" strike="noStrike" cap="none" normalizeH="0" baseline="0">
                <a:ln>
                  <a:noFill/>
                </a:ln>
                <a:solidFill>
                  <a:schemeClr val="tx1"/>
                </a:solidFill>
                <a:effectLst/>
                <a:latin typeface="Arial" panose="020B0604020202020204" pitchFamily="34" charset="0"/>
              </a:rPr>
            </a:br>
            <a:endParaRPr kumimoji="0" lang="en-US" altLang="en-US"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687437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E2985-78A4-903A-B05C-A10AA5C25D20}"/>
              </a:ext>
            </a:extLst>
          </p:cNvPr>
          <p:cNvSpPr>
            <a:spLocks noGrp="1"/>
          </p:cNvSpPr>
          <p:nvPr>
            <p:ph type="title"/>
          </p:nvPr>
        </p:nvSpPr>
        <p:spPr/>
        <p:txBody>
          <a:bodyPr/>
          <a:lstStyle/>
          <a:p>
            <a:r>
              <a:rPr lang="en-US" dirty="0"/>
              <a:t>ROC Curve and AUC</a:t>
            </a:r>
          </a:p>
        </p:txBody>
      </p:sp>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D65D6036-8755-496D-54CC-9611D190A309}"/>
                  </a:ext>
                </a:extLst>
              </p:cNvPr>
              <p:cNvSpPr>
                <a:spLocks noGrp="1"/>
              </p:cNvSpPr>
              <p:nvPr>
                <p:ph sz="half" idx="1"/>
              </p:nvPr>
            </p:nvSpPr>
            <p:spPr/>
            <p:txBody>
              <a:bodyPr>
                <a:normAutofit fontScale="55000" lnSpcReduction="20000"/>
              </a:bodyPr>
              <a:lstStyle/>
              <a:p>
                <a:pPr algn="l"/>
                <a:r>
                  <a:rPr lang="en-US" b="1" i="0" dirty="0">
                    <a:solidFill>
                      <a:srgbClr val="212121"/>
                    </a:solidFill>
                    <a:effectLst/>
                    <a:latin typeface="Roboto" panose="02000000000000000000" pitchFamily="2" charset="0"/>
                  </a:rPr>
                  <a:t>ROC Curve</a:t>
                </a:r>
              </a:p>
              <a:p>
                <a:pPr marL="514350" indent="-285750"/>
                <a:r>
                  <a:rPr lang="en-US" b="0" i="0" dirty="0">
                    <a:solidFill>
                      <a:srgbClr val="212121"/>
                    </a:solidFill>
                    <a:effectLst/>
                    <a:latin typeface="Roboto" panose="02000000000000000000" pitchFamily="2" charset="0"/>
                  </a:rPr>
                  <a:t>The X-axis represents the False Positive Rate (FPR): </a:t>
                </a:r>
              </a:p>
              <a:p>
                <a:pPr marL="742950" lvl="1" indent="-285750"/>
                <a14:m>
                  <m:oMath xmlns:m="http://schemas.openxmlformats.org/officeDocument/2006/math">
                    <m:r>
                      <a:rPr lang="en-US" b="0" i="1" smtClean="0">
                        <a:solidFill>
                          <a:srgbClr val="212121"/>
                        </a:solidFill>
                        <a:effectLst/>
                        <a:latin typeface="Cambria Math" panose="02040503050406030204" pitchFamily="18" charset="0"/>
                      </a:rPr>
                      <m:t>𝐹𝑃𝑅</m:t>
                    </m:r>
                    <m:r>
                      <a:rPr lang="en-US" b="0" i="1" smtClean="0">
                        <a:solidFill>
                          <a:srgbClr val="212121"/>
                        </a:solidFill>
                        <a:effectLst/>
                        <a:latin typeface="Cambria Math" panose="02040503050406030204" pitchFamily="18" charset="0"/>
                      </a:rPr>
                      <m:t>= </m:t>
                    </m:r>
                    <m:r>
                      <a:rPr lang="en-US" b="0" i="0" smtClean="0">
                        <a:solidFill>
                          <a:srgbClr val="212121"/>
                        </a:solidFill>
                        <a:effectLst/>
                        <a:latin typeface="Cambria Math" panose="02040503050406030204" pitchFamily="18" charset="0"/>
                      </a:rPr>
                      <m:t> </m:t>
                    </m:r>
                    <m:f>
                      <m:fPr>
                        <m:ctrlPr>
                          <a:rPr lang="en-US" b="0" i="1" smtClean="0">
                            <a:solidFill>
                              <a:srgbClr val="212121"/>
                            </a:solidFill>
                            <a:effectLst/>
                            <a:latin typeface="Cambria Math" panose="02040503050406030204" pitchFamily="18" charset="0"/>
                          </a:rPr>
                        </m:ctrlPr>
                      </m:fPr>
                      <m:num>
                        <m:r>
                          <a:rPr lang="en-US" b="0" i="1" smtClean="0">
                            <a:solidFill>
                              <a:srgbClr val="212121"/>
                            </a:solidFill>
                            <a:effectLst/>
                            <a:latin typeface="Cambria Math" panose="02040503050406030204" pitchFamily="18" charset="0"/>
                          </a:rPr>
                          <m:t>𝐹𝑃</m:t>
                        </m:r>
                      </m:num>
                      <m:den>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𝐹𝑃</m:t>
                        </m:r>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𝑇𝑁</m:t>
                        </m:r>
                        <m:r>
                          <a:rPr lang="en-US" b="0" i="1" smtClean="0">
                            <a:solidFill>
                              <a:srgbClr val="212121"/>
                            </a:solidFill>
                            <a:effectLst/>
                            <a:latin typeface="Cambria Math" panose="02040503050406030204" pitchFamily="18" charset="0"/>
                          </a:rPr>
                          <m:t>)</m:t>
                        </m:r>
                      </m:den>
                    </m:f>
                  </m:oMath>
                </a14:m>
                <a:endParaRPr lang="en-US" b="0" i="0" dirty="0">
                  <a:solidFill>
                    <a:srgbClr val="212121"/>
                  </a:solidFill>
                  <a:effectLst/>
                  <a:latin typeface="Roboto" panose="02000000000000000000" pitchFamily="2" charset="0"/>
                </a:endParaRPr>
              </a:p>
              <a:p>
                <a:pPr marL="514350" indent="-285750"/>
                <a:r>
                  <a:rPr lang="en-US" b="0" i="0" dirty="0">
                    <a:solidFill>
                      <a:srgbClr val="212121"/>
                    </a:solidFill>
                    <a:effectLst/>
                    <a:latin typeface="Roboto" panose="02000000000000000000" pitchFamily="2" charset="0"/>
                  </a:rPr>
                  <a:t>The Y-axis represents the True Positive Rate (TPR) AKA Recall or Sensitivity</a:t>
                </a:r>
              </a:p>
              <a:p>
                <a:pPr marL="742950" lvl="1" indent="-285750"/>
                <a14:m>
                  <m:oMath xmlns:m="http://schemas.openxmlformats.org/officeDocument/2006/math">
                    <m:r>
                      <a:rPr lang="en-US" b="0" i="1" smtClean="0">
                        <a:solidFill>
                          <a:srgbClr val="212121"/>
                        </a:solidFill>
                        <a:effectLst/>
                        <a:latin typeface="Cambria Math" panose="02040503050406030204" pitchFamily="18" charset="0"/>
                      </a:rPr>
                      <m:t>𝑇𝑃𝑅</m:t>
                    </m:r>
                    <m:r>
                      <a:rPr lang="en-US" b="0" i="1" smtClean="0">
                        <a:solidFill>
                          <a:srgbClr val="212121"/>
                        </a:solidFill>
                        <a:effectLst/>
                        <a:latin typeface="Cambria Math" panose="02040503050406030204" pitchFamily="18" charset="0"/>
                      </a:rPr>
                      <m:t>= </m:t>
                    </m:r>
                    <m:r>
                      <a:rPr lang="en-US" b="0" i="0" smtClean="0">
                        <a:solidFill>
                          <a:srgbClr val="212121"/>
                        </a:solidFill>
                        <a:effectLst/>
                        <a:latin typeface="Cambria Math" panose="02040503050406030204" pitchFamily="18" charset="0"/>
                      </a:rPr>
                      <m:t> </m:t>
                    </m:r>
                    <m:f>
                      <m:fPr>
                        <m:ctrlPr>
                          <a:rPr lang="en-US" b="0" i="1" smtClean="0">
                            <a:solidFill>
                              <a:srgbClr val="212121"/>
                            </a:solidFill>
                            <a:effectLst/>
                            <a:latin typeface="Cambria Math" panose="02040503050406030204" pitchFamily="18" charset="0"/>
                          </a:rPr>
                        </m:ctrlPr>
                      </m:fPr>
                      <m:num>
                        <m:r>
                          <a:rPr lang="en-US" b="0" i="1" smtClean="0">
                            <a:solidFill>
                              <a:srgbClr val="212121"/>
                            </a:solidFill>
                            <a:effectLst/>
                            <a:latin typeface="Cambria Math" panose="02040503050406030204" pitchFamily="18" charset="0"/>
                          </a:rPr>
                          <m:t>𝑇𝑃</m:t>
                        </m:r>
                      </m:num>
                      <m:den>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𝑇𝑃</m:t>
                        </m:r>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𝐹𝑁</m:t>
                        </m:r>
                        <m:r>
                          <a:rPr lang="en-US" b="0" i="1" smtClean="0">
                            <a:solidFill>
                              <a:srgbClr val="212121"/>
                            </a:solidFill>
                            <a:effectLst/>
                            <a:latin typeface="Cambria Math" panose="02040503050406030204" pitchFamily="18" charset="0"/>
                          </a:rPr>
                          <m:t>)</m:t>
                        </m:r>
                      </m:den>
                    </m:f>
                  </m:oMath>
                </a14:m>
                <a:endParaRPr lang="en-US" b="0" i="0" dirty="0">
                  <a:solidFill>
                    <a:srgbClr val="212121"/>
                  </a:solidFill>
                  <a:effectLst/>
                  <a:latin typeface="Roboto" panose="02000000000000000000" pitchFamily="2" charset="0"/>
                </a:endParaRPr>
              </a:p>
              <a:p>
                <a:r>
                  <a:rPr lang="en-US" b="1" i="0" dirty="0">
                    <a:solidFill>
                      <a:srgbClr val="212121"/>
                    </a:solidFill>
                    <a:effectLst/>
                    <a:latin typeface="Roboto" panose="02000000000000000000" pitchFamily="2" charset="0"/>
                  </a:rPr>
                  <a:t>Interpreting the Curve</a:t>
                </a:r>
                <a:r>
                  <a:rPr lang="en-US" b="0" i="0" dirty="0">
                    <a:solidFill>
                      <a:srgbClr val="212121"/>
                    </a:solidFill>
                    <a:effectLst/>
                    <a:latin typeface="Roboto" panose="02000000000000000000" pitchFamily="2" charset="0"/>
                  </a:rPr>
                  <a:t>:</a:t>
                </a:r>
              </a:p>
              <a:p>
                <a:pPr marL="514350" indent="-285750"/>
                <a:r>
                  <a:rPr lang="en-US" b="0" i="0" dirty="0">
                    <a:solidFill>
                      <a:srgbClr val="212121"/>
                    </a:solidFill>
                    <a:effectLst/>
                    <a:latin typeface="Roboto" panose="02000000000000000000" pitchFamily="2" charset="0"/>
                  </a:rPr>
                  <a:t>A curve closer to the top-left corner indicates a better performance, representing a high TPR and a low FPR.</a:t>
                </a:r>
              </a:p>
              <a:p>
                <a:pPr marL="514350" indent="-285750"/>
                <a:r>
                  <a:rPr lang="en-US" b="0" i="0" dirty="0">
                    <a:solidFill>
                      <a:srgbClr val="212121"/>
                    </a:solidFill>
                    <a:effectLst/>
                    <a:latin typeface="Roboto" panose="02000000000000000000" pitchFamily="2" charset="0"/>
                  </a:rPr>
                  <a:t>The diagonal line (y = x) represents a random guess. A model with a curve above this line is better than a random guess, whereas a curve below this line is worse than random guessing.</a:t>
                </a:r>
              </a:p>
              <a:p>
                <a:pPr marL="514350" indent="-285750"/>
                <a:r>
                  <a:rPr lang="en-US" b="0" i="0" dirty="0">
                    <a:solidFill>
                      <a:srgbClr val="212121"/>
                    </a:solidFill>
                    <a:effectLst/>
                    <a:latin typeface="Roboto" panose="02000000000000000000" pitchFamily="2" charset="0"/>
                  </a:rPr>
                  <a:t>The Area Under the Curve (AUC) is a single number summary of the model performance. An AUC of 1 indicates a perfect model; an AUC of 0.5 suggests no discriminative power, equivalent to random guessing.</a:t>
                </a:r>
              </a:p>
              <a:p>
                <a:endParaRPr lang="en-US" dirty="0"/>
              </a:p>
            </p:txBody>
          </p:sp>
        </mc:Choice>
        <mc:Fallback xmlns="">
          <p:sp>
            <p:nvSpPr>
              <p:cNvPr id="7" name="Content Placeholder 6">
                <a:extLst>
                  <a:ext uri="{FF2B5EF4-FFF2-40B4-BE49-F238E27FC236}">
                    <a16:creationId xmlns:a16="http://schemas.microsoft.com/office/drawing/2014/main" id="{D65D6036-8755-496D-54CC-9611D190A309}"/>
                  </a:ext>
                </a:extLst>
              </p:cNvPr>
              <p:cNvSpPr>
                <a:spLocks noGrp="1" noRot="1" noChangeAspect="1" noMove="1" noResize="1" noEditPoints="1" noAdjustHandles="1" noChangeArrowheads="1" noChangeShapeType="1" noTextEdit="1"/>
              </p:cNvSpPr>
              <p:nvPr>
                <p:ph sz="half" idx="1"/>
              </p:nvPr>
            </p:nvSpPr>
            <p:spPr>
              <a:blipFill>
                <a:blip r:embed="rId2"/>
                <a:stretch>
                  <a:fillRect t="-917"/>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463E924C-0AB9-91F0-ECC3-7C756406BBB4}"/>
              </a:ext>
            </a:extLst>
          </p:cNvPr>
          <p:cNvSpPr>
            <a:spLocks noGrp="1"/>
          </p:cNvSpPr>
          <p:nvPr>
            <p:ph type="sldNum" sz="quarter" idx="12"/>
          </p:nvPr>
        </p:nvSpPr>
        <p:spPr/>
        <p:txBody>
          <a:bodyPr/>
          <a:lstStyle/>
          <a:p>
            <a:fld id="{02456A73-CB17-B748-BD2A-A20F5DD59EC7}" type="slidenum">
              <a:rPr lang="en-US" smtClean="0"/>
              <a:pPr/>
              <a:t>43</a:t>
            </a:fld>
            <a:endParaRPr lang="en-US" dirty="0"/>
          </a:p>
        </p:txBody>
      </p:sp>
      <p:pic>
        <p:nvPicPr>
          <p:cNvPr id="4098" name="Picture 2">
            <a:extLst>
              <a:ext uri="{FF2B5EF4-FFF2-40B4-BE49-F238E27FC236}">
                <a16:creationId xmlns:a16="http://schemas.microsoft.com/office/drawing/2014/main" id="{2B73C3A7-DC33-E59E-28C3-E07F2CCA42AE}"/>
              </a:ext>
            </a:extLst>
          </p:cNvPr>
          <p:cNvPicPr>
            <a:picLocks noGrp="1" noChangeAspect="1" noChangeArrowheads="1"/>
          </p:cNvPicPr>
          <p:nvPr>
            <p:ph sz="half" idx="2"/>
          </p:nvPr>
        </p:nvPicPr>
        <p:blipFill>
          <a:blip r:embed="rId3">
            <a:extLst>
              <a:ext uri="{28A0092B-C50C-407E-A947-70E740481C1C}">
                <a14:useLocalDpi xmlns:a14="http://schemas.microsoft.com/office/drawing/2010/main"/>
              </a:ext>
            </a:extLst>
          </a:blip>
          <a:srcRect/>
          <a:stretch>
            <a:fillRect/>
          </a:stretch>
        </p:blipFill>
        <p:spPr bwMode="auto">
          <a:xfrm>
            <a:off x="5865813" y="2158457"/>
            <a:ext cx="4876800" cy="3795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53291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D2694-7258-709D-2194-55C58054D4D0}"/>
              </a:ext>
            </a:extLst>
          </p:cNvPr>
          <p:cNvSpPr>
            <a:spLocks noGrp="1"/>
          </p:cNvSpPr>
          <p:nvPr>
            <p:ph type="title"/>
          </p:nvPr>
        </p:nvSpPr>
        <p:spPr>
          <a:xfrm>
            <a:off x="609600" y="277814"/>
            <a:ext cx="10972800" cy="1139825"/>
          </a:xfrm>
        </p:spPr>
        <p:txBody>
          <a:bodyPr anchor="t">
            <a:normAutofit/>
          </a:bodyPr>
          <a:lstStyle/>
          <a:p>
            <a:r>
              <a:rPr lang="en-US" dirty="0"/>
              <a:t>Fun Fact ROC curve comes from WW2 </a:t>
            </a:r>
          </a:p>
        </p:txBody>
      </p:sp>
      <p:sp>
        <p:nvSpPr>
          <p:cNvPr id="6" name="Content Placeholder 5">
            <a:extLst>
              <a:ext uri="{FF2B5EF4-FFF2-40B4-BE49-F238E27FC236}">
                <a16:creationId xmlns:a16="http://schemas.microsoft.com/office/drawing/2014/main" id="{88BA3143-FE2D-3DDD-BDA3-A1371F48B5CE}"/>
              </a:ext>
            </a:extLst>
          </p:cNvPr>
          <p:cNvSpPr>
            <a:spLocks noGrp="1"/>
          </p:cNvSpPr>
          <p:nvPr>
            <p:ph type="body" sz="half" idx="1"/>
          </p:nvPr>
        </p:nvSpPr>
        <p:spPr>
          <a:xfrm>
            <a:off x="609600" y="1600201"/>
            <a:ext cx="5384800" cy="4530725"/>
          </a:xfrm>
        </p:spPr>
        <p:txBody>
          <a:bodyPr>
            <a:normAutofit/>
          </a:bodyPr>
          <a:lstStyle/>
          <a:p>
            <a:pPr>
              <a:lnSpc>
                <a:spcPct val="90000"/>
              </a:lnSpc>
            </a:pPr>
            <a:r>
              <a:rPr lang="en-US" sz="1700"/>
              <a:t>The ROC curve was first developed by electrical engineers and radar operators during World War II. </a:t>
            </a:r>
          </a:p>
          <a:p>
            <a:pPr lvl="1">
              <a:lnSpc>
                <a:spcPct val="90000"/>
              </a:lnSpc>
            </a:pPr>
            <a:r>
              <a:rPr lang="en-US" sz="1700"/>
              <a:t>The primary goal was to detect enemy objects in battlefields and distinguish them from noise (like birds or clouds). </a:t>
            </a:r>
          </a:p>
          <a:p>
            <a:pPr lvl="1">
              <a:lnSpc>
                <a:spcPct val="90000"/>
              </a:lnSpc>
            </a:pPr>
            <a:r>
              <a:rPr lang="en-US" sz="1700"/>
              <a:t>Operators had to decide whether a blip on the radar screen was an enemy object or not, based on the signal's strength</a:t>
            </a:r>
          </a:p>
          <a:p>
            <a:pPr>
              <a:lnSpc>
                <a:spcPct val="90000"/>
              </a:lnSpc>
            </a:pPr>
            <a:r>
              <a:rPr lang="en-US" sz="1700"/>
              <a:t>Receiver Operating Characteristic curve was a graphical plot used to show the trade-off between hit rates (true positives) and false alarm rates (false positives) of a radar system. It was a tool for measuring the ability of radar operators to make these important distinctions under different conditions.</a:t>
            </a:r>
          </a:p>
        </p:txBody>
      </p:sp>
      <p:pic>
        <p:nvPicPr>
          <p:cNvPr id="5124" name="Picture 4">
            <a:extLst>
              <a:ext uri="{FF2B5EF4-FFF2-40B4-BE49-F238E27FC236}">
                <a16:creationId xmlns:a16="http://schemas.microsoft.com/office/drawing/2014/main" id="{A3DBC0B9-0353-B31C-C240-9CDB5C4979B4}"/>
              </a:ext>
            </a:extLst>
          </p:cNvPr>
          <p:cNvPicPr>
            <a:picLocks noChangeAspect="1" noChangeArrowheads="1"/>
          </p:cNvPicPr>
          <p:nvPr/>
        </p:nvPicPr>
        <p:blipFill rotWithShape="1">
          <a:blip r:embed="rId2" cstate="hqprint">
            <a:extLst>
              <a:ext uri="{28A0092B-C50C-407E-A947-70E740481C1C}">
                <a14:useLocalDpi xmlns:a14="http://schemas.microsoft.com/office/drawing/2010/main"/>
              </a:ext>
            </a:extLst>
          </a:blip>
          <a:srcRect r="-1"/>
          <a:stretch/>
        </p:blipFill>
        <p:spPr bwMode="auto">
          <a:xfrm>
            <a:off x="6197600" y="1600201"/>
            <a:ext cx="5384800" cy="2189163"/>
          </a:xfrm>
          <a:prstGeom prst="rect">
            <a:avLst/>
          </a:prstGeom>
          <a:solidFill>
            <a:srgbClr val="FFFFFF"/>
          </a:solidFill>
        </p:spPr>
      </p:pic>
      <p:pic>
        <p:nvPicPr>
          <p:cNvPr id="5122" name="Picture 2" descr="How Radar Changed The Second World War | Imperial War Museums">
            <a:extLst>
              <a:ext uri="{FF2B5EF4-FFF2-40B4-BE49-F238E27FC236}">
                <a16:creationId xmlns:a16="http://schemas.microsoft.com/office/drawing/2014/main" id="{872A0513-FCEE-3602-5179-0E11EB0B6B9A}"/>
              </a:ext>
            </a:extLst>
          </p:cNvPr>
          <p:cNvPicPr>
            <a:picLocks noChangeAspect="1" noChangeArrowheads="1"/>
          </p:cNvPicPr>
          <p:nvPr/>
        </p:nvPicPr>
        <p:blipFill rotWithShape="1">
          <a:blip r:embed="rId3" cstate="hqprint">
            <a:extLst>
              <a:ext uri="{28A0092B-C50C-407E-A947-70E740481C1C}">
                <a14:useLocalDpi xmlns:a14="http://schemas.microsoft.com/office/drawing/2010/main"/>
              </a:ext>
            </a:extLst>
          </a:blip>
          <a:srcRect/>
          <a:stretch/>
        </p:blipFill>
        <p:spPr bwMode="auto">
          <a:xfrm>
            <a:off x="6197600" y="3941763"/>
            <a:ext cx="5384800" cy="2189162"/>
          </a:xfrm>
          <a:prstGeom prst="rect">
            <a:avLst/>
          </a:prstGeom>
          <a:solidFill>
            <a:srgbClr val="FFFFFF"/>
          </a:solidFill>
        </p:spPr>
      </p:pic>
      <p:sp>
        <p:nvSpPr>
          <p:cNvPr id="5" name="Slide Number Placeholder 4">
            <a:extLst>
              <a:ext uri="{FF2B5EF4-FFF2-40B4-BE49-F238E27FC236}">
                <a16:creationId xmlns:a16="http://schemas.microsoft.com/office/drawing/2014/main" id="{5C9C275C-6189-38FC-7CD3-6AB9BDA7DDDC}"/>
              </a:ext>
            </a:extLst>
          </p:cNvPr>
          <p:cNvSpPr>
            <a:spLocks noGrp="1"/>
          </p:cNvSpPr>
          <p:nvPr>
            <p:ph type="sldNum" sz="quarter" idx="12"/>
          </p:nvPr>
        </p:nvSpPr>
        <p:spPr>
          <a:xfrm>
            <a:off x="8737600" y="6243638"/>
            <a:ext cx="2844800" cy="457200"/>
          </a:xfrm>
        </p:spPr>
        <p:txBody>
          <a:bodyPr anchor="ctr">
            <a:normAutofit/>
          </a:bodyPr>
          <a:lstStyle/>
          <a:p>
            <a:pPr>
              <a:spcAft>
                <a:spcPts val="600"/>
              </a:spcAft>
            </a:pPr>
            <a:fld id="{02456A73-CB17-B748-BD2A-A20F5DD59EC7}" type="slidenum">
              <a:rPr lang="en-US" smtClean="0"/>
              <a:pPr>
                <a:spcAft>
                  <a:spcPts val="600"/>
                </a:spcAft>
              </a:pPr>
              <a:t>44</a:t>
            </a:fld>
            <a:endParaRPr lang="en-US"/>
          </a:p>
        </p:txBody>
      </p:sp>
    </p:spTree>
    <p:extLst>
      <p:ext uri="{BB962C8B-B14F-4D97-AF65-F5344CB8AC3E}">
        <p14:creationId xmlns:p14="http://schemas.microsoft.com/office/powerpoint/2010/main" val="466825277"/>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852E8-E2E7-096F-9EC0-1256D33DAC13}"/>
              </a:ext>
            </a:extLst>
          </p:cNvPr>
          <p:cNvSpPr>
            <a:spLocks noGrp="1"/>
          </p:cNvSpPr>
          <p:nvPr>
            <p:ph type="title"/>
          </p:nvPr>
        </p:nvSpPr>
        <p:spPr/>
        <p:txBody>
          <a:bodyPr/>
          <a:lstStyle/>
          <a:p>
            <a:r>
              <a:rPr lang="en-US" dirty="0"/>
              <a:t>Precision Recall Curve (PR Curve)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0573A5-507C-5203-E2B7-511F259630D6}"/>
                  </a:ext>
                </a:extLst>
              </p:cNvPr>
              <p:cNvSpPr>
                <a:spLocks noGrp="1"/>
              </p:cNvSpPr>
              <p:nvPr>
                <p:ph sz="half" idx="1"/>
              </p:nvPr>
            </p:nvSpPr>
            <p:spPr/>
            <p:txBody>
              <a:bodyPr>
                <a:normAutofit fontScale="62500" lnSpcReduction="20000"/>
              </a:bodyPr>
              <a:lstStyle/>
              <a:p>
                <a:pPr algn="l"/>
                <a:r>
                  <a:rPr lang="en-US" b="1" i="0" dirty="0">
                    <a:solidFill>
                      <a:srgbClr val="212121"/>
                    </a:solidFill>
                    <a:effectLst/>
                    <a:latin typeface="Roboto" panose="02000000000000000000" pitchFamily="2" charset="0"/>
                  </a:rPr>
                  <a:t>PR Curve</a:t>
                </a:r>
              </a:p>
              <a:p>
                <a:pPr marL="514350" indent="-285750"/>
                <a:endParaRPr lang="en-US" b="0" i="0" dirty="0">
                  <a:solidFill>
                    <a:srgbClr val="212121"/>
                  </a:solidFill>
                  <a:effectLst/>
                  <a:latin typeface="Roboto" panose="02000000000000000000" pitchFamily="2" charset="0"/>
                </a:endParaRPr>
              </a:p>
              <a:p>
                <a:pPr marL="514350" indent="-285750"/>
                <a:r>
                  <a:rPr lang="en-US" b="0" i="0" dirty="0">
                    <a:solidFill>
                      <a:srgbClr val="212121"/>
                    </a:solidFill>
                    <a:effectLst/>
                    <a:latin typeface="Roboto" panose="02000000000000000000" pitchFamily="2" charset="0"/>
                  </a:rPr>
                  <a:t>The X-axis represents the True Positive Rate (TPR)</a:t>
                </a:r>
              </a:p>
              <a:p>
                <a:pPr marL="742950" lvl="1" indent="-285750"/>
                <a14:m>
                  <m:oMath xmlns:m="http://schemas.openxmlformats.org/officeDocument/2006/math">
                    <m:r>
                      <a:rPr lang="en-US" b="0" i="1" smtClean="0">
                        <a:solidFill>
                          <a:srgbClr val="212121"/>
                        </a:solidFill>
                        <a:effectLst/>
                        <a:latin typeface="Cambria Math" panose="02040503050406030204" pitchFamily="18" charset="0"/>
                      </a:rPr>
                      <m:t>𝑇𝑃𝑅</m:t>
                    </m:r>
                    <m:r>
                      <a:rPr lang="en-US" b="0" i="1" smtClean="0">
                        <a:solidFill>
                          <a:srgbClr val="212121"/>
                        </a:solidFill>
                        <a:effectLst/>
                        <a:latin typeface="Cambria Math" panose="02040503050406030204" pitchFamily="18" charset="0"/>
                      </a:rPr>
                      <m:t>= </m:t>
                    </m:r>
                    <m:r>
                      <a:rPr lang="en-US" b="0" i="0" smtClean="0">
                        <a:solidFill>
                          <a:srgbClr val="212121"/>
                        </a:solidFill>
                        <a:effectLst/>
                        <a:latin typeface="Cambria Math" panose="02040503050406030204" pitchFamily="18" charset="0"/>
                      </a:rPr>
                      <m:t> </m:t>
                    </m:r>
                    <m:f>
                      <m:fPr>
                        <m:ctrlPr>
                          <a:rPr lang="en-US" b="0" i="1" smtClean="0">
                            <a:solidFill>
                              <a:srgbClr val="212121"/>
                            </a:solidFill>
                            <a:effectLst/>
                            <a:latin typeface="Cambria Math" panose="02040503050406030204" pitchFamily="18" charset="0"/>
                          </a:rPr>
                        </m:ctrlPr>
                      </m:fPr>
                      <m:num>
                        <m:r>
                          <a:rPr lang="en-US" b="0" i="1" smtClean="0">
                            <a:solidFill>
                              <a:srgbClr val="212121"/>
                            </a:solidFill>
                            <a:effectLst/>
                            <a:latin typeface="Cambria Math" panose="02040503050406030204" pitchFamily="18" charset="0"/>
                          </a:rPr>
                          <m:t>𝑇𝑃</m:t>
                        </m:r>
                      </m:num>
                      <m:den>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𝑇𝑃</m:t>
                        </m:r>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𝐹𝑁</m:t>
                        </m:r>
                        <m:r>
                          <a:rPr lang="en-US" b="0" i="1" smtClean="0">
                            <a:solidFill>
                              <a:srgbClr val="212121"/>
                            </a:solidFill>
                            <a:effectLst/>
                            <a:latin typeface="Cambria Math" panose="02040503050406030204" pitchFamily="18" charset="0"/>
                          </a:rPr>
                          <m:t>)</m:t>
                        </m:r>
                      </m:den>
                    </m:f>
                  </m:oMath>
                </a14:m>
                <a:endParaRPr lang="en-US" dirty="0"/>
              </a:p>
              <a:p>
                <a:pPr marL="514350" indent="-285750"/>
                <a:r>
                  <a:rPr lang="en-US" b="0" i="0" dirty="0">
                    <a:solidFill>
                      <a:srgbClr val="212121"/>
                    </a:solidFill>
                    <a:effectLst/>
                    <a:latin typeface="Roboto" panose="02000000000000000000" pitchFamily="2" charset="0"/>
                  </a:rPr>
                  <a:t>The Y-axis represents Precision or Positive  </a:t>
                </a:r>
              </a:p>
              <a:p>
                <a:pPr marL="742950" lvl="1" indent="-285750"/>
                <a14:m>
                  <m:oMath xmlns:m="http://schemas.openxmlformats.org/officeDocument/2006/math">
                    <m:r>
                      <a:rPr lang="en-US" b="0" i="1" smtClean="0">
                        <a:solidFill>
                          <a:srgbClr val="212121"/>
                        </a:solidFill>
                        <a:effectLst/>
                        <a:latin typeface="Cambria Math" panose="02040503050406030204" pitchFamily="18" charset="0"/>
                      </a:rPr>
                      <m:t>𝑃𝑟𝑒𝑐𝑖𝑠𝑖𝑜𝑛</m:t>
                    </m:r>
                    <m:r>
                      <a:rPr lang="en-US" b="0" i="1" smtClean="0">
                        <a:solidFill>
                          <a:srgbClr val="212121"/>
                        </a:solidFill>
                        <a:effectLst/>
                        <a:latin typeface="Cambria Math" panose="02040503050406030204" pitchFamily="18" charset="0"/>
                      </a:rPr>
                      <m:t>= </m:t>
                    </m:r>
                    <m:r>
                      <a:rPr lang="en-US" b="0" i="0" smtClean="0">
                        <a:solidFill>
                          <a:srgbClr val="212121"/>
                        </a:solidFill>
                        <a:effectLst/>
                        <a:latin typeface="Cambria Math" panose="02040503050406030204" pitchFamily="18" charset="0"/>
                      </a:rPr>
                      <m:t> </m:t>
                    </m:r>
                    <m:f>
                      <m:fPr>
                        <m:ctrlPr>
                          <a:rPr lang="en-US" b="0" i="1" smtClean="0">
                            <a:solidFill>
                              <a:srgbClr val="212121"/>
                            </a:solidFill>
                            <a:effectLst/>
                            <a:latin typeface="Cambria Math" panose="02040503050406030204" pitchFamily="18" charset="0"/>
                          </a:rPr>
                        </m:ctrlPr>
                      </m:fPr>
                      <m:num>
                        <m:r>
                          <a:rPr lang="en-US" b="0" i="1" smtClean="0">
                            <a:solidFill>
                              <a:srgbClr val="212121"/>
                            </a:solidFill>
                            <a:effectLst/>
                            <a:latin typeface="Cambria Math" panose="02040503050406030204" pitchFamily="18" charset="0"/>
                          </a:rPr>
                          <m:t>𝑇𝑃</m:t>
                        </m:r>
                      </m:num>
                      <m:den>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𝐹𝑃</m:t>
                        </m:r>
                        <m:r>
                          <a:rPr lang="en-US" b="0" i="1" smtClean="0">
                            <a:solidFill>
                              <a:srgbClr val="212121"/>
                            </a:solidFill>
                            <a:effectLst/>
                            <a:latin typeface="Cambria Math" panose="02040503050406030204" pitchFamily="18" charset="0"/>
                          </a:rPr>
                          <m:t>+</m:t>
                        </m:r>
                        <m:r>
                          <a:rPr lang="en-US" b="0" i="1" smtClean="0">
                            <a:solidFill>
                              <a:srgbClr val="212121"/>
                            </a:solidFill>
                            <a:effectLst/>
                            <a:latin typeface="Cambria Math" panose="02040503050406030204" pitchFamily="18" charset="0"/>
                          </a:rPr>
                          <m:t>𝑇𝑃</m:t>
                        </m:r>
                        <m:r>
                          <a:rPr lang="en-US" b="0" i="1" smtClean="0">
                            <a:solidFill>
                              <a:srgbClr val="212121"/>
                            </a:solidFill>
                            <a:effectLst/>
                            <a:latin typeface="Cambria Math" panose="02040503050406030204" pitchFamily="18" charset="0"/>
                          </a:rPr>
                          <m:t>)</m:t>
                        </m:r>
                      </m:den>
                    </m:f>
                  </m:oMath>
                </a14:m>
                <a:endParaRPr lang="en-US" dirty="0"/>
              </a:p>
              <a:p>
                <a:r>
                  <a:rPr lang="en-US" dirty="0"/>
                  <a:t>A curve closer to the top-right corner indicates a better performance, representing high Precision and Recall.</a:t>
                </a:r>
              </a:p>
              <a:p>
                <a:r>
                  <a:rPr lang="en-US" dirty="0"/>
                  <a:t>Unlike the ROC curve, there is no baseline for comparison, like the diagonal line in the ROC plot. However, a model with a curve that stays high on the Y-axis (Precision) for all levels of Recall is considered good.</a:t>
                </a:r>
              </a:p>
              <a:p>
                <a:r>
                  <a:rPr lang="en-US" dirty="0"/>
                  <a:t>The area under the PR curve is also used as a summary measure. Higher area indicates both high recall and high precision.</a:t>
                </a:r>
              </a:p>
            </p:txBody>
          </p:sp>
        </mc:Choice>
        <mc:Fallback xmlns="">
          <p:sp>
            <p:nvSpPr>
              <p:cNvPr id="3" name="Content Placeholder 2">
                <a:extLst>
                  <a:ext uri="{FF2B5EF4-FFF2-40B4-BE49-F238E27FC236}">
                    <a16:creationId xmlns:a16="http://schemas.microsoft.com/office/drawing/2014/main" id="{2F0573A5-507C-5203-E2B7-511F259630D6}"/>
                  </a:ext>
                </a:extLst>
              </p:cNvPr>
              <p:cNvSpPr>
                <a:spLocks noGrp="1" noRot="1" noChangeAspect="1" noMove="1" noResize="1" noEditPoints="1" noAdjustHandles="1" noChangeArrowheads="1" noChangeShapeType="1" noTextEdit="1"/>
              </p:cNvSpPr>
              <p:nvPr>
                <p:ph sz="half" idx="1"/>
              </p:nvPr>
            </p:nvSpPr>
            <p:spPr>
              <a:blipFill>
                <a:blip r:embed="rId2"/>
                <a:stretch>
                  <a:fillRect t="-612"/>
                </a:stretch>
              </a:blipFill>
            </p:spPr>
            <p:txBody>
              <a:bodyPr/>
              <a:lstStyle/>
              <a:p>
                <a:r>
                  <a:rPr lang="en-US">
                    <a:noFill/>
                  </a:rPr>
                  <a:t> </a:t>
                </a:r>
              </a:p>
            </p:txBody>
          </p:sp>
        </mc:Fallback>
      </mc:AlternateContent>
      <p:sp>
        <p:nvSpPr>
          <p:cNvPr id="5" name="Slide Number Placeholder 4">
            <a:extLst>
              <a:ext uri="{FF2B5EF4-FFF2-40B4-BE49-F238E27FC236}">
                <a16:creationId xmlns:a16="http://schemas.microsoft.com/office/drawing/2014/main" id="{AA750E5F-9320-B8F9-EB8B-B3D5E4A60A7C}"/>
              </a:ext>
            </a:extLst>
          </p:cNvPr>
          <p:cNvSpPr>
            <a:spLocks noGrp="1"/>
          </p:cNvSpPr>
          <p:nvPr>
            <p:ph type="sldNum" sz="quarter" idx="12"/>
          </p:nvPr>
        </p:nvSpPr>
        <p:spPr/>
        <p:txBody>
          <a:bodyPr/>
          <a:lstStyle/>
          <a:p>
            <a:fld id="{02456A73-CB17-B748-BD2A-A20F5DD59EC7}" type="slidenum">
              <a:rPr lang="en-US" smtClean="0">
                <a:solidFill>
                  <a:srgbClr val="FFFFFF"/>
                </a:solidFill>
                <a:latin typeface="Franklin Gothic Book"/>
              </a:rPr>
              <a:pPr/>
              <a:t>45</a:t>
            </a:fld>
            <a:endParaRPr lang="en-US" dirty="0">
              <a:solidFill>
                <a:srgbClr val="FFFFFF"/>
              </a:solidFill>
              <a:latin typeface="Franklin Gothic Book"/>
            </a:endParaRPr>
          </a:p>
        </p:txBody>
      </p:sp>
      <p:pic>
        <p:nvPicPr>
          <p:cNvPr id="6146" name="Picture 2">
            <a:extLst>
              <a:ext uri="{FF2B5EF4-FFF2-40B4-BE49-F238E27FC236}">
                <a16:creationId xmlns:a16="http://schemas.microsoft.com/office/drawing/2014/main" id="{C025503D-67C6-96B6-523E-3CAFDA1B931F}"/>
              </a:ext>
            </a:extLst>
          </p:cNvPr>
          <p:cNvPicPr>
            <a:picLocks noGrp="1" noChangeAspect="1" noChangeArrowheads="1"/>
          </p:cNvPicPr>
          <p:nvPr>
            <p:ph sz="half" idx="2"/>
          </p:nvPr>
        </p:nvPicPr>
        <p:blipFill>
          <a:blip r:embed="rId3">
            <a:extLst>
              <a:ext uri="{28A0092B-C50C-407E-A947-70E740481C1C}">
                <a14:useLocalDpi xmlns:a14="http://schemas.microsoft.com/office/drawing/2010/main"/>
              </a:ext>
            </a:extLst>
          </a:blip>
          <a:srcRect/>
          <a:stretch>
            <a:fillRect/>
          </a:stretch>
        </p:blipFill>
        <p:spPr bwMode="auto">
          <a:xfrm>
            <a:off x="5865813" y="2127912"/>
            <a:ext cx="4876800" cy="38563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798553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A623E-695B-4148-BBEC-8B323A26ABA5}"/>
              </a:ext>
            </a:extLst>
          </p:cNvPr>
          <p:cNvSpPr>
            <a:spLocks noGrp="1"/>
          </p:cNvSpPr>
          <p:nvPr>
            <p:ph type="title"/>
          </p:nvPr>
        </p:nvSpPr>
        <p:spPr/>
        <p:txBody>
          <a:bodyPr/>
          <a:lstStyle/>
          <a:p>
            <a:r>
              <a:rPr lang="en-US" dirty="0"/>
              <a:t>Resources </a:t>
            </a:r>
          </a:p>
        </p:txBody>
      </p:sp>
      <p:sp>
        <p:nvSpPr>
          <p:cNvPr id="3" name="Content Placeholder 2">
            <a:extLst>
              <a:ext uri="{FF2B5EF4-FFF2-40B4-BE49-F238E27FC236}">
                <a16:creationId xmlns:a16="http://schemas.microsoft.com/office/drawing/2014/main" id="{631D1A86-7BDA-7344-861D-731586FA356E}"/>
              </a:ext>
            </a:extLst>
          </p:cNvPr>
          <p:cNvSpPr>
            <a:spLocks noGrp="1"/>
          </p:cNvSpPr>
          <p:nvPr>
            <p:ph idx="1"/>
          </p:nvPr>
        </p:nvSpPr>
        <p:spPr>
          <a:xfrm>
            <a:off x="664633" y="1600200"/>
            <a:ext cx="10075084" cy="4573835"/>
          </a:xfrm>
        </p:spPr>
        <p:txBody>
          <a:bodyPr>
            <a:normAutofit/>
          </a:bodyPr>
          <a:lstStyle/>
          <a:p>
            <a:r>
              <a:rPr lang="en-US" dirty="0"/>
              <a:t>Documentation and Examples of Tidymodels </a:t>
            </a:r>
          </a:p>
          <a:p>
            <a:pPr lvl="1"/>
            <a:r>
              <a:rPr lang="en-US" dirty="0">
                <a:hlinkClick r:id="rId2"/>
              </a:rPr>
              <a:t>https://scikit-learn.org</a:t>
            </a:r>
            <a:endParaRPr lang="en-US" dirty="0"/>
          </a:p>
          <a:p>
            <a:pPr lvl="1"/>
            <a:r>
              <a:rPr lang="en-US" dirty="0">
                <a:hlinkClick r:id="rId3"/>
              </a:rPr>
              <a:t>https://scikit-learn.org/stable/modules/generated/sklearn.pipeline.Pipeline.html</a:t>
            </a:r>
            <a:endParaRPr lang="en-US" dirty="0"/>
          </a:p>
          <a:p>
            <a:pPr marL="228600" lvl="1" indent="0">
              <a:buNone/>
            </a:pPr>
            <a:endParaRPr lang="en-US" dirty="0"/>
          </a:p>
          <a:p>
            <a:r>
              <a:rPr lang="en-US" dirty="0"/>
              <a:t>Tutorials </a:t>
            </a:r>
          </a:p>
          <a:p>
            <a:pPr lvl="1"/>
            <a:r>
              <a:rPr lang="en-US" dirty="0">
                <a:hlinkClick r:id="rId4"/>
              </a:rPr>
              <a:t>https://towardsdatascience.com/step-by-step-tutorial-of-sci-kit-learn-pipeline-62402d5629b6</a:t>
            </a:r>
            <a:endParaRPr lang="en-US" dirty="0"/>
          </a:p>
          <a:p>
            <a:pPr lvl="1"/>
            <a:r>
              <a:rPr lang="en-US" dirty="0">
                <a:hlinkClick r:id="rId5"/>
              </a:rPr>
              <a:t>https://medium.com/ai-made-simple/pipelines-in-scikit-learn-46c61c5c60b2</a:t>
            </a:r>
            <a:endParaRPr lang="en-US" dirty="0"/>
          </a:p>
          <a:p>
            <a:pPr lvl="1"/>
            <a:r>
              <a:rPr lang="en-US" dirty="0">
                <a:hlinkClick r:id="rId6"/>
              </a:rPr>
              <a:t>https://www.datacamp.com/tutorial/machine-learning-python</a:t>
            </a:r>
            <a:endParaRPr lang="en-US" dirty="0"/>
          </a:p>
          <a:p>
            <a:pPr lvl="1"/>
            <a:r>
              <a:rPr lang="en-US" dirty="0">
                <a:hlinkClick r:id="rId7"/>
              </a:rPr>
              <a:t>https://www.youtube.com/watch?v=pqNCD_5r0IU&amp;ab_channel=freeCodeCamp.org</a:t>
            </a:r>
            <a:endParaRPr lang="en-US" dirty="0"/>
          </a:p>
          <a:p>
            <a:pPr lvl="1"/>
            <a:r>
              <a:rPr lang="en-US" dirty="0">
                <a:hlinkClick r:id="rId8"/>
              </a:rPr>
              <a:t>https://www.youtube.com/watch?v=0B5eIE_1vpU&amp;ab_channel=freeCodeCamp.org</a:t>
            </a:r>
            <a:endParaRPr lang="en-US" dirty="0"/>
          </a:p>
          <a:p>
            <a:pPr lvl="1"/>
            <a:r>
              <a:rPr lang="en-US" dirty="0">
                <a:hlinkClick r:id="rId9"/>
              </a:rPr>
              <a:t>https://www.freecodecamp.org/news/machine-learning-pipeline/</a:t>
            </a:r>
            <a:endParaRPr lang="en-US" dirty="0"/>
          </a:p>
          <a:p>
            <a:pPr lvl="1"/>
            <a:r>
              <a:rPr lang="en-US" dirty="0">
                <a:hlinkClick r:id="rId10"/>
              </a:rPr>
              <a:t>https://www.turing.com/kb/building-ml-pipeline-in-python-with-scikit-learn</a:t>
            </a:r>
            <a:endParaRPr lang="en-US" dirty="0"/>
          </a:p>
          <a:p>
            <a:pPr lvl="1"/>
            <a:endParaRPr lang="en-US" dirty="0"/>
          </a:p>
        </p:txBody>
      </p:sp>
      <p:sp>
        <p:nvSpPr>
          <p:cNvPr id="4" name="Slide Number Placeholder 3">
            <a:extLst>
              <a:ext uri="{FF2B5EF4-FFF2-40B4-BE49-F238E27FC236}">
                <a16:creationId xmlns:a16="http://schemas.microsoft.com/office/drawing/2014/main" id="{FCD201C0-4002-3C4A-BBE5-5FEA85732FA0}"/>
              </a:ext>
            </a:extLst>
          </p:cNvPr>
          <p:cNvSpPr>
            <a:spLocks noGrp="1"/>
          </p:cNvSpPr>
          <p:nvPr>
            <p:ph type="sldNum" sz="quarter" idx="12"/>
          </p:nvPr>
        </p:nvSpPr>
        <p:spPr/>
        <p:txBody>
          <a:bodyPr/>
          <a:lstStyle/>
          <a:p>
            <a:fld id="{02456A73-CB17-B748-BD2A-A20F5DD59EC7}" type="slidenum">
              <a:rPr lang="en-US" smtClean="0"/>
              <a:pPr/>
              <a:t>46</a:t>
            </a:fld>
            <a:endParaRPr lang="en-US" dirty="0"/>
          </a:p>
        </p:txBody>
      </p:sp>
    </p:spTree>
    <p:extLst>
      <p:ext uri="{BB962C8B-B14F-4D97-AF65-F5344CB8AC3E}">
        <p14:creationId xmlns:p14="http://schemas.microsoft.com/office/powerpoint/2010/main" val="3796125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7D2A16D-341D-BC85-79F9-D0D0C8063D9C}"/>
              </a:ext>
            </a:extLst>
          </p:cNvPr>
          <p:cNvSpPr>
            <a:spLocks noGrp="1"/>
          </p:cNvSpPr>
          <p:nvPr>
            <p:ph type="title"/>
          </p:nvPr>
        </p:nvSpPr>
        <p:spPr/>
        <p:txBody>
          <a:bodyPr/>
          <a:lstStyle/>
          <a:p>
            <a:r>
              <a:rPr lang="en-US" dirty="0"/>
              <a:t>To Do</a:t>
            </a:r>
          </a:p>
        </p:txBody>
      </p:sp>
      <p:sp>
        <p:nvSpPr>
          <p:cNvPr id="6" name="Content Placeholder 5">
            <a:extLst>
              <a:ext uri="{FF2B5EF4-FFF2-40B4-BE49-F238E27FC236}">
                <a16:creationId xmlns:a16="http://schemas.microsoft.com/office/drawing/2014/main" id="{D950D427-1AF0-5829-96B9-4701C7B2F578}"/>
              </a:ext>
            </a:extLst>
          </p:cNvPr>
          <p:cNvSpPr>
            <a:spLocks noGrp="1"/>
          </p:cNvSpPr>
          <p:nvPr>
            <p:ph idx="1"/>
          </p:nvPr>
        </p:nvSpPr>
        <p:spPr/>
        <p:txBody>
          <a:bodyPr/>
          <a:lstStyle/>
          <a:p>
            <a:r>
              <a:rPr lang="en-US" dirty="0"/>
              <a:t>Watch and Follow </a:t>
            </a:r>
          </a:p>
          <a:p>
            <a:pPr lvl="1"/>
            <a:r>
              <a:rPr lang="en-US" dirty="0">
                <a:hlinkClick r:id="rId2"/>
              </a:rPr>
              <a:t>https://www.youtube.com/watch?v=xIqX1dqcNbY</a:t>
            </a:r>
            <a:endParaRPr lang="en-US" dirty="0"/>
          </a:p>
          <a:p>
            <a:pPr lvl="1"/>
            <a:r>
              <a:rPr lang="en-US" dirty="0">
                <a:hlinkClick r:id="rId3"/>
              </a:rPr>
              <a:t>https://www.youtube.com/watch?v=9vz0n1cyMbc&amp;ab_channel=JosephE.Gonzalez</a:t>
            </a:r>
            <a:endParaRPr lang="en-US" dirty="0"/>
          </a:p>
          <a:p>
            <a:pPr lvl="1"/>
            <a:r>
              <a:rPr lang="en-US" dirty="0"/>
              <a:t>Create a NOTEBOOKs and follow along! </a:t>
            </a:r>
          </a:p>
          <a:p>
            <a:pPr marL="0" indent="0">
              <a:buNone/>
            </a:pPr>
            <a:endParaRPr lang="en-US" dirty="0"/>
          </a:p>
          <a:p>
            <a:r>
              <a:rPr lang="en-US" dirty="0"/>
              <a:t>Read</a:t>
            </a:r>
          </a:p>
          <a:p>
            <a:pPr lvl="1"/>
            <a:r>
              <a:rPr lang="en-US" dirty="0">
                <a:hlinkClick r:id="rId4"/>
              </a:rPr>
              <a:t>https://scikit-learn.org/stable/tutorial/basic/tutorial.html</a:t>
            </a:r>
            <a:endParaRPr lang="en-US" dirty="0"/>
          </a:p>
          <a:p>
            <a:r>
              <a:rPr lang="en-US" dirty="0"/>
              <a:t>Why Pipelines! Watch. </a:t>
            </a:r>
          </a:p>
          <a:p>
            <a:pPr lvl="1"/>
            <a:r>
              <a:rPr lang="en-US" dirty="0">
                <a:hlinkClick r:id="rId5"/>
              </a:rPr>
              <a:t>https://www.youtube.com/watch?v=URdnFlZnlaE&amp;ab_channel=PyData</a:t>
            </a:r>
            <a:endParaRPr lang="en-US" dirty="0"/>
          </a:p>
          <a:p>
            <a:pPr lvl="1"/>
            <a:endParaRPr lang="en-US" dirty="0"/>
          </a:p>
        </p:txBody>
      </p:sp>
      <p:sp>
        <p:nvSpPr>
          <p:cNvPr id="7" name="Text Placeholder 6">
            <a:extLst>
              <a:ext uri="{FF2B5EF4-FFF2-40B4-BE49-F238E27FC236}">
                <a16:creationId xmlns:a16="http://schemas.microsoft.com/office/drawing/2014/main" id="{AC317E58-3C06-B34F-2D2F-AA96212B43E6}"/>
              </a:ext>
            </a:extLst>
          </p:cNvPr>
          <p:cNvSpPr>
            <a:spLocks noGrp="1"/>
          </p:cNvSpPr>
          <p:nvPr>
            <p:ph type="body" sz="half" idx="2"/>
          </p:nvPr>
        </p:nvSpPr>
        <p:spPr/>
        <p:txBody>
          <a:bodyPr/>
          <a:lstStyle/>
          <a:p>
            <a:endParaRPr lang="en-US"/>
          </a:p>
        </p:txBody>
      </p:sp>
      <p:sp>
        <p:nvSpPr>
          <p:cNvPr id="4" name="Slide Number Placeholder 3">
            <a:extLst>
              <a:ext uri="{FF2B5EF4-FFF2-40B4-BE49-F238E27FC236}">
                <a16:creationId xmlns:a16="http://schemas.microsoft.com/office/drawing/2014/main" id="{8ECBE6BD-DE9D-0FF9-8068-C1CD5C6FC9C7}"/>
              </a:ext>
            </a:extLst>
          </p:cNvPr>
          <p:cNvSpPr>
            <a:spLocks noGrp="1"/>
          </p:cNvSpPr>
          <p:nvPr>
            <p:ph type="sldNum" sz="quarter" idx="4294967295"/>
          </p:nvPr>
        </p:nvSpPr>
        <p:spPr>
          <a:xfrm>
            <a:off x="11453813" y="6426200"/>
            <a:ext cx="738187" cy="365125"/>
          </a:xfrm>
        </p:spPr>
        <p:txBody>
          <a:bodyPr/>
          <a:lstStyle/>
          <a:p>
            <a:fld id="{02456A73-CB17-B748-BD2A-A20F5DD59EC7}" type="slidenum">
              <a:rPr lang="en-US" smtClean="0"/>
              <a:pPr/>
              <a:t>47</a:t>
            </a:fld>
            <a:endParaRPr lang="en-US" dirty="0"/>
          </a:p>
        </p:txBody>
      </p:sp>
    </p:spTree>
    <p:extLst>
      <p:ext uri="{BB962C8B-B14F-4D97-AF65-F5344CB8AC3E}">
        <p14:creationId xmlns:p14="http://schemas.microsoft.com/office/powerpoint/2010/main" val="6092704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4" name="Rectangle 3"/>
          <p:cNvSpPr/>
          <p:nvPr/>
        </p:nvSpPr>
        <p:spPr bwMode="auto">
          <a:xfrm>
            <a:off x="0" y="-13063"/>
            <a:ext cx="12192000" cy="6858000"/>
          </a:xfrm>
          <a:prstGeom prst="rect">
            <a:avLst/>
          </a:prstGeom>
          <a:solidFill>
            <a:srgbClr val="000000"/>
          </a:solidFill>
          <a:ln>
            <a:noFill/>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algn="ctr" defTabSz="914400" fontAlgn="base">
              <a:spcBef>
                <a:spcPct val="20000"/>
              </a:spcBef>
              <a:spcAft>
                <a:spcPct val="0"/>
              </a:spcAft>
            </a:pPr>
            <a:endParaRPr lang="en-US" sz="2400" dirty="0">
              <a:latin typeface="Arial" charset="0"/>
            </a:endParaRPr>
          </a:p>
        </p:txBody>
      </p:sp>
      <p:pic>
        <p:nvPicPr>
          <p:cNvPr id="5" name="Content Placeholder 4"/>
          <p:cNvPicPr>
            <a:picLocks noGrp="1" noChangeAspect="1"/>
          </p:cNvPicPr>
          <p:nvPr>
            <p:ph idx="4294967295"/>
          </p:nvPr>
        </p:nvPicPr>
        <p:blipFill>
          <a:blip r:embed="rId4" cstate="print">
            <a:extLst>
              <a:ext uri="{28A0092B-C50C-407E-A947-70E740481C1C}">
                <a14:useLocalDpi xmlns:a14="http://schemas.microsoft.com/office/drawing/2010/main"/>
              </a:ext>
            </a:extLst>
          </a:blip>
          <a:stretch>
            <a:fillRect/>
          </a:stretch>
        </p:blipFill>
        <p:spPr>
          <a:xfrm>
            <a:off x="3995630" y="1805427"/>
            <a:ext cx="4276791" cy="3145715"/>
          </a:xfrm>
          <a:prstGeom prst="rect">
            <a:avLst/>
          </a:prstGeom>
        </p:spPr>
      </p:pic>
    </p:spTree>
    <p:custDataLst>
      <p:tags r:id="rId1"/>
    </p:custDataLst>
    <p:extLst>
      <p:ext uri="{BB962C8B-B14F-4D97-AF65-F5344CB8AC3E}">
        <p14:creationId xmlns:p14="http://schemas.microsoft.com/office/powerpoint/2010/main" val="10939412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3"/>
  <p:tag name="ARTICULATE_DESIGN_ID_ADVANTAGE WFU GRAY" val="WskgwrCM"/>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Advantage WFU Gray">
  <a:themeElements>
    <a:clrScheme name="WFU Identity Advantage 1">
      <a:dk1>
        <a:srgbClr val="000000"/>
      </a:dk1>
      <a:lt1>
        <a:srgbClr val="FFFFFF"/>
      </a:lt1>
      <a:dk2>
        <a:srgbClr val="BEB9A6"/>
      </a:dk2>
      <a:lt2>
        <a:srgbClr val="FFFDE8"/>
      </a:lt2>
      <a:accent1>
        <a:srgbClr val="766A62"/>
      </a:accent1>
      <a:accent2>
        <a:srgbClr val="55517B"/>
      </a:accent2>
      <a:accent3>
        <a:srgbClr val="9E7E38"/>
      </a:accent3>
      <a:accent4>
        <a:srgbClr val="000000"/>
      </a:accent4>
      <a:accent5>
        <a:srgbClr val="557630"/>
      </a:accent5>
      <a:accent6>
        <a:srgbClr val="983222"/>
      </a:accent6>
      <a:hlink>
        <a:srgbClr val="033B80"/>
      </a:hlink>
      <a:folHlink>
        <a:srgbClr val="002657"/>
      </a:folHlink>
    </a:clrScheme>
    <a:fontScheme name="MtPnc Rockwell">
      <a:majorFont>
        <a:latin typeface="Rockwell"/>
        <a:ea typeface=""/>
        <a:cs typeface=""/>
      </a:majorFont>
      <a:minorFont>
        <a:latin typeface="Franklin Gothic Book"/>
        <a:ea typeface=""/>
        <a:cs typeface=""/>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WFUSB-PowerPoint-Template 16-9 (2)" id="{BE2B9520-3C39-0545-ABAA-960F76C6246D}" vid="{C67099EE-ED00-774E-9A55-36FCAFE7E6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 WFU Gray</Template>
  <TotalTime>30637</TotalTime>
  <Words>4981</Words>
  <Application>Microsoft Macintosh PowerPoint</Application>
  <PresentationFormat>Widescreen</PresentationFormat>
  <Paragraphs>696</Paragraphs>
  <Slides>48</Slides>
  <Notes>22</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48</vt:i4>
      </vt:variant>
    </vt:vector>
  </HeadingPairs>
  <TitlesOfParts>
    <vt:vector size="63" baseType="lpstr">
      <vt:lpstr>Amazon Ember</vt:lpstr>
      <vt:lpstr>Amazon Ember Display</vt:lpstr>
      <vt:lpstr>Amazon Ember Display Light</vt:lpstr>
      <vt:lpstr>Amazon Ember Light</vt:lpstr>
      <vt:lpstr>Arial</vt:lpstr>
      <vt:lpstr>Calibri</vt:lpstr>
      <vt:lpstr>Cambria Math</vt:lpstr>
      <vt:lpstr>Courier New</vt:lpstr>
      <vt:lpstr>Franklin Gothic Book</vt:lpstr>
      <vt:lpstr>Roboto</vt:lpstr>
      <vt:lpstr>Rockwell</vt:lpstr>
      <vt:lpstr>Söhne</vt:lpstr>
      <vt:lpstr>TwitterChirp</vt:lpstr>
      <vt:lpstr>Wingdings</vt:lpstr>
      <vt:lpstr>Advantage WFU Gray</vt:lpstr>
      <vt:lpstr>Introduction to ML</vt:lpstr>
      <vt:lpstr>Agenda</vt:lpstr>
      <vt:lpstr>Syllabus</vt:lpstr>
      <vt:lpstr>Book(s)</vt:lpstr>
      <vt:lpstr>Grading</vt:lpstr>
      <vt:lpstr>What to turn in – Quizzes &amp; Challenges</vt:lpstr>
      <vt:lpstr>Kaggle</vt:lpstr>
      <vt:lpstr>PowerPoint Presentation</vt:lpstr>
      <vt:lpstr>Machine Learning Applications</vt:lpstr>
      <vt:lpstr>Machine Learning Applications</vt:lpstr>
      <vt:lpstr>Machine Learning Applications</vt:lpstr>
      <vt:lpstr>Machine Learning Applications</vt:lpstr>
      <vt:lpstr>Machine Learning Applications</vt:lpstr>
      <vt:lpstr>Machine Learning Applications</vt:lpstr>
      <vt:lpstr>What is Data Science?</vt:lpstr>
      <vt:lpstr>      What is Machine Learning?</vt:lpstr>
      <vt:lpstr>Why ML? Why now?</vt:lpstr>
      <vt:lpstr>Machine Learning Lifecycle old view</vt:lpstr>
      <vt:lpstr>Machine Learning - Lifecycle</vt:lpstr>
      <vt:lpstr>Some Important ML Terms</vt:lpstr>
      <vt:lpstr>Some Machine Learning Problems</vt:lpstr>
      <vt:lpstr>What is scikit-learn?</vt:lpstr>
      <vt:lpstr>Key features of scikit-learn</vt:lpstr>
      <vt:lpstr>Model Pipelines </vt:lpstr>
      <vt:lpstr>What is a pipeline? </vt:lpstr>
      <vt:lpstr>Pipeline </vt:lpstr>
      <vt:lpstr>Steps in Creating a Model Pipeline</vt:lpstr>
      <vt:lpstr>Why pipelines </vt:lpstr>
      <vt:lpstr>Example Pipeline </vt:lpstr>
      <vt:lpstr>Categorical Transformations </vt:lpstr>
      <vt:lpstr>Numeric Transformations </vt:lpstr>
      <vt:lpstr>Column Transformer</vt:lpstr>
      <vt:lpstr>Pipeline</vt:lpstr>
      <vt:lpstr>Two Phases of Machine Learning Models </vt:lpstr>
      <vt:lpstr>Two phases of pipelines </vt:lpstr>
      <vt:lpstr>Machine Learning </vt:lpstr>
      <vt:lpstr>Machine Learning Model Building</vt:lpstr>
      <vt:lpstr>Evaluation of CLASSIFICATION  </vt:lpstr>
      <vt:lpstr>Understanding the Confusion Matrix </vt:lpstr>
      <vt:lpstr>Score Distribution</vt:lpstr>
      <vt:lpstr>Confusion Matrix</vt:lpstr>
      <vt:lpstr>Evaluation #1 thing to learn</vt:lpstr>
      <vt:lpstr>ROC Curve and AUC</vt:lpstr>
      <vt:lpstr>Fun Fact ROC curve comes from WW2 </vt:lpstr>
      <vt:lpstr>Precision Recall Curve (PR Curve)</vt:lpstr>
      <vt:lpstr>Resources </vt:lpstr>
      <vt:lpstr>To Do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ML &amp; Tidymodels</dc:title>
  <dc:creator>Mike Ames</dc:creator>
  <cp:lastModifiedBy>Adam Ames</cp:lastModifiedBy>
  <cp:revision>61</cp:revision>
  <cp:lastPrinted>2016-03-29T20:25:09Z</cp:lastPrinted>
  <dcterms:created xsi:type="dcterms:W3CDTF">2020-10-14T15:52:19Z</dcterms:created>
  <dcterms:modified xsi:type="dcterms:W3CDTF">2026-04-14T15:34:41Z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10BDD68B-98B4-45DB-BA9A-FFDDAACC308A</vt:lpwstr>
  </property>
  <property fmtid="{D5CDD505-2E9C-101B-9397-08002B2CF9AE}" pid="3" name="ArticulatePath">
    <vt:lpwstr>WFUSB-PowerPoint-Template1 (1)</vt:lpwstr>
  </property>
</Properties>
</file>