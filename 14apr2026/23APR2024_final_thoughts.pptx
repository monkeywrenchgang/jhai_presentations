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1"/>
  </p:sldMasterIdLst>
  <p:notesMasterIdLst>
    <p:notesMasterId r:id="rId35"/>
  </p:notesMasterIdLst>
  <p:handoutMasterIdLst>
    <p:handoutMasterId r:id="rId36"/>
  </p:handoutMasterIdLst>
  <p:sldIdLst>
    <p:sldId id="633" r:id="rId2"/>
    <p:sldId id="971" r:id="rId3"/>
    <p:sldId id="1178" r:id="rId4"/>
    <p:sldId id="426" r:id="rId5"/>
    <p:sldId id="955" r:id="rId6"/>
    <p:sldId id="956" r:id="rId7"/>
    <p:sldId id="952" r:id="rId8"/>
    <p:sldId id="437" r:id="rId9"/>
    <p:sldId id="1173" r:id="rId10"/>
    <p:sldId id="312" r:id="rId11"/>
    <p:sldId id="1622" r:id="rId12"/>
    <p:sldId id="1543" r:id="rId13"/>
    <p:sldId id="1621" r:id="rId14"/>
    <p:sldId id="1616" r:id="rId15"/>
    <p:sldId id="1612" r:id="rId16"/>
    <p:sldId id="447" r:id="rId17"/>
    <p:sldId id="451" r:id="rId18"/>
    <p:sldId id="1555" r:id="rId19"/>
    <p:sldId id="1572" r:id="rId20"/>
    <p:sldId id="1613" r:id="rId21"/>
    <p:sldId id="1619" r:id="rId22"/>
    <p:sldId id="1620" r:id="rId23"/>
    <p:sldId id="282" r:id="rId24"/>
    <p:sldId id="326" r:id="rId25"/>
    <p:sldId id="292" r:id="rId26"/>
    <p:sldId id="299" r:id="rId27"/>
    <p:sldId id="300" r:id="rId28"/>
    <p:sldId id="276" r:id="rId29"/>
    <p:sldId id="303" r:id="rId30"/>
    <p:sldId id="1179" r:id="rId31"/>
    <p:sldId id="286" r:id="rId32"/>
    <p:sldId id="1177" r:id="rId33"/>
    <p:sldId id="1180" r:id="rId34"/>
  </p:sldIdLst>
  <p:sldSz cx="12192000" cy="6858000"/>
  <p:notesSz cx="7023100" cy="9309100"/>
  <p:custDataLst>
    <p:tags r:id="rId3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3222"/>
    <a:srgbClr val="766A62"/>
    <a:srgbClr val="82682E"/>
    <a:srgbClr val="6E6A34"/>
    <a:srgbClr val="9E7E38"/>
    <a:srgbClr val="FFFF65"/>
    <a:srgbClr val="FFFF99"/>
    <a:srgbClr val="BC9642"/>
    <a:srgbClr val="000000"/>
    <a:srgbClr val="D2C9D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10" autoAdjust="0"/>
    <p:restoredTop sz="96041" autoAdjust="0"/>
  </p:normalViewPr>
  <p:slideViewPr>
    <p:cSldViewPr snapToGrid="0" snapToObjects="1">
      <p:cViewPr varScale="1">
        <p:scale>
          <a:sx n="124" d="100"/>
          <a:sy n="124" d="100"/>
        </p:scale>
        <p:origin x="184" y="208"/>
      </p:cViewPr>
      <p:guideLst>
        <p:guide orient="horz" pos="2160"/>
        <p:guide pos="3840"/>
      </p:guideLst>
    </p:cSldViewPr>
  </p:slideViewPr>
  <p:outlineViewPr>
    <p:cViewPr>
      <p:scale>
        <a:sx n="33" d="100"/>
        <a:sy n="33" d="100"/>
      </p:scale>
      <p:origin x="0" y="-8334"/>
    </p:cViewPr>
  </p:outlineViewPr>
  <p:notesTextViewPr>
    <p:cViewPr>
      <p:scale>
        <a:sx n="100" d="100"/>
        <a:sy n="100" d="100"/>
      </p:scale>
      <p:origin x="0" y="0"/>
    </p:cViewPr>
  </p:notesTextViewPr>
  <p:sorterViewPr>
    <p:cViewPr>
      <p:scale>
        <a:sx n="150" d="100"/>
        <a:sy n="150" d="100"/>
      </p:scale>
      <p:origin x="0" y="30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svg"/><Relationship Id="rId1" Type="http://schemas.openxmlformats.org/officeDocument/2006/relationships/image" Target="../media/image24.svg"/><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svg"/><Relationship Id="rId1" Type="http://schemas.openxmlformats.org/officeDocument/2006/relationships/image" Target="../media/image24.svg"/><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C31923-6752-4710-9DC7-F921CC065487}"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7FC7F218-B189-4B0B-A881-DC4546E00125}">
      <dgm:prSet phldrT="[Text]"/>
      <dgm:spPr>
        <a:solidFill>
          <a:schemeClr val="accent5">
            <a:lumMod val="75000"/>
          </a:schemeClr>
        </a:solidFill>
      </dgm:spPr>
      <dgm:t>
        <a:bodyPr/>
        <a:lstStyle/>
        <a:p>
          <a:r>
            <a:rPr lang="en-US" dirty="0"/>
            <a:t>1. Problem Formulation</a:t>
          </a:r>
        </a:p>
      </dgm:t>
    </dgm:pt>
    <dgm:pt modelId="{D4565381-16B4-411B-A65A-6DD0248CECDF}" type="parTrans" cxnId="{D6BFAA13-86F9-42C0-B07D-9B4E318217FF}">
      <dgm:prSet/>
      <dgm:spPr/>
      <dgm:t>
        <a:bodyPr/>
        <a:lstStyle/>
        <a:p>
          <a:endParaRPr lang="en-US"/>
        </a:p>
      </dgm:t>
    </dgm:pt>
    <dgm:pt modelId="{C92EB811-FACD-4047-A88D-8BC7327101B9}" type="sibTrans" cxnId="{D6BFAA13-86F9-42C0-B07D-9B4E318217FF}">
      <dgm:prSet/>
      <dgm:spPr/>
      <dgm:t>
        <a:bodyPr/>
        <a:lstStyle/>
        <a:p>
          <a:endParaRPr lang="en-US"/>
        </a:p>
      </dgm:t>
    </dgm:pt>
    <dgm:pt modelId="{52A3C85D-8A4D-451D-BF9D-D0B712CCB926}">
      <dgm:prSet phldrT="[Text]"/>
      <dgm:spPr/>
      <dgm:t>
        <a:bodyPr/>
        <a:lstStyle/>
        <a:p>
          <a:r>
            <a:rPr lang="en-US" dirty="0"/>
            <a:t>2. Data Gathering &amp; Structuring </a:t>
          </a:r>
        </a:p>
      </dgm:t>
    </dgm:pt>
    <dgm:pt modelId="{6FE5E3D4-DA7A-40F9-A561-88337BCAA039}" type="parTrans" cxnId="{E52FA294-C9C1-49E1-8CAE-C234DED7B3F3}">
      <dgm:prSet/>
      <dgm:spPr/>
      <dgm:t>
        <a:bodyPr/>
        <a:lstStyle/>
        <a:p>
          <a:endParaRPr lang="en-US"/>
        </a:p>
      </dgm:t>
    </dgm:pt>
    <dgm:pt modelId="{3E72318E-20E0-4E24-800F-F9188286FCE6}" type="sibTrans" cxnId="{E52FA294-C9C1-49E1-8CAE-C234DED7B3F3}">
      <dgm:prSet/>
      <dgm:spPr/>
      <dgm:t>
        <a:bodyPr/>
        <a:lstStyle/>
        <a:p>
          <a:endParaRPr lang="en-US"/>
        </a:p>
      </dgm:t>
    </dgm:pt>
    <dgm:pt modelId="{FE9E4DD5-9BBE-4FC0-91E1-2CDB8A7862E1}">
      <dgm:prSet phldrT="[Text]"/>
      <dgm:spPr>
        <a:solidFill>
          <a:schemeClr val="accent2">
            <a:lumMod val="60000"/>
            <a:lumOff val="40000"/>
          </a:schemeClr>
        </a:solidFill>
      </dgm:spPr>
      <dgm:t>
        <a:bodyPr/>
        <a:lstStyle/>
        <a:p>
          <a:r>
            <a:rPr lang="en-US" dirty="0"/>
            <a:t>12. Periodically Retrain </a:t>
          </a:r>
        </a:p>
      </dgm:t>
    </dgm:pt>
    <dgm:pt modelId="{FCC43420-C181-427D-954C-5748A3A2FED5}" type="parTrans" cxnId="{87D46BF8-29D2-4D24-9A7C-AF7314438C44}">
      <dgm:prSet/>
      <dgm:spPr/>
      <dgm:t>
        <a:bodyPr/>
        <a:lstStyle/>
        <a:p>
          <a:endParaRPr lang="en-US"/>
        </a:p>
      </dgm:t>
    </dgm:pt>
    <dgm:pt modelId="{C17EF12E-0C97-4CE9-B353-3BF290412429}" type="sibTrans" cxnId="{87D46BF8-29D2-4D24-9A7C-AF7314438C44}">
      <dgm:prSet/>
      <dgm:spPr/>
      <dgm:t>
        <a:bodyPr/>
        <a:lstStyle/>
        <a:p>
          <a:endParaRPr lang="en-US"/>
        </a:p>
      </dgm:t>
    </dgm:pt>
    <dgm:pt modelId="{C7AB0920-22F2-4956-AD2A-9FC46A5184C3}">
      <dgm:prSet phldrT="[Text]"/>
      <dgm:spPr/>
      <dgm:t>
        <a:bodyPr/>
        <a:lstStyle/>
        <a:p>
          <a:r>
            <a:rPr lang="en-US" dirty="0"/>
            <a:t>3. Data Exploration </a:t>
          </a:r>
        </a:p>
      </dgm:t>
    </dgm:pt>
    <dgm:pt modelId="{36E9EEBF-C2F8-4B2B-854F-B012148D3DFB}" type="parTrans" cxnId="{3477C330-5479-42B9-ACDE-74CF45EF856D}">
      <dgm:prSet/>
      <dgm:spPr/>
      <dgm:t>
        <a:bodyPr/>
        <a:lstStyle/>
        <a:p>
          <a:endParaRPr lang="en-US"/>
        </a:p>
      </dgm:t>
    </dgm:pt>
    <dgm:pt modelId="{8CEF55A1-51BA-4863-9867-EB3792420D14}" type="sibTrans" cxnId="{3477C330-5479-42B9-ACDE-74CF45EF856D}">
      <dgm:prSet/>
      <dgm:spPr/>
      <dgm:t>
        <a:bodyPr/>
        <a:lstStyle/>
        <a:p>
          <a:endParaRPr lang="en-US"/>
        </a:p>
      </dgm:t>
    </dgm:pt>
    <dgm:pt modelId="{DB531630-5658-46B0-9B8C-129B9E52398B}">
      <dgm:prSet phldrT="[Text]"/>
      <dgm:spPr/>
      <dgm:t>
        <a:bodyPr/>
        <a:lstStyle/>
        <a:p>
          <a:r>
            <a:rPr lang="en-US" dirty="0"/>
            <a:t>4. Feature Engineering </a:t>
          </a:r>
        </a:p>
      </dgm:t>
    </dgm:pt>
    <dgm:pt modelId="{26A720B2-AA6F-4C44-92DF-E392E1C93F09}" type="parTrans" cxnId="{DE8B3F20-AA9D-46DA-8BDA-1E0A064775AC}">
      <dgm:prSet/>
      <dgm:spPr/>
      <dgm:t>
        <a:bodyPr/>
        <a:lstStyle/>
        <a:p>
          <a:endParaRPr lang="en-US"/>
        </a:p>
      </dgm:t>
    </dgm:pt>
    <dgm:pt modelId="{4A557EB2-66AE-42FB-AEC2-270FF1FB4BD5}" type="sibTrans" cxnId="{DE8B3F20-AA9D-46DA-8BDA-1E0A064775AC}">
      <dgm:prSet/>
      <dgm:spPr/>
      <dgm:t>
        <a:bodyPr/>
        <a:lstStyle/>
        <a:p>
          <a:endParaRPr lang="en-US"/>
        </a:p>
      </dgm:t>
    </dgm:pt>
    <dgm:pt modelId="{8E612444-DC6A-4777-B981-10C3C04FF4F6}">
      <dgm:prSet phldrT="[Text]"/>
      <dgm:spPr/>
      <dgm:t>
        <a:bodyPr/>
        <a:lstStyle/>
        <a:p>
          <a:r>
            <a:rPr lang="en-US" dirty="0"/>
            <a:t>5. Multi-Model Training </a:t>
          </a:r>
        </a:p>
      </dgm:t>
    </dgm:pt>
    <dgm:pt modelId="{0AE2641B-285E-4293-9AE1-EE7B2D2B14F3}" type="parTrans" cxnId="{A2614508-BF66-410D-B5D3-CD7A30C15A91}">
      <dgm:prSet/>
      <dgm:spPr/>
      <dgm:t>
        <a:bodyPr/>
        <a:lstStyle/>
        <a:p>
          <a:endParaRPr lang="en-US"/>
        </a:p>
      </dgm:t>
    </dgm:pt>
    <dgm:pt modelId="{16EFB955-4E49-4413-B192-28A0C1487426}" type="sibTrans" cxnId="{A2614508-BF66-410D-B5D3-CD7A30C15A91}">
      <dgm:prSet/>
      <dgm:spPr/>
      <dgm:t>
        <a:bodyPr/>
        <a:lstStyle/>
        <a:p>
          <a:endParaRPr lang="en-US"/>
        </a:p>
      </dgm:t>
    </dgm:pt>
    <dgm:pt modelId="{B72425D2-462F-4C30-A581-99939FCAFB35}">
      <dgm:prSet phldrT="[Text]"/>
      <dgm:spPr/>
      <dgm:t>
        <a:bodyPr/>
        <a:lstStyle/>
        <a:p>
          <a:r>
            <a:rPr lang="en-US" dirty="0"/>
            <a:t>6. Model Simulation </a:t>
          </a:r>
        </a:p>
      </dgm:t>
    </dgm:pt>
    <dgm:pt modelId="{BE8C78A9-08BB-4CC7-8632-38D73D817E26}" type="parTrans" cxnId="{235907B9-29E5-4931-9F7F-4F5F6EF17E29}">
      <dgm:prSet/>
      <dgm:spPr/>
      <dgm:t>
        <a:bodyPr/>
        <a:lstStyle/>
        <a:p>
          <a:endParaRPr lang="en-US"/>
        </a:p>
      </dgm:t>
    </dgm:pt>
    <dgm:pt modelId="{B6725623-425A-4566-87F6-4CC344146626}" type="sibTrans" cxnId="{235907B9-29E5-4931-9F7F-4F5F6EF17E29}">
      <dgm:prSet/>
      <dgm:spPr/>
      <dgm:t>
        <a:bodyPr/>
        <a:lstStyle/>
        <a:p>
          <a:endParaRPr lang="en-US"/>
        </a:p>
      </dgm:t>
    </dgm:pt>
    <dgm:pt modelId="{058BA22E-88B5-464F-876C-606372428BEF}">
      <dgm:prSet phldrT="[Text]"/>
      <dgm:spPr/>
      <dgm:t>
        <a:bodyPr/>
        <a:lstStyle/>
        <a:p>
          <a:r>
            <a:rPr lang="en-US" dirty="0"/>
            <a:t>8. Model Calibration &amp; Deployment </a:t>
          </a:r>
        </a:p>
      </dgm:t>
    </dgm:pt>
    <dgm:pt modelId="{9DFA7319-A269-4CFF-A630-D64FA16B6D5B}" type="parTrans" cxnId="{F20CFAF1-80C7-4F87-BF9F-8FD58DC91B91}">
      <dgm:prSet/>
      <dgm:spPr/>
      <dgm:t>
        <a:bodyPr/>
        <a:lstStyle/>
        <a:p>
          <a:endParaRPr lang="en-US"/>
        </a:p>
      </dgm:t>
    </dgm:pt>
    <dgm:pt modelId="{E3A99DD3-7F10-49DB-BF53-0F64AC34828F}" type="sibTrans" cxnId="{F20CFAF1-80C7-4F87-BF9F-8FD58DC91B91}">
      <dgm:prSet/>
      <dgm:spPr/>
      <dgm:t>
        <a:bodyPr/>
        <a:lstStyle/>
        <a:p>
          <a:endParaRPr lang="en-US"/>
        </a:p>
      </dgm:t>
    </dgm:pt>
    <dgm:pt modelId="{EB949087-E72D-49E4-9C5A-43614F537E7B}">
      <dgm:prSet phldrT="[Text]"/>
      <dgm:spPr/>
      <dgm:t>
        <a:bodyPr/>
        <a:lstStyle/>
        <a:p>
          <a:r>
            <a:rPr lang="en-US" dirty="0"/>
            <a:t>10. Model Integration </a:t>
          </a:r>
        </a:p>
      </dgm:t>
    </dgm:pt>
    <dgm:pt modelId="{FD369B63-0A81-46B4-8840-145EC9C1D1EB}" type="parTrans" cxnId="{43099909-A5C5-452D-85CF-29CDDFFAAB59}">
      <dgm:prSet/>
      <dgm:spPr/>
      <dgm:t>
        <a:bodyPr/>
        <a:lstStyle/>
        <a:p>
          <a:endParaRPr lang="en-US"/>
        </a:p>
      </dgm:t>
    </dgm:pt>
    <dgm:pt modelId="{3333681B-297D-4189-8EDE-3359643A4BC4}" type="sibTrans" cxnId="{43099909-A5C5-452D-85CF-29CDDFFAAB59}">
      <dgm:prSet/>
      <dgm:spPr/>
      <dgm:t>
        <a:bodyPr/>
        <a:lstStyle/>
        <a:p>
          <a:endParaRPr lang="en-US"/>
        </a:p>
      </dgm:t>
    </dgm:pt>
    <dgm:pt modelId="{ACC46C14-4C6B-4A78-9DD1-2AC368986A0B}">
      <dgm:prSet phldrT="[Text]"/>
      <dgm:spPr/>
      <dgm:t>
        <a:bodyPr/>
        <a:lstStyle/>
        <a:p>
          <a:r>
            <a:rPr lang="en-US" dirty="0"/>
            <a:t>11. Model Monitoring </a:t>
          </a:r>
        </a:p>
      </dgm:t>
    </dgm:pt>
    <dgm:pt modelId="{884FED5E-066A-4CF3-B4CD-5CA589098EEE}" type="parTrans" cxnId="{600CDA1C-A964-40AF-8635-9030B96E71FA}">
      <dgm:prSet/>
      <dgm:spPr/>
      <dgm:t>
        <a:bodyPr/>
        <a:lstStyle/>
        <a:p>
          <a:endParaRPr lang="en-US"/>
        </a:p>
      </dgm:t>
    </dgm:pt>
    <dgm:pt modelId="{4449B00B-5F63-4881-AA72-B5A87BB74A90}" type="sibTrans" cxnId="{600CDA1C-A964-40AF-8635-9030B96E71FA}">
      <dgm:prSet/>
      <dgm:spPr/>
      <dgm:t>
        <a:bodyPr/>
        <a:lstStyle/>
        <a:p>
          <a:endParaRPr lang="en-US"/>
        </a:p>
      </dgm:t>
    </dgm:pt>
    <dgm:pt modelId="{46E2FE83-B320-4BB7-A35C-CF1FED374417}">
      <dgm:prSet phldrT="[Text]"/>
      <dgm:spPr/>
      <dgm:t>
        <a:bodyPr/>
        <a:lstStyle/>
        <a:p>
          <a:r>
            <a:rPr lang="en-US" dirty="0"/>
            <a:t>7. Model Interpretability</a:t>
          </a:r>
        </a:p>
      </dgm:t>
    </dgm:pt>
    <dgm:pt modelId="{DC734B7C-4360-4462-AD08-20E643928643}" type="parTrans" cxnId="{0A126B88-A2CD-4362-A93A-F1232422CD35}">
      <dgm:prSet/>
      <dgm:spPr/>
      <dgm:t>
        <a:bodyPr/>
        <a:lstStyle/>
        <a:p>
          <a:endParaRPr lang="en-US"/>
        </a:p>
      </dgm:t>
    </dgm:pt>
    <dgm:pt modelId="{02ACD796-83FA-4CDC-96F0-2ABAE7386154}" type="sibTrans" cxnId="{0A126B88-A2CD-4362-A93A-F1232422CD35}">
      <dgm:prSet/>
      <dgm:spPr/>
      <dgm:t>
        <a:bodyPr/>
        <a:lstStyle/>
        <a:p>
          <a:endParaRPr lang="en-US"/>
        </a:p>
      </dgm:t>
    </dgm:pt>
    <dgm:pt modelId="{1CC8D0DD-4F27-4B0E-8FAD-5A1EAF57BE15}">
      <dgm:prSet phldrT="[Text]"/>
      <dgm:spPr>
        <a:solidFill>
          <a:schemeClr val="accent6">
            <a:lumMod val="60000"/>
            <a:lumOff val="40000"/>
          </a:schemeClr>
        </a:solidFill>
      </dgm:spPr>
      <dgm:t>
        <a:bodyPr/>
        <a:lstStyle/>
        <a:p>
          <a:r>
            <a:rPr lang="en-US" dirty="0"/>
            <a:t>9. Model Documentation</a:t>
          </a:r>
        </a:p>
      </dgm:t>
    </dgm:pt>
    <dgm:pt modelId="{2D86124A-2EE5-4214-9DF3-38EF8C47A7CF}" type="parTrans" cxnId="{A3363B50-25AF-4B38-B6B3-49D1BE4EE2AC}">
      <dgm:prSet/>
      <dgm:spPr/>
      <dgm:t>
        <a:bodyPr/>
        <a:lstStyle/>
        <a:p>
          <a:endParaRPr lang="en-US"/>
        </a:p>
      </dgm:t>
    </dgm:pt>
    <dgm:pt modelId="{FCD04EAA-E73A-468A-B788-ADCF0B558684}" type="sibTrans" cxnId="{A3363B50-25AF-4B38-B6B3-49D1BE4EE2AC}">
      <dgm:prSet/>
      <dgm:spPr/>
      <dgm:t>
        <a:bodyPr/>
        <a:lstStyle/>
        <a:p>
          <a:endParaRPr lang="en-US"/>
        </a:p>
      </dgm:t>
    </dgm:pt>
    <dgm:pt modelId="{45F830F1-01F8-4256-BE41-C9E2722706AA}" type="pres">
      <dgm:prSet presAssocID="{3DC31923-6752-4710-9DC7-F921CC065487}" presName="Name0" presStyleCnt="0">
        <dgm:presLayoutVars>
          <dgm:dir/>
          <dgm:resizeHandles/>
        </dgm:presLayoutVars>
      </dgm:prSet>
      <dgm:spPr/>
    </dgm:pt>
    <dgm:pt modelId="{C9FB49EB-5737-4318-A5A3-E09800910314}" type="pres">
      <dgm:prSet presAssocID="{7FC7F218-B189-4B0B-A881-DC4546E00125}" presName="compNode" presStyleCnt="0"/>
      <dgm:spPr/>
    </dgm:pt>
    <dgm:pt modelId="{D8C1BB40-7ADC-42FF-9BE1-9B1984A2727C}" type="pres">
      <dgm:prSet presAssocID="{7FC7F218-B189-4B0B-A881-DC4546E00125}" presName="dummyConnPt" presStyleCnt="0"/>
      <dgm:spPr/>
    </dgm:pt>
    <dgm:pt modelId="{2E9FA2F2-37B4-438D-829E-AB6E2EA70DD3}" type="pres">
      <dgm:prSet presAssocID="{7FC7F218-B189-4B0B-A881-DC4546E00125}" presName="node" presStyleLbl="node1" presStyleIdx="0" presStyleCnt="12">
        <dgm:presLayoutVars>
          <dgm:bulletEnabled val="1"/>
        </dgm:presLayoutVars>
      </dgm:prSet>
      <dgm:spPr/>
    </dgm:pt>
    <dgm:pt modelId="{D9E03BE0-F9BF-463D-948E-828DA36A9DB9}" type="pres">
      <dgm:prSet presAssocID="{C92EB811-FACD-4047-A88D-8BC7327101B9}" presName="sibTrans" presStyleLbl="bgSibTrans2D1" presStyleIdx="0" presStyleCnt="11"/>
      <dgm:spPr/>
    </dgm:pt>
    <dgm:pt modelId="{FFB96F8B-BCD7-4FB2-A64B-30AB41796B56}" type="pres">
      <dgm:prSet presAssocID="{52A3C85D-8A4D-451D-BF9D-D0B712CCB926}" presName="compNode" presStyleCnt="0"/>
      <dgm:spPr/>
    </dgm:pt>
    <dgm:pt modelId="{A60A6889-DB10-40FA-943B-6EC76A3B86C0}" type="pres">
      <dgm:prSet presAssocID="{52A3C85D-8A4D-451D-BF9D-D0B712CCB926}" presName="dummyConnPt" presStyleCnt="0"/>
      <dgm:spPr/>
    </dgm:pt>
    <dgm:pt modelId="{48B9AEBB-C547-4ADB-9ACD-FB6322B982CF}" type="pres">
      <dgm:prSet presAssocID="{52A3C85D-8A4D-451D-BF9D-D0B712CCB926}" presName="node" presStyleLbl="node1" presStyleIdx="1" presStyleCnt="12">
        <dgm:presLayoutVars>
          <dgm:bulletEnabled val="1"/>
        </dgm:presLayoutVars>
      </dgm:prSet>
      <dgm:spPr/>
    </dgm:pt>
    <dgm:pt modelId="{22C5F0AE-119A-4FF5-955A-11F487BB3E36}" type="pres">
      <dgm:prSet presAssocID="{3E72318E-20E0-4E24-800F-F9188286FCE6}" presName="sibTrans" presStyleLbl="bgSibTrans2D1" presStyleIdx="1" presStyleCnt="11"/>
      <dgm:spPr/>
    </dgm:pt>
    <dgm:pt modelId="{D3FFD850-0213-4F6D-9509-796F3F5772F0}" type="pres">
      <dgm:prSet presAssocID="{C7AB0920-22F2-4956-AD2A-9FC46A5184C3}" presName="compNode" presStyleCnt="0"/>
      <dgm:spPr/>
    </dgm:pt>
    <dgm:pt modelId="{2FF69D6E-8BA9-472B-8EC5-0C18573F7521}" type="pres">
      <dgm:prSet presAssocID="{C7AB0920-22F2-4956-AD2A-9FC46A5184C3}" presName="dummyConnPt" presStyleCnt="0"/>
      <dgm:spPr/>
    </dgm:pt>
    <dgm:pt modelId="{04D82AA3-6CE0-4F8A-8382-EC3AE64E90A6}" type="pres">
      <dgm:prSet presAssocID="{C7AB0920-22F2-4956-AD2A-9FC46A5184C3}" presName="node" presStyleLbl="node1" presStyleIdx="2" presStyleCnt="12">
        <dgm:presLayoutVars>
          <dgm:bulletEnabled val="1"/>
        </dgm:presLayoutVars>
      </dgm:prSet>
      <dgm:spPr/>
    </dgm:pt>
    <dgm:pt modelId="{EC6F95F9-672C-465A-B9EB-55D8DE1349E0}" type="pres">
      <dgm:prSet presAssocID="{8CEF55A1-51BA-4863-9867-EB3792420D14}" presName="sibTrans" presStyleLbl="bgSibTrans2D1" presStyleIdx="2" presStyleCnt="11"/>
      <dgm:spPr/>
    </dgm:pt>
    <dgm:pt modelId="{3DE9ED17-4236-400C-AFB6-35C18763F5E3}" type="pres">
      <dgm:prSet presAssocID="{DB531630-5658-46B0-9B8C-129B9E52398B}" presName="compNode" presStyleCnt="0"/>
      <dgm:spPr/>
    </dgm:pt>
    <dgm:pt modelId="{243D9857-3317-4738-B657-E9289F2516E6}" type="pres">
      <dgm:prSet presAssocID="{DB531630-5658-46B0-9B8C-129B9E52398B}" presName="dummyConnPt" presStyleCnt="0"/>
      <dgm:spPr/>
    </dgm:pt>
    <dgm:pt modelId="{C4F5AE33-4303-4913-86DE-A2EB71EDBF06}" type="pres">
      <dgm:prSet presAssocID="{DB531630-5658-46B0-9B8C-129B9E52398B}" presName="node" presStyleLbl="node1" presStyleIdx="3" presStyleCnt="12">
        <dgm:presLayoutVars>
          <dgm:bulletEnabled val="1"/>
        </dgm:presLayoutVars>
      </dgm:prSet>
      <dgm:spPr/>
    </dgm:pt>
    <dgm:pt modelId="{E26C392B-D61C-417E-9BB0-3A03FEFF90F5}" type="pres">
      <dgm:prSet presAssocID="{4A557EB2-66AE-42FB-AEC2-270FF1FB4BD5}" presName="sibTrans" presStyleLbl="bgSibTrans2D1" presStyleIdx="3" presStyleCnt="11"/>
      <dgm:spPr/>
    </dgm:pt>
    <dgm:pt modelId="{E917F748-98A6-441D-9800-25D8AB0D92DD}" type="pres">
      <dgm:prSet presAssocID="{8E612444-DC6A-4777-B981-10C3C04FF4F6}" presName="compNode" presStyleCnt="0"/>
      <dgm:spPr/>
    </dgm:pt>
    <dgm:pt modelId="{148FCF9B-C0EF-4F64-AE88-93A2BA314CD8}" type="pres">
      <dgm:prSet presAssocID="{8E612444-DC6A-4777-B981-10C3C04FF4F6}" presName="dummyConnPt" presStyleCnt="0"/>
      <dgm:spPr/>
    </dgm:pt>
    <dgm:pt modelId="{BDECA7B7-BE88-44CC-BE08-84002C053050}" type="pres">
      <dgm:prSet presAssocID="{8E612444-DC6A-4777-B981-10C3C04FF4F6}" presName="node" presStyleLbl="node1" presStyleIdx="4" presStyleCnt="12">
        <dgm:presLayoutVars>
          <dgm:bulletEnabled val="1"/>
        </dgm:presLayoutVars>
      </dgm:prSet>
      <dgm:spPr/>
    </dgm:pt>
    <dgm:pt modelId="{BCFA2337-2519-44BF-8C1C-A89272E08B45}" type="pres">
      <dgm:prSet presAssocID="{16EFB955-4E49-4413-B192-28A0C1487426}" presName="sibTrans" presStyleLbl="bgSibTrans2D1" presStyleIdx="4" presStyleCnt="11"/>
      <dgm:spPr/>
    </dgm:pt>
    <dgm:pt modelId="{17F44AA8-F5CE-44D5-88F3-B4FC845AD241}" type="pres">
      <dgm:prSet presAssocID="{B72425D2-462F-4C30-A581-99939FCAFB35}" presName="compNode" presStyleCnt="0"/>
      <dgm:spPr/>
    </dgm:pt>
    <dgm:pt modelId="{6F124A3E-CAFA-4E71-B2B5-1DE703287460}" type="pres">
      <dgm:prSet presAssocID="{B72425D2-462F-4C30-A581-99939FCAFB35}" presName="dummyConnPt" presStyleCnt="0"/>
      <dgm:spPr/>
    </dgm:pt>
    <dgm:pt modelId="{486D409B-86A2-4BC8-B9C4-8D60F80213F4}" type="pres">
      <dgm:prSet presAssocID="{B72425D2-462F-4C30-A581-99939FCAFB35}" presName="node" presStyleLbl="node1" presStyleIdx="5" presStyleCnt="12">
        <dgm:presLayoutVars>
          <dgm:bulletEnabled val="1"/>
        </dgm:presLayoutVars>
      </dgm:prSet>
      <dgm:spPr/>
    </dgm:pt>
    <dgm:pt modelId="{601B3EC7-BA89-44DC-8657-748D76AAE661}" type="pres">
      <dgm:prSet presAssocID="{B6725623-425A-4566-87F6-4CC344146626}" presName="sibTrans" presStyleLbl="bgSibTrans2D1" presStyleIdx="5" presStyleCnt="11"/>
      <dgm:spPr/>
    </dgm:pt>
    <dgm:pt modelId="{C014E061-F0B5-4206-963C-5A0EFC3C0570}" type="pres">
      <dgm:prSet presAssocID="{46E2FE83-B320-4BB7-A35C-CF1FED374417}" presName="compNode" presStyleCnt="0"/>
      <dgm:spPr/>
    </dgm:pt>
    <dgm:pt modelId="{FC35F757-FD1E-4149-925D-0292705ECD31}" type="pres">
      <dgm:prSet presAssocID="{46E2FE83-B320-4BB7-A35C-CF1FED374417}" presName="dummyConnPt" presStyleCnt="0"/>
      <dgm:spPr/>
    </dgm:pt>
    <dgm:pt modelId="{FBF48EAA-7AF8-4426-A81C-2DD58D6D17B7}" type="pres">
      <dgm:prSet presAssocID="{46E2FE83-B320-4BB7-A35C-CF1FED374417}" presName="node" presStyleLbl="node1" presStyleIdx="6" presStyleCnt="12">
        <dgm:presLayoutVars>
          <dgm:bulletEnabled val="1"/>
        </dgm:presLayoutVars>
      </dgm:prSet>
      <dgm:spPr/>
    </dgm:pt>
    <dgm:pt modelId="{96B7452D-282D-42C6-8049-18EB71297A9B}" type="pres">
      <dgm:prSet presAssocID="{02ACD796-83FA-4CDC-96F0-2ABAE7386154}" presName="sibTrans" presStyleLbl="bgSibTrans2D1" presStyleIdx="6" presStyleCnt="11"/>
      <dgm:spPr/>
    </dgm:pt>
    <dgm:pt modelId="{9428553C-EA5C-4147-8AF0-5713012DEB22}" type="pres">
      <dgm:prSet presAssocID="{058BA22E-88B5-464F-876C-606372428BEF}" presName="compNode" presStyleCnt="0"/>
      <dgm:spPr/>
    </dgm:pt>
    <dgm:pt modelId="{428FEC00-38CB-4E4C-9A1F-E7F8A195BD3B}" type="pres">
      <dgm:prSet presAssocID="{058BA22E-88B5-464F-876C-606372428BEF}" presName="dummyConnPt" presStyleCnt="0"/>
      <dgm:spPr/>
    </dgm:pt>
    <dgm:pt modelId="{03C63491-3F86-45F2-ADA8-BBCC8B4185A6}" type="pres">
      <dgm:prSet presAssocID="{058BA22E-88B5-464F-876C-606372428BEF}" presName="node" presStyleLbl="node1" presStyleIdx="7" presStyleCnt="12">
        <dgm:presLayoutVars>
          <dgm:bulletEnabled val="1"/>
        </dgm:presLayoutVars>
      </dgm:prSet>
      <dgm:spPr/>
    </dgm:pt>
    <dgm:pt modelId="{DE1A1961-B0BA-4D39-823B-FF4D8C7C1189}" type="pres">
      <dgm:prSet presAssocID="{E3A99DD3-7F10-49DB-BF53-0F64AC34828F}" presName="sibTrans" presStyleLbl="bgSibTrans2D1" presStyleIdx="7" presStyleCnt="11"/>
      <dgm:spPr/>
    </dgm:pt>
    <dgm:pt modelId="{00108DBB-4C7F-415B-A839-801D702D1256}" type="pres">
      <dgm:prSet presAssocID="{1CC8D0DD-4F27-4B0E-8FAD-5A1EAF57BE15}" presName="compNode" presStyleCnt="0"/>
      <dgm:spPr/>
    </dgm:pt>
    <dgm:pt modelId="{BD219E71-F3A4-4C80-BE89-6A0B9E0C00C3}" type="pres">
      <dgm:prSet presAssocID="{1CC8D0DD-4F27-4B0E-8FAD-5A1EAF57BE15}" presName="dummyConnPt" presStyleCnt="0"/>
      <dgm:spPr/>
    </dgm:pt>
    <dgm:pt modelId="{D5DC46EE-B2D3-4C95-8579-79B016778269}" type="pres">
      <dgm:prSet presAssocID="{1CC8D0DD-4F27-4B0E-8FAD-5A1EAF57BE15}" presName="node" presStyleLbl="node1" presStyleIdx="8" presStyleCnt="12">
        <dgm:presLayoutVars>
          <dgm:bulletEnabled val="1"/>
        </dgm:presLayoutVars>
      </dgm:prSet>
      <dgm:spPr/>
    </dgm:pt>
    <dgm:pt modelId="{2931B010-1DFB-477C-8EB6-BD80BE25019C}" type="pres">
      <dgm:prSet presAssocID="{FCD04EAA-E73A-468A-B788-ADCF0B558684}" presName="sibTrans" presStyleLbl="bgSibTrans2D1" presStyleIdx="8" presStyleCnt="11"/>
      <dgm:spPr/>
    </dgm:pt>
    <dgm:pt modelId="{40830876-B4B3-44A5-A064-FAD77FBFC069}" type="pres">
      <dgm:prSet presAssocID="{EB949087-E72D-49E4-9C5A-43614F537E7B}" presName="compNode" presStyleCnt="0"/>
      <dgm:spPr/>
    </dgm:pt>
    <dgm:pt modelId="{1EF847BC-11D0-4DAC-8050-EAC3CFCE6BB2}" type="pres">
      <dgm:prSet presAssocID="{EB949087-E72D-49E4-9C5A-43614F537E7B}" presName="dummyConnPt" presStyleCnt="0"/>
      <dgm:spPr/>
    </dgm:pt>
    <dgm:pt modelId="{FE6B3D8E-A5CC-41DC-9333-B48A2070C928}" type="pres">
      <dgm:prSet presAssocID="{EB949087-E72D-49E4-9C5A-43614F537E7B}" presName="node" presStyleLbl="node1" presStyleIdx="9" presStyleCnt="12">
        <dgm:presLayoutVars>
          <dgm:bulletEnabled val="1"/>
        </dgm:presLayoutVars>
      </dgm:prSet>
      <dgm:spPr/>
    </dgm:pt>
    <dgm:pt modelId="{53464712-F557-428C-AFFD-AB65EB8A8932}" type="pres">
      <dgm:prSet presAssocID="{3333681B-297D-4189-8EDE-3359643A4BC4}" presName="sibTrans" presStyleLbl="bgSibTrans2D1" presStyleIdx="9" presStyleCnt="11"/>
      <dgm:spPr/>
    </dgm:pt>
    <dgm:pt modelId="{DD85CBA4-8264-4B7B-920D-BECB28196752}" type="pres">
      <dgm:prSet presAssocID="{ACC46C14-4C6B-4A78-9DD1-2AC368986A0B}" presName="compNode" presStyleCnt="0"/>
      <dgm:spPr/>
    </dgm:pt>
    <dgm:pt modelId="{4CEEDD88-0FAF-463E-B54F-058E7674A577}" type="pres">
      <dgm:prSet presAssocID="{ACC46C14-4C6B-4A78-9DD1-2AC368986A0B}" presName="dummyConnPt" presStyleCnt="0"/>
      <dgm:spPr/>
    </dgm:pt>
    <dgm:pt modelId="{93F7E7EC-6B9A-44CC-94EC-F85508203ACA}" type="pres">
      <dgm:prSet presAssocID="{ACC46C14-4C6B-4A78-9DD1-2AC368986A0B}" presName="node" presStyleLbl="node1" presStyleIdx="10" presStyleCnt="12">
        <dgm:presLayoutVars>
          <dgm:bulletEnabled val="1"/>
        </dgm:presLayoutVars>
      </dgm:prSet>
      <dgm:spPr/>
    </dgm:pt>
    <dgm:pt modelId="{8606C976-DFD7-4931-9253-8AFA8400432C}" type="pres">
      <dgm:prSet presAssocID="{4449B00B-5F63-4881-AA72-B5A87BB74A90}" presName="sibTrans" presStyleLbl="bgSibTrans2D1" presStyleIdx="10" presStyleCnt="11"/>
      <dgm:spPr/>
    </dgm:pt>
    <dgm:pt modelId="{776D879E-7E0A-4023-B685-35934F2A4616}" type="pres">
      <dgm:prSet presAssocID="{FE9E4DD5-9BBE-4FC0-91E1-2CDB8A7862E1}" presName="compNode" presStyleCnt="0"/>
      <dgm:spPr/>
    </dgm:pt>
    <dgm:pt modelId="{D9A91D4C-5C19-4547-BC73-EBA4174D0118}" type="pres">
      <dgm:prSet presAssocID="{FE9E4DD5-9BBE-4FC0-91E1-2CDB8A7862E1}" presName="dummyConnPt" presStyleCnt="0"/>
      <dgm:spPr/>
    </dgm:pt>
    <dgm:pt modelId="{0B4CDCFA-F4C0-401B-B7B0-0562853EFCC7}" type="pres">
      <dgm:prSet presAssocID="{FE9E4DD5-9BBE-4FC0-91E1-2CDB8A7862E1}" presName="node" presStyleLbl="node1" presStyleIdx="11" presStyleCnt="12">
        <dgm:presLayoutVars>
          <dgm:bulletEnabled val="1"/>
        </dgm:presLayoutVars>
      </dgm:prSet>
      <dgm:spPr/>
    </dgm:pt>
  </dgm:ptLst>
  <dgm:cxnLst>
    <dgm:cxn modelId="{69ACF402-00A3-414F-A62A-BAC98FF578D4}" type="presOf" srcId="{8CEF55A1-51BA-4863-9867-EB3792420D14}" destId="{EC6F95F9-672C-465A-B9EB-55D8DE1349E0}" srcOrd="0" destOrd="0" presId="urn:microsoft.com/office/officeart/2005/8/layout/bProcess4"/>
    <dgm:cxn modelId="{EA172406-9A12-4942-A27E-D412F877E8ED}" type="presOf" srcId="{EB949087-E72D-49E4-9C5A-43614F537E7B}" destId="{FE6B3D8E-A5CC-41DC-9333-B48A2070C928}" srcOrd="0" destOrd="0" presId="urn:microsoft.com/office/officeart/2005/8/layout/bProcess4"/>
    <dgm:cxn modelId="{A2614508-BF66-410D-B5D3-CD7A30C15A91}" srcId="{3DC31923-6752-4710-9DC7-F921CC065487}" destId="{8E612444-DC6A-4777-B981-10C3C04FF4F6}" srcOrd="4" destOrd="0" parTransId="{0AE2641B-285E-4293-9AE1-EE7B2D2B14F3}" sibTransId="{16EFB955-4E49-4413-B192-28A0C1487426}"/>
    <dgm:cxn modelId="{43099909-A5C5-452D-85CF-29CDDFFAAB59}" srcId="{3DC31923-6752-4710-9DC7-F921CC065487}" destId="{EB949087-E72D-49E4-9C5A-43614F537E7B}" srcOrd="9" destOrd="0" parTransId="{FD369B63-0A81-46B4-8840-145EC9C1D1EB}" sibTransId="{3333681B-297D-4189-8EDE-3359643A4BC4}"/>
    <dgm:cxn modelId="{B89C6B0D-9DDB-49C8-880C-2B4A775ED57B}" type="presOf" srcId="{8E612444-DC6A-4777-B981-10C3C04FF4F6}" destId="{BDECA7B7-BE88-44CC-BE08-84002C053050}" srcOrd="0" destOrd="0" presId="urn:microsoft.com/office/officeart/2005/8/layout/bProcess4"/>
    <dgm:cxn modelId="{D6BFAA13-86F9-42C0-B07D-9B4E318217FF}" srcId="{3DC31923-6752-4710-9DC7-F921CC065487}" destId="{7FC7F218-B189-4B0B-A881-DC4546E00125}" srcOrd="0" destOrd="0" parTransId="{D4565381-16B4-411B-A65A-6DD0248CECDF}" sibTransId="{C92EB811-FACD-4047-A88D-8BC7327101B9}"/>
    <dgm:cxn modelId="{B3B1C21B-0DA7-4753-A664-0C401F6FCB2F}" type="presOf" srcId="{ACC46C14-4C6B-4A78-9DD1-2AC368986A0B}" destId="{93F7E7EC-6B9A-44CC-94EC-F85508203ACA}" srcOrd="0" destOrd="0" presId="urn:microsoft.com/office/officeart/2005/8/layout/bProcess4"/>
    <dgm:cxn modelId="{600CDA1C-A964-40AF-8635-9030B96E71FA}" srcId="{3DC31923-6752-4710-9DC7-F921CC065487}" destId="{ACC46C14-4C6B-4A78-9DD1-2AC368986A0B}" srcOrd="10" destOrd="0" parTransId="{884FED5E-066A-4CF3-B4CD-5CA589098EEE}" sibTransId="{4449B00B-5F63-4881-AA72-B5A87BB74A90}"/>
    <dgm:cxn modelId="{DE8B3F20-AA9D-46DA-8BDA-1E0A064775AC}" srcId="{3DC31923-6752-4710-9DC7-F921CC065487}" destId="{DB531630-5658-46B0-9B8C-129B9E52398B}" srcOrd="3" destOrd="0" parTransId="{26A720B2-AA6F-4C44-92DF-E392E1C93F09}" sibTransId="{4A557EB2-66AE-42FB-AEC2-270FF1FB4BD5}"/>
    <dgm:cxn modelId="{DAAD132B-2127-445A-A8BB-1A10598AB993}" type="presOf" srcId="{1CC8D0DD-4F27-4B0E-8FAD-5A1EAF57BE15}" destId="{D5DC46EE-B2D3-4C95-8579-79B016778269}" srcOrd="0" destOrd="0" presId="urn:microsoft.com/office/officeart/2005/8/layout/bProcess4"/>
    <dgm:cxn modelId="{29AF022F-8AF4-44AC-8059-A870DF88A747}" type="presOf" srcId="{FE9E4DD5-9BBE-4FC0-91E1-2CDB8A7862E1}" destId="{0B4CDCFA-F4C0-401B-B7B0-0562853EFCC7}" srcOrd="0" destOrd="0" presId="urn:microsoft.com/office/officeart/2005/8/layout/bProcess4"/>
    <dgm:cxn modelId="{3477C330-5479-42B9-ACDE-74CF45EF856D}" srcId="{3DC31923-6752-4710-9DC7-F921CC065487}" destId="{C7AB0920-22F2-4956-AD2A-9FC46A5184C3}" srcOrd="2" destOrd="0" parTransId="{36E9EEBF-C2F8-4B2B-854F-B012148D3DFB}" sibTransId="{8CEF55A1-51BA-4863-9867-EB3792420D14}"/>
    <dgm:cxn modelId="{89721F32-6D3C-43FF-A3D0-F0679D4F6AFE}" type="presOf" srcId="{3DC31923-6752-4710-9DC7-F921CC065487}" destId="{45F830F1-01F8-4256-BE41-C9E2722706AA}" srcOrd="0" destOrd="0" presId="urn:microsoft.com/office/officeart/2005/8/layout/bProcess4"/>
    <dgm:cxn modelId="{BD48A034-CAFC-4657-9922-A395A6972D9F}" type="presOf" srcId="{E3A99DD3-7F10-49DB-BF53-0F64AC34828F}" destId="{DE1A1961-B0BA-4D39-823B-FF4D8C7C1189}" srcOrd="0" destOrd="0" presId="urn:microsoft.com/office/officeart/2005/8/layout/bProcess4"/>
    <dgm:cxn modelId="{6B223749-D610-4E3F-8B5E-82648EB70E30}" type="presOf" srcId="{3E72318E-20E0-4E24-800F-F9188286FCE6}" destId="{22C5F0AE-119A-4FF5-955A-11F487BB3E36}" srcOrd="0" destOrd="0" presId="urn:microsoft.com/office/officeart/2005/8/layout/bProcess4"/>
    <dgm:cxn modelId="{7C2A6A4A-4838-4BF4-BB6D-9D4A0719C8D5}" type="presOf" srcId="{4A557EB2-66AE-42FB-AEC2-270FF1FB4BD5}" destId="{E26C392B-D61C-417E-9BB0-3A03FEFF90F5}" srcOrd="0" destOrd="0" presId="urn:microsoft.com/office/officeart/2005/8/layout/bProcess4"/>
    <dgm:cxn modelId="{A3363B50-25AF-4B38-B6B3-49D1BE4EE2AC}" srcId="{3DC31923-6752-4710-9DC7-F921CC065487}" destId="{1CC8D0DD-4F27-4B0E-8FAD-5A1EAF57BE15}" srcOrd="8" destOrd="0" parTransId="{2D86124A-2EE5-4214-9DF3-38EF8C47A7CF}" sibTransId="{FCD04EAA-E73A-468A-B788-ADCF0B558684}"/>
    <dgm:cxn modelId="{6F1B4C59-F249-4499-9D91-21801C776DCD}" type="presOf" srcId="{4449B00B-5F63-4881-AA72-B5A87BB74A90}" destId="{8606C976-DFD7-4931-9253-8AFA8400432C}" srcOrd="0" destOrd="0" presId="urn:microsoft.com/office/officeart/2005/8/layout/bProcess4"/>
    <dgm:cxn modelId="{C571FD86-D678-4B15-9677-86EAB39FA203}" type="presOf" srcId="{C92EB811-FACD-4047-A88D-8BC7327101B9}" destId="{D9E03BE0-F9BF-463D-948E-828DA36A9DB9}" srcOrd="0" destOrd="0" presId="urn:microsoft.com/office/officeart/2005/8/layout/bProcess4"/>
    <dgm:cxn modelId="{0A126B88-A2CD-4362-A93A-F1232422CD35}" srcId="{3DC31923-6752-4710-9DC7-F921CC065487}" destId="{46E2FE83-B320-4BB7-A35C-CF1FED374417}" srcOrd="6" destOrd="0" parTransId="{DC734B7C-4360-4462-AD08-20E643928643}" sibTransId="{02ACD796-83FA-4CDC-96F0-2ABAE7386154}"/>
    <dgm:cxn modelId="{E52FA294-C9C1-49E1-8CAE-C234DED7B3F3}" srcId="{3DC31923-6752-4710-9DC7-F921CC065487}" destId="{52A3C85D-8A4D-451D-BF9D-D0B712CCB926}" srcOrd="1" destOrd="0" parTransId="{6FE5E3D4-DA7A-40F9-A561-88337BCAA039}" sibTransId="{3E72318E-20E0-4E24-800F-F9188286FCE6}"/>
    <dgm:cxn modelId="{0A43169B-405A-411E-BCAF-B178D74B9199}" type="presOf" srcId="{B6725623-425A-4566-87F6-4CC344146626}" destId="{601B3EC7-BA89-44DC-8657-748D76AAE661}" srcOrd="0" destOrd="0" presId="urn:microsoft.com/office/officeart/2005/8/layout/bProcess4"/>
    <dgm:cxn modelId="{7B5C289D-17D7-405B-9C90-BFAA1E1F087B}" type="presOf" srcId="{DB531630-5658-46B0-9B8C-129B9E52398B}" destId="{C4F5AE33-4303-4913-86DE-A2EB71EDBF06}" srcOrd="0" destOrd="0" presId="urn:microsoft.com/office/officeart/2005/8/layout/bProcess4"/>
    <dgm:cxn modelId="{11AC5EA7-8E12-495B-8E97-B4D95660FDFD}" type="presOf" srcId="{3333681B-297D-4189-8EDE-3359643A4BC4}" destId="{53464712-F557-428C-AFFD-AB65EB8A8932}" srcOrd="0" destOrd="0" presId="urn:microsoft.com/office/officeart/2005/8/layout/bProcess4"/>
    <dgm:cxn modelId="{46B94BB0-97FE-42EB-90ED-52AB4D2B65C0}" type="presOf" srcId="{B72425D2-462F-4C30-A581-99939FCAFB35}" destId="{486D409B-86A2-4BC8-B9C4-8D60F80213F4}" srcOrd="0" destOrd="0" presId="urn:microsoft.com/office/officeart/2005/8/layout/bProcess4"/>
    <dgm:cxn modelId="{235907B9-29E5-4931-9F7F-4F5F6EF17E29}" srcId="{3DC31923-6752-4710-9DC7-F921CC065487}" destId="{B72425D2-462F-4C30-A581-99939FCAFB35}" srcOrd="5" destOrd="0" parTransId="{BE8C78A9-08BB-4CC7-8632-38D73D817E26}" sibTransId="{B6725623-425A-4566-87F6-4CC344146626}"/>
    <dgm:cxn modelId="{D7FECEBC-667A-415C-8DFF-82BA5A4FA994}" type="presOf" srcId="{52A3C85D-8A4D-451D-BF9D-D0B712CCB926}" destId="{48B9AEBB-C547-4ADB-9ACD-FB6322B982CF}" srcOrd="0" destOrd="0" presId="urn:microsoft.com/office/officeart/2005/8/layout/bProcess4"/>
    <dgm:cxn modelId="{92FAFACF-C361-42EC-8E3A-64D576559AF6}" type="presOf" srcId="{02ACD796-83FA-4CDC-96F0-2ABAE7386154}" destId="{96B7452D-282D-42C6-8049-18EB71297A9B}" srcOrd="0" destOrd="0" presId="urn:microsoft.com/office/officeart/2005/8/layout/bProcess4"/>
    <dgm:cxn modelId="{ED825CD0-3C63-4315-AB24-B3863A409BC0}" type="presOf" srcId="{058BA22E-88B5-464F-876C-606372428BEF}" destId="{03C63491-3F86-45F2-ADA8-BBCC8B4185A6}" srcOrd="0" destOrd="0" presId="urn:microsoft.com/office/officeart/2005/8/layout/bProcess4"/>
    <dgm:cxn modelId="{EB7ED6D1-705D-4154-8CB6-2AFC663125E6}" type="presOf" srcId="{16EFB955-4E49-4413-B192-28A0C1487426}" destId="{BCFA2337-2519-44BF-8C1C-A89272E08B45}" srcOrd="0" destOrd="0" presId="urn:microsoft.com/office/officeart/2005/8/layout/bProcess4"/>
    <dgm:cxn modelId="{22F9EEDF-2BB2-4665-BDA5-1A9CC6C34482}" type="presOf" srcId="{7FC7F218-B189-4B0B-A881-DC4546E00125}" destId="{2E9FA2F2-37B4-438D-829E-AB6E2EA70DD3}" srcOrd="0" destOrd="0" presId="urn:microsoft.com/office/officeart/2005/8/layout/bProcess4"/>
    <dgm:cxn modelId="{F1D189EA-80D4-4A54-8D38-BA9D8CC8CDC7}" type="presOf" srcId="{C7AB0920-22F2-4956-AD2A-9FC46A5184C3}" destId="{04D82AA3-6CE0-4F8A-8382-EC3AE64E90A6}" srcOrd="0" destOrd="0" presId="urn:microsoft.com/office/officeart/2005/8/layout/bProcess4"/>
    <dgm:cxn modelId="{6B5001ED-14F8-4AC8-8251-1E6CD383C450}" type="presOf" srcId="{FCD04EAA-E73A-468A-B788-ADCF0B558684}" destId="{2931B010-1DFB-477C-8EB6-BD80BE25019C}" srcOrd="0" destOrd="0" presId="urn:microsoft.com/office/officeart/2005/8/layout/bProcess4"/>
    <dgm:cxn modelId="{F20CFAF1-80C7-4F87-BF9F-8FD58DC91B91}" srcId="{3DC31923-6752-4710-9DC7-F921CC065487}" destId="{058BA22E-88B5-464F-876C-606372428BEF}" srcOrd="7" destOrd="0" parTransId="{9DFA7319-A269-4CFF-A630-D64FA16B6D5B}" sibTransId="{E3A99DD3-7F10-49DB-BF53-0F64AC34828F}"/>
    <dgm:cxn modelId="{E94B72F4-CCF8-407A-8F1C-E17DBCB7B460}" type="presOf" srcId="{46E2FE83-B320-4BB7-A35C-CF1FED374417}" destId="{FBF48EAA-7AF8-4426-A81C-2DD58D6D17B7}" srcOrd="0" destOrd="0" presId="urn:microsoft.com/office/officeart/2005/8/layout/bProcess4"/>
    <dgm:cxn modelId="{87D46BF8-29D2-4D24-9A7C-AF7314438C44}" srcId="{3DC31923-6752-4710-9DC7-F921CC065487}" destId="{FE9E4DD5-9BBE-4FC0-91E1-2CDB8A7862E1}" srcOrd="11" destOrd="0" parTransId="{FCC43420-C181-427D-954C-5748A3A2FED5}" sibTransId="{C17EF12E-0C97-4CE9-B353-3BF290412429}"/>
    <dgm:cxn modelId="{0C2BA796-E584-402B-BD5F-AF76E52DAA52}" type="presParOf" srcId="{45F830F1-01F8-4256-BE41-C9E2722706AA}" destId="{C9FB49EB-5737-4318-A5A3-E09800910314}" srcOrd="0" destOrd="0" presId="urn:microsoft.com/office/officeart/2005/8/layout/bProcess4"/>
    <dgm:cxn modelId="{6AC6E8D7-1F11-4BCD-A712-43AA496AB251}" type="presParOf" srcId="{C9FB49EB-5737-4318-A5A3-E09800910314}" destId="{D8C1BB40-7ADC-42FF-9BE1-9B1984A2727C}" srcOrd="0" destOrd="0" presId="urn:microsoft.com/office/officeart/2005/8/layout/bProcess4"/>
    <dgm:cxn modelId="{5C8B1BD1-E581-4A9C-A0DD-97E4F5F620CB}" type="presParOf" srcId="{C9FB49EB-5737-4318-A5A3-E09800910314}" destId="{2E9FA2F2-37B4-438D-829E-AB6E2EA70DD3}" srcOrd="1" destOrd="0" presId="urn:microsoft.com/office/officeart/2005/8/layout/bProcess4"/>
    <dgm:cxn modelId="{0A0312B7-D8A0-4E89-8802-1123AEF59DFC}" type="presParOf" srcId="{45F830F1-01F8-4256-BE41-C9E2722706AA}" destId="{D9E03BE0-F9BF-463D-948E-828DA36A9DB9}" srcOrd="1" destOrd="0" presId="urn:microsoft.com/office/officeart/2005/8/layout/bProcess4"/>
    <dgm:cxn modelId="{A9BEDB7D-B26E-40B3-A208-7968172D8C56}" type="presParOf" srcId="{45F830F1-01F8-4256-BE41-C9E2722706AA}" destId="{FFB96F8B-BCD7-4FB2-A64B-30AB41796B56}" srcOrd="2" destOrd="0" presId="urn:microsoft.com/office/officeart/2005/8/layout/bProcess4"/>
    <dgm:cxn modelId="{D8915F77-D2E8-4F20-ABF8-B681CFAED528}" type="presParOf" srcId="{FFB96F8B-BCD7-4FB2-A64B-30AB41796B56}" destId="{A60A6889-DB10-40FA-943B-6EC76A3B86C0}" srcOrd="0" destOrd="0" presId="urn:microsoft.com/office/officeart/2005/8/layout/bProcess4"/>
    <dgm:cxn modelId="{65365B86-B200-4BE3-B252-8A72E9EC83AF}" type="presParOf" srcId="{FFB96F8B-BCD7-4FB2-A64B-30AB41796B56}" destId="{48B9AEBB-C547-4ADB-9ACD-FB6322B982CF}" srcOrd="1" destOrd="0" presId="urn:microsoft.com/office/officeart/2005/8/layout/bProcess4"/>
    <dgm:cxn modelId="{C7F030FB-6E20-41B0-B82D-369938944D9C}" type="presParOf" srcId="{45F830F1-01F8-4256-BE41-C9E2722706AA}" destId="{22C5F0AE-119A-4FF5-955A-11F487BB3E36}" srcOrd="3" destOrd="0" presId="urn:microsoft.com/office/officeart/2005/8/layout/bProcess4"/>
    <dgm:cxn modelId="{675BFE1D-8990-40DE-BD57-BC4D7CDEF7CB}" type="presParOf" srcId="{45F830F1-01F8-4256-BE41-C9E2722706AA}" destId="{D3FFD850-0213-4F6D-9509-796F3F5772F0}" srcOrd="4" destOrd="0" presId="urn:microsoft.com/office/officeart/2005/8/layout/bProcess4"/>
    <dgm:cxn modelId="{07EDFBC9-3A3F-4D80-871B-F111F4B08B62}" type="presParOf" srcId="{D3FFD850-0213-4F6D-9509-796F3F5772F0}" destId="{2FF69D6E-8BA9-472B-8EC5-0C18573F7521}" srcOrd="0" destOrd="0" presId="urn:microsoft.com/office/officeart/2005/8/layout/bProcess4"/>
    <dgm:cxn modelId="{88DD08EE-5D81-4775-82B0-F58E9E41D3B8}" type="presParOf" srcId="{D3FFD850-0213-4F6D-9509-796F3F5772F0}" destId="{04D82AA3-6CE0-4F8A-8382-EC3AE64E90A6}" srcOrd="1" destOrd="0" presId="urn:microsoft.com/office/officeart/2005/8/layout/bProcess4"/>
    <dgm:cxn modelId="{BA64E13E-0F26-4C3B-A9FE-0D9E4D5592D1}" type="presParOf" srcId="{45F830F1-01F8-4256-BE41-C9E2722706AA}" destId="{EC6F95F9-672C-465A-B9EB-55D8DE1349E0}" srcOrd="5" destOrd="0" presId="urn:microsoft.com/office/officeart/2005/8/layout/bProcess4"/>
    <dgm:cxn modelId="{2CECF19C-C304-4959-A850-495EA1220D38}" type="presParOf" srcId="{45F830F1-01F8-4256-BE41-C9E2722706AA}" destId="{3DE9ED17-4236-400C-AFB6-35C18763F5E3}" srcOrd="6" destOrd="0" presId="urn:microsoft.com/office/officeart/2005/8/layout/bProcess4"/>
    <dgm:cxn modelId="{A2CD0FD9-A91B-4D3C-B7ED-AF6EABB6C2EA}" type="presParOf" srcId="{3DE9ED17-4236-400C-AFB6-35C18763F5E3}" destId="{243D9857-3317-4738-B657-E9289F2516E6}" srcOrd="0" destOrd="0" presId="urn:microsoft.com/office/officeart/2005/8/layout/bProcess4"/>
    <dgm:cxn modelId="{E3DE1833-03C8-40BB-B6B1-D464324C68D1}" type="presParOf" srcId="{3DE9ED17-4236-400C-AFB6-35C18763F5E3}" destId="{C4F5AE33-4303-4913-86DE-A2EB71EDBF06}" srcOrd="1" destOrd="0" presId="urn:microsoft.com/office/officeart/2005/8/layout/bProcess4"/>
    <dgm:cxn modelId="{685B4620-2B5E-4244-90B4-6FD77D6679D6}" type="presParOf" srcId="{45F830F1-01F8-4256-BE41-C9E2722706AA}" destId="{E26C392B-D61C-417E-9BB0-3A03FEFF90F5}" srcOrd="7" destOrd="0" presId="urn:microsoft.com/office/officeart/2005/8/layout/bProcess4"/>
    <dgm:cxn modelId="{AE1DD90B-2810-4DD5-A159-4B1EFC3B038D}" type="presParOf" srcId="{45F830F1-01F8-4256-BE41-C9E2722706AA}" destId="{E917F748-98A6-441D-9800-25D8AB0D92DD}" srcOrd="8" destOrd="0" presId="urn:microsoft.com/office/officeart/2005/8/layout/bProcess4"/>
    <dgm:cxn modelId="{CB8EF22D-45C7-4C4B-85F4-8DCFDA109649}" type="presParOf" srcId="{E917F748-98A6-441D-9800-25D8AB0D92DD}" destId="{148FCF9B-C0EF-4F64-AE88-93A2BA314CD8}" srcOrd="0" destOrd="0" presId="urn:microsoft.com/office/officeart/2005/8/layout/bProcess4"/>
    <dgm:cxn modelId="{EAB57D5D-CBBD-41DF-BD0C-1BEFF22DD8EC}" type="presParOf" srcId="{E917F748-98A6-441D-9800-25D8AB0D92DD}" destId="{BDECA7B7-BE88-44CC-BE08-84002C053050}" srcOrd="1" destOrd="0" presId="urn:microsoft.com/office/officeart/2005/8/layout/bProcess4"/>
    <dgm:cxn modelId="{32E23773-0948-44C3-A409-102FB30B808B}" type="presParOf" srcId="{45F830F1-01F8-4256-BE41-C9E2722706AA}" destId="{BCFA2337-2519-44BF-8C1C-A89272E08B45}" srcOrd="9" destOrd="0" presId="urn:microsoft.com/office/officeart/2005/8/layout/bProcess4"/>
    <dgm:cxn modelId="{1A6E8E20-ACCC-47D4-A00C-774BC55D47D4}" type="presParOf" srcId="{45F830F1-01F8-4256-BE41-C9E2722706AA}" destId="{17F44AA8-F5CE-44D5-88F3-B4FC845AD241}" srcOrd="10" destOrd="0" presId="urn:microsoft.com/office/officeart/2005/8/layout/bProcess4"/>
    <dgm:cxn modelId="{863DB46C-AA04-4EFF-9619-811394F42830}" type="presParOf" srcId="{17F44AA8-F5CE-44D5-88F3-B4FC845AD241}" destId="{6F124A3E-CAFA-4E71-B2B5-1DE703287460}" srcOrd="0" destOrd="0" presId="urn:microsoft.com/office/officeart/2005/8/layout/bProcess4"/>
    <dgm:cxn modelId="{F962214E-9EF9-40E9-BAAE-ED529063E33E}" type="presParOf" srcId="{17F44AA8-F5CE-44D5-88F3-B4FC845AD241}" destId="{486D409B-86A2-4BC8-B9C4-8D60F80213F4}" srcOrd="1" destOrd="0" presId="urn:microsoft.com/office/officeart/2005/8/layout/bProcess4"/>
    <dgm:cxn modelId="{3387FE7E-4C8B-47AF-9B11-4DD58210626E}" type="presParOf" srcId="{45F830F1-01F8-4256-BE41-C9E2722706AA}" destId="{601B3EC7-BA89-44DC-8657-748D76AAE661}" srcOrd="11" destOrd="0" presId="urn:microsoft.com/office/officeart/2005/8/layout/bProcess4"/>
    <dgm:cxn modelId="{32566764-FE36-4C63-9722-29A4CE575399}" type="presParOf" srcId="{45F830F1-01F8-4256-BE41-C9E2722706AA}" destId="{C014E061-F0B5-4206-963C-5A0EFC3C0570}" srcOrd="12" destOrd="0" presId="urn:microsoft.com/office/officeart/2005/8/layout/bProcess4"/>
    <dgm:cxn modelId="{7F3B0828-566E-4326-B8DE-801BE1EBED91}" type="presParOf" srcId="{C014E061-F0B5-4206-963C-5A0EFC3C0570}" destId="{FC35F757-FD1E-4149-925D-0292705ECD31}" srcOrd="0" destOrd="0" presId="urn:microsoft.com/office/officeart/2005/8/layout/bProcess4"/>
    <dgm:cxn modelId="{EC372F7B-D8DE-4431-B7BB-7F4889CC96BA}" type="presParOf" srcId="{C014E061-F0B5-4206-963C-5A0EFC3C0570}" destId="{FBF48EAA-7AF8-4426-A81C-2DD58D6D17B7}" srcOrd="1" destOrd="0" presId="urn:microsoft.com/office/officeart/2005/8/layout/bProcess4"/>
    <dgm:cxn modelId="{23789E8D-1E3A-4447-B22B-8265F5A593E8}" type="presParOf" srcId="{45F830F1-01F8-4256-BE41-C9E2722706AA}" destId="{96B7452D-282D-42C6-8049-18EB71297A9B}" srcOrd="13" destOrd="0" presId="urn:microsoft.com/office/officeart/2005/8/layout/bProcess4"/>
    <dgm:cxn modelId="{E94C82C1-7F67-471A-AB15-5D5C1F7D932F}" type="presParOf" srcId="{45F830F1-01F8-4256-BE41-C9E2722706AA}" destId="{9428553C-EA5C-4147-8AF0-5713012DEB22}" srcOrd="14" destOrd="0" presId="urn:microsoft.com/office/officeart/2005/8/layout/bProcess4"/>
    <dgm:cxn modelId="{F8E0068F-7E09-4A2A-97F9-B7BB07A4647F}" type="presParOf" srcId="{9428553C-EA5C-4147-8AF0-5713012DEB22}" destId="{428FEC00-38CB-4E4C-9A1F-E7F8A195BD3B}" srcOrd="0" destOrd="0" presId="urn:microsoft.com/office/officeart/2005/8/layout/bProcess4"/>
    <dgm:cxn modelId="{2C10844A-C9FD-4F4E-9D28-C3EB0DAD0222}" type="presParOf" srcId="{9428553C-EA5C-4147-8AF0-5713012DEB22}" destId="{03C63491-3F86-45F2-ADA8-BBCC8B4185A6}" srcOrd="1" destOrd="0" presId="urn:microsoft.com/office/officeart/2005/8/layout/bProcess4"/>
    <dgm:cxn modelId="{822FEF1D-6B19-4D4C-98E1-CF01484C4CAC}" type="presParOf" srcId="{45F830F1-01F8-4256-BE41-C9E2722706AA}" destId="{DE1A1961-B0BA-4D39-823B-FF4D8C7C1189}" srcOrd="15" destOrd="0" presId="urn:microsoft.com/office/officeart/2005/8/layout/bProcess4"/>
    <dgm:cxn modelId="{3D42D4E5-AC6D-4E40-80E8-A4A5A031390F}" type="presParOf" srcId="{45F830F1-01F8-4256-BE41-C9E2722706AA}" destId="{00108DBB-4C7F-415B-A839-801D702D1256}" srcOrd="16" destOrd="0" presId="urn:microsoft.com/office/officeart/2005/8/layout/bProcess4"/>
    <dgm:cxn modelId="{3FAC3319-EAA9-4FE7-B7A8-7AA0237A93E6}" type="presParOf" srcId="{00108DBB-4C7F-415B-A839-801D702D1256}" destId="{BD219E71-F3A4-4C80-BE89-6A0B9E0C00C3}" srcOrd="0" destOrd="0" presId="urn:microsoft.com/office/officeart/2005/8/layout/bProcess4"/>
    <dgm:cxn modelId="{6DF49128-E6E9-46A3-920B-D791086E7D7E}" type="presParOf" srcId="{00108DBB-4C7F-415B-A839-801D702D1256}" destId="{D5DC46EE-B2D3-4C95-8579-79B016778269}" srcOrd="1" destOrd="0" presId="urn:microsoft.com/office/officeart/2005/8/layout/bProcess4"/>
    <dgm:cxn modelId="{7BD526FF-DAEE-461E-B775-3C7FD0EBAEF0}" type="presParOf" srcId="{45F830F1-01F8-4256-BE41-C9E2722706AA}" destId="{2931B010-1DFB-477C-8EB6-BD80BE25019C}" srcOrd="17" destOrd="0" presId="urn:microsoft.com/office/officeart/2005/8/layout/bProcess4"/>
    <dgm:cxn modelId="{1C8A2CF2-88FC-493E-B72F-4C3547A4478C}" type="presParOf" srcId="{45F830F1-01F8-4256-BE41-C9E2722706AA}" destId="{40830876-B4B3-44A5-A064-FAD77FBFC069}" srcOrd="18" destOrd="0" presId="urn:microsoft.com/office/officeart/2005/8/layout/bProcess4"/>
    <dgm:cxn modelId="{C049ACB8-B308-48D2-8849-213F7FAD1366}" type="presParOf" srcId="{40830876-B4B3-44A5-A064-FAD77FBFC069}" destId="{1EF847BC-11D0-4DAC-8050-EAC3CFCE6BB2}" srcOrd="0" destOrd="0" presId="urn:microsoft.com/office/officeart/2005/8/layout/bProcess4"/>
    <dgm:cxn modelId="{48F9E093-EE20-49B7-8D16-DA5AD636461C}" type="presParOf" srcId="{40830876-B4B3-44A5-A064-FAD77FBFC069}" destId="{FE6B3D8E-A5CC-41DC-9333-B48A2070C928}" srcOrd="1" destOrd="0" presId="urn:microsoft.com/office/officeart/2005/8/layout/bProcess4"/>
    <dgm:cxn modelId="{CED2BF5A-6246-4BEF-92A4-D5716586EBDD}" type="presParOf" srcId="{45F830F1-01F8-4256-BE41-C9E2722706AA}" destId="{53464712-F557-428C-AFFD-AB65EB8A8932}" srcOrd="19" destOrd="0" presId="urn:microsoft.com/office/officeart/2005/8/layout/bProcess4"/>
    <dgm:cxn modelId="{3B8A7E55-5786-4BFF-8C74-FAC061C52E3D}" type="presParOf" srcId="{45F830F1-01F8-4256-BE41-C9E2722706AA}" destId="{DD85CBA4-8264-4B7B-920D-BECB28196752}" srcOrd="20" destOrd="0" presId="urn:microsoft.com/office/officeart/2005/8/layout/bProcess4"/>
    <dgm:cxn modelId="{D5BF0906-98CD-4E61-958C-6AD7D6C4195C}" type="presParOf" srcId="{DD85CBA4-8264-4B7B-920D-BECB28196752}" destId="{4CEEDD88-0FAF-463E-B54F-058E7674A577}" srcOrd="0" destOrd="0" presId="urn:microsoft.com/office/officeart/2005/8/layout/bProcess4"/>
    <dgm:cxn modelId="{4BC34FDD-B015-48E5-942C-83B08AE350F2}" type="presParOf" srcId="{DD85CBA4-8264-4B7B-920D-BECB28196752}" destId="{93F7E7EC-6B9A-44CC-94EC-F85508203ACA}" srcOrd="1" destOrd="0" presId="urn:microsoft.com/office/officeart/2005/8/layout/bProcess4"/>
    <dgm:cxn modelId="{9A28B340-183D-4FDD-AE38-2C258A68BF33}" type="presParOf" srcId="{45F830F1-01F8-4256-BE41-C9E2722706AA}" destId="{8606C976-DFD7-4931-9253-8AFA8400432C}" srcOrd="21" destOrd="0" presId="urn:microsoft.com/office/officeart/2005/8/layout/bProcess4"/>
    <dgm:cxn modelId="{4A9FF84D-D563-4D53-81D3-D257135DDE03}" type="presParOf" srcId="{45F830F1-01F8-4256-BE41-C9E2722706AA}" destId="{776D879E-7E0A-4023-B685-35934F2A4616}" srcOrd="22" destOrd="0" presId="urn:microsoft.com/office/officeart/2005/8/layout/bProcess4"/>
    <dgm:cxn modelId="{65ECD825-4AB3-426A-B7CB-5255DB9BBAEB}" type="presParOf" srcId="{776D879E-7E0A-4023-B685-35934F2A4616}" destId="{D9A91D4C-5C19-4547-BC73-EBA4174D0118}" srcOrd="0" destOrd="0" presId="urn:microsoft.com/office/officeart/2005/8/layout/bProcess4"/>
    <dgm:cxn modelId="{72E85252-F7AF-4F7A-A2E7-7FA87B59A316}" type="presParOf" srcId="{776D879E-7E0A-4023-B685-35934F2A4616}" destId="{0B4CDCFA-F4C0-401B-B7B0-0562853EFCC7}"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93EEC5-3D14-47D1-9432-7C2E9767C29C}" type="doc">
      <dgm:prSet loTypeId="urn:microsoft.com/office/officeart/2005/8/layout/hChevron3" loCatId="process" qsTypeId="urn:microsoft.com/office/officeart/2005/8/quickstyle/simple1" qsCatId="simple" csTypeId="urn:microsoft.com/office/officeart/2005/8/colors/accent1_2" csCatId="accent1" phldr="1"/>
      <dgm:spPr/>
    </dgm:pt>
    <dgm:pt modelId="{DD31E096-9A75-4E34-AD11-27D3F2F7DDB6}">
      <dgm:prSet phldrT="[Text]"/>
      <dgm:spPr/>
      <dgm:t>
        <a:bodyPr/>
        <a:lstStyle/>
        <a:p>
          <a:r>
            <a:rPr lang="en-US" dirty="0"/>
            <a:t>Rules</a:t>
          </a:r>
        </a:p>
      </dgm:t>
    </dgm:pt>
    <dgm:pt modelId="{72E39170-F920-467F-B55E-325E05C8AB91}" type="parTrans" cxnId="{0F291532-2484-49ED-BEA5-97736EAC80E4}">
      <dgm:prSet/>
      <dgm:spPr/>
      <dgm:t>
        <a:bodyPr/>
        <a:lstStyle/>
        <a:p>
          <a:endParaRPr lang="en-US"/>
        </a:p>
      </dgm:t>
    </dgm:pt>
    <dgm:pt modelId="{8B8CD33F-FD2E-4730-952C-1A3366FB9F94}" type="sibTrans" cxnId="{0F291532-2484-49ED-BEA5-97736EAC80E4}">
      <dgm:prSet/>
      <dgm:spPr/>
      <dgm:t>
        <a:bodyPr/>
        <a:lstStyle/>
        <a:p>
          <a:endParaRPr lang="en-US"/>
        </a:p>
      </dgm:t>
    </dgm:pt>
    <dgm:pt modelId="{961B3C94-CB3D-40B4-93D3-05FDBAEDDCD0}">
      <dgm:prSet phldrT="[Text]"/>
      <dgm:spPr/>
      <dgm:t>
        <a:bodyPr/>
        <a:lstStyle/>
        <a:p>
          <a:r>
            <a:rPr lang="en-US" dirty="0"/>
            <a:t>Analytics</a:t>
          </a:r>
        </a:p>
      </dgm:t>
    </dgm:pt>
    <dgm:pt modelId="{BC7A1626-45EB-4117-B96E-1C3BC912B8C5}" type="parTrans" cxnId="{79A091F4-114F-41A5-A8F4-DD49B3373D47}">
      <dgm:prSet/>
      <dgm:spPr/>
      <dgm:t>
        <a:bodyPr/>
        <a:lstStyle/>
        <a:p>
          <a:endParaRPr lang="en-US"/>
        </a:p>
      </dgm:t>
    </dgm:pt>
    <dgm:pt modelId="{AD892C7E-2484-4287-8E6F-0BF40F315C4A}" type="sibTrans" cxnId="{79A091F4-114F-41A5-A8F4-DD49B3373D47}">
      <dgm:prSet/>
      <dgm:spPr/>
      <dgm:t>
        <a:bodyPr/>
        <a:lstStyle/>
        <a:p>
          <a:endParaRPr lang="en-US"/>
        </a:p>
      </dgm:t>
    </dgm:pt>
    <dgm:pt modelId="{E18B49EB-11FD-4859-98C4-4B64E24F431D}">
      <dgm:prSet phldrT="[Text]"/>
      <dgm:spPr/>
      <dgm:t>
        <a:bodyPr/>
        <a:lstStyle/>
        <a:p>
          <a:r>
            <a:rPr lang="en-US" dirty="0"/>
            <a:t>Robotics</a:t>
          </a:r>
        </a:p>
      </dgm:t>
    </dgm:pt>
    <dgm:pt modelId="{C108A57E-A1D0-4116-AAEE-3A2D69C54DDE}" type="parTrans" cxnId="{D0532136-1C4B-4993-8FA1-6073E9948428}">
      <dgm:prSet/>
      <dgm:spPr/>
      <dgm:t>
        <a:bodyPr/>
        <a:lstStyle/>
        <a:p>
          <a:endParaRPr lang="en-US"/>
        </a:p>
      </dgm:t>
    </dgm:pt>
    <dgm:pt modelId="{0FFDAF45-57FC-48CD-87B6-DC38A8C2EE05}" type="sibTrans" cxnId="{D0532136-1C4B-4993-8FA1-6073E9948428}">
      <dgm:prSet/>
      <dgm:spPr/>
      <dgm:t>
        <a:bodyPr/>
        <a:lstStyle/>
        <a:p>
          <a:endParaRPr lang="en-US"/>
        </a:p>
      </dgm:t>
    </dgm:pt>
    <dgm:pt modelId="{922961E5-9AFC-4614-AEE6-02694F58A81A}">
      <dgm:prSet phldrT="[Text]"/>
      <dgm:spPr/>
      <dgm:t>
        <a:bodyPr/>
        <a:lstStyle/>
        <a:p>
          <a:r>
            <a:rPr lang="en-US" dirty="0"/>
            <a:t>Semantic</a:t>
          </a:r>
        </a:p>
      </dgm:t>
    </dgm:pt>
    <dgm:pt modelId="{4F1B2384-AE91-46AB-BEF1-7FCAF85F2E01}" type="parTrans" cxnId="{14BCAFEF-7A17-41A7-8258-18FE7920183E}">
      <dgm:prSet/>
      <dgm:spPr/>
      <dgm:t>
        <a:bodyPr/>
        <a:lstStyle/>
        <a:p>
          <a:endParaRPr lang="en-US"/>
        </a:p>
      </dgm:t>
    </dgm:pt>
    <dgm:pt modelId="{D06C6B9A-C477-4C79-A6D9-968A6B91486A}" type="sibTrans" cxnId="{14BCAFEF-7A17-41A7-8258-18FE7920183E}">
      <dgm:prSet/>
      <dgm:spPr/>
      <dgm:t>
        <a:bodyPr/>
        <a:lstStyle/>
        <a:p>
          <a:endParaRPr lang="en-US"/>
        </a:p>
      </dgm:t>
    </dgm:pt>
    <dgm:pt modelId="{93A706FD-D360-4F15-8EF8-4B1784964654}">
      <dgm:prSet phldrT="[Text]"/>
      <dgm:spPr/>
      <dgm:t>
        <a:bodyPr/>
        <a:lstStyle/>
        <a:p>
          <a:r>
            <a:rPr lang="en-US" dirty="0"/>
            <a:t>AI</a:t>
          </a:r>
        </a:p>
      </dgm:t>
    </dgm:pt>
    <dgm:pt modelId="{2A016455-CFFC-4360-A2A0-54A60373E9C1}" type="parTrans" cxnId="{21334D79-4A85-42B2-8D10-E919A5B7C53A}">
      <dgm:prSet/>
      <dgm:spPr/>
      <dgm:t>
        <a:bodyPr/>
        <a:lstStyle/>
        <a:p>
          <a:endParaRPr lang="en-US"/>
        </a:p>
      </dgm:t>
    </dgm:pt>
    <dgm:pt modelId="{5B604333-D45E-4CA2-A6B3-12B3C3C539E8}" type="sibTrans" cxnId="{21334D79-4A85-42B2-8D10-E919A5B7C53A}">
      <dgm:prSet/>
      <dgm:spPr/>
      <dgm:t>
        <a:bodyPr/>
        <a:lstStyle/>
        <a:p>
          <a:endParaRPr lang="en-US"/>
        </a:p>
      </dgm:t>
    </dgm:pt>
    <dgm:pt modelId="{853E40B6-FF33-4FD2-BF91-3E20D0649D43}" type="pres">
      <dgm:prSet presAssocID="{1E93EEC5-3D14-47D1-9432-7C2E9767C29C}" presName="Name0" presStyleCnt="0">
        <dgm:presLayoutVars>
          <dgm:dir/>
          <dgm:resizeHandles val="exact"/>
        </dgm:presLayoutVars>
      </dgm:prSet>
      <dgm:spPr/>
    </dgm:pt>
    <dgm:pt modelId="{6375B976-8291-4380-8316-4F421689E3DB}" type="pres">
      <dgm:prSet presAssocID="{DD31E096-9A75-4E34-AD11-27D3F2F7DDB6}" presName="parTxOnly" presStyleLbl="node1" presStyleIdx="0" presStyleCnt="5">
        <dgm:presLayoutVars>
          <dgm:bulletEnabled val="1"/>
        </dgm:presLayoutVars>
      </dgm:prSet>
      <dgm:spPr/>
    </dgm:pt>
    <dgm:pt modelId="{CB147C61-7097-40AD-8FD5-FBBFD780B9D0}" type="pres">
      <dgm:prSet presAssocID="{8B8CD33F-FD2E-4730-952C-1A3366FB9F94}" presName="parSpace" presStyleCnt="0"/>
      <dgm:spPr/>
    </dgm:pt>
    <dgm:pt modelId="{0A173CA4-D212-4BFE-892C-11F1A624FE42}" type="pres">
      <dgm:prSet presAssocID="{961B3C94-CB3D-40B4-93D3-05FDBAEDDCD0}" presName="parTxOnly" presStyleLbl="node1" presStyleIdx="1" presStyleCnt="5">
        <dgm:presLayoutVars>
          <dgm:bulletEnabled val="1"/>
        </dgm:presLayoutVars>
      </dgm:prSet>
      <dgm:spPr/>
    </dgm:pt>
    <dgm:pt modelId="{B0188393-AF94-4784-AEF0-AB4757FD898D}" type="pres">
      <dgm:prSet presAssocID="{AD892C7E-2484-4287-8E6F-0BF40F315C4A}" presName="parSpace" presStyleCnt="0"/>
      <dgm:spPr/>
    </dgm:pt>
    <dgm:pt modelId="{942A0714-6A8C-403C-871A-5723D8B31913}" type="pres">
      <dgm:prSet presAssocID="{E18B49EB-11FD-4859-98C4-4B64E24F431D}" presName="parTxOnly" presStyleLbl="node1" presStyleIdx="2" presStyleCnt="5">
        <dgm:presLayoutVars>
          <dgm:bulletEnabled val="1"/>
        </dgm:presLayoutVars>
      </dgm:prSet>
      <dgm:spPr/>
    </dgm:pt>
    <dgm:pt modelId="{AE4B23D3-DD5A-45DA-8CD0-B47E873E7108}" type="pres">
      <dgm:prSet presAssocID="{0FFDAF45-57FC-48CD-87B6-DC38A8C2EE05}" presName="parSpace" presStyleCnt="0"/>
      <dgm:spPr/>
    </dgm:pt>
    <dgm:pt modelId="{AB99688C-233D-4E52-BE0D-C9A007CA9503}" type="pres">
      <dgm:prSet presAssocID="{922961E5-9AFC-4614-AEE6-02694F58A81A}" presName="parTxOnly" presStyleLbl="node1" presStyleIdx="3" presStyleCnt="5">
        <dgm:presLayoutVars>
          <dgm:bulletEnabled val="1"/>
        </dgm:presLayoutVars>
      </dgm:prSet>
      <dgm:spPr/>
    </dgm:pt>
    <dgm:pt modelId="{E83984C2-0BE5-4B52-A1DA-E5302F1D2E9F}" type="pres">
      <dgm:prSet presAssocID="{D06C6B9A-C477-4C79-A6D9-968A6B91486A}" presName="parSpace" presStyleCnt="0"/>
      <dgm:spPr/>
    </dgm:pt>
    <dgm:pt modelId="{92C2674B-FF99-4B64-85AE-04E4FA40D6A7}" type="pres">
      <dgm:prSet presAssocID="{93A706FD-D360-4F15-8EF8-4B1784964654}" presName="parTxOnly" presStyleLbl="node1" presStyleIdx="4" presStyleCnt="5">
        <dgm:presLayoutVars>
          <dgm:bulletEnabled val="1"/>
        </dgm:presLayoutVars>
      </dgm:prSet>
      <dgm:spPr/>
    </dgm:pt>
  </dgm:ptLst>
  <dgm:cxnLst>
    <dgm:cxn modelId="{0F291532-2484-49ED-BEA5-97736EAC80E4}" srcId="{1E93EEC5-3D14-47D1-9432-7C2E9767C29C}" destId="{DD31E096-9A75-4E34-AD11-27D3F2F7DDB6}" srcOrd="0" destOrd="0" parTransId="{72E39170-F920-467F-B55E-325E05C8AB91}" sibTransId="{8B8CD33F-FD2E-4730-952C-1A3366FB9F94}"/>
    <dgm:cxn modelId="{D0532136-1C4B-4993-8FA1-6073E9948428}" srcId="{1E93EEC5-3D14-47D1-9432-7C2E9767C29C}" destId="{E18B49EB-11FD-4859-98C4-4B64E24F431D}" srcOrd="2" destOrd="0" parTransId="{C108A57E-A1D0-4116-AAEE-3A2D69C54DDE}" sibTransId="{0FFDAF45-57FC-48CD-87B6-DC38A8C2EE05}"/>
    <dgm:cxn modelId="{74245059-FE56-41CF-9DD6-B572721DCE28}" type="presOf" srcId="{DD31E096-9A75-4E34-AD11-27D3F2F7DDB6}" destId="{6375B976-8291-4380-8316-4F421689E3DB}" srcOrd="0" destOrd="0" presId="urn:microsoft.com/office/officeart/2005/8/layout/hChevron3"/>
    <dgm:cxn modelId="{EB6DDB62-C24D-4F73-912B-B1076D46F992}" type="presOf" srcId="{93A706FD-D360-4F15-8EF8-4B1784964654}" destId="{92C2674B-FF99-4B64-85AE-04E4FA40D6A7}" srcOrd="0" destOrd="0" presId="urn:microsoft.com/office/officeart/2005/8/layout/hChevron3"/>
    <dgm:cxn modelId="{490A0D6A-EEA0-4717-B3E1-E3D2DA871194}" type="presOf" srcId="{961B3C94-CB3D-40B4-93D3-05FDBAEDDCD0}" destId="{0A173CA4-D212-4BFE-892C-11F1A624FE42}" srcOrd="0" destOrd="0" presId="urn:microsoft.com/office/officeart/2005/8/layout/hChevron3"/>
    <dgm:cxn modelId="{21334D79-4A85-42B2-8D10-E919A5B7C53A}" srcId="{1E93EEC5-3D14-47D1-9432-7C2E9767C29C}" destId="{93A706FD-D360-4F15-8EF8-4B1784964654}" srcOrd="4" destOrd="0" parTransId="{2A016455-CFFC-4360-A2A0-54A60373E9C1}" sibTransId="{5B604333-D45E-4CA2-A6B3-12B3C3C539E8}"/>
    <dgm:cxn modelId="{7597708E-B287-44CA-9827-B9ECFE1CE03E}" type="presOf" srcId="{922961E5-9AFC-4614-AEE6-02694F58A81A}" destId="{AB99688C-233D-4E52-BE0D-C9A007CA9503}" srcOrd="0" destOrd="0" presId="urn:microsoft.com/office/officeart/2005/8/layout/hChevron3"/>
    <dgm:cxn modelId="{5EE731AF-2A2F-450B-8BFC-90CB35A28A1A}" type="presOf" srcId="{1E93EEC5-3D14-47D1-9432-7C2E9767C29C}" destId="{853E40B6-FF33-4FD2-BF91-3E20D0649D43}" srcOrd="0" destOrd="0" presId="urn:microsoft.com/office/officeart/2005/8/layout/hChevron3"/>
    <dgm:cxn modelId="{5ABB20C4-0A84-4D42-9E05-B5CF49BB56DE}" type="presOf" srcId="{E18B49EB-11FD-4859-98C4-4B64E24F431D}" destId="{942A0714-6A8C-403C-871A-5723D8B31913}" srcOrd="0" destOrd="0" presId="urn:microsoft.com/office/officeart/2005/8/layout/hChevron3"/>
    <dgm:cxn modelId="{14BCAFEF-7A17-41A7-8258-18FE7920183E}" srcId="{1E93EEC5-3D14-47D1-9432-7C2E9767C29C}" destId="{922961E5-9AFC-4614-AEE6-02694F58A81A}" srcOrd="3" destOrd="0" parTransId="{4F1B2384-AE91-46AB-BEF1-7FCAF85F2E01}" sibTransId="{D06C6B9A-C477-4C79-A6D9-968A6B91486A}"/>
    <dgm:cxn modelId="{79A091F4-114F-41A5-A8F4-DD49B3373D47}" srcId="{1E93EEC5-3D14-47D1-9432-7C2E9767C29C}" destId="{961B3C94-CB3D-40B4-93D3-05FDBAEDDCD0}" srcOrd="1" destOrd="0" parTransId="{BC7A1626-45EB-4117-B96E-1C3BC912B8C5}" sibTransId="{AD892C7E-2484-4287-8E6F-0BF40F315C4A}"/>
    <dgm:cxn modelId="{63FA9F26-4AFA-46C4-8605-71866650617E}" type="presParOf" srcId="{853E40B6-FF33-4FD2-BF91-3E20D0649D43}" destId="{6375B976-8291-4380-8316-4F421689E3DB}" srcOrd="0" destOrd="0" presId="urn:microsoft.com/office/officeart/2005/8/layout/hChevron3"/>
    <dgm:cxn modelId="{668F1772-F5CA-4626-8C07-4EA1A8F4A228}" type="presParOf" srcId="{853E40B6-FF33-4FD2-BF91-3E20D0649D43}" destId="{CB147C61-7097-40AD-8FD5-FBBFD780B9D0}" srcOrd="1" destOrd="0" presId="urn:microsoft.com/office/officeart/2005/8/layout/hChevron3"/>
    <dgm:cxn modelId="{091598A4-1776-42BF-AD93-6A520F8C3D30}" type="presParOf" srcId="{853E40B6-FF33-4FD2-BF91-3E20D0649D43}" destId="{0A173CA4-D212-4BFE-892C-11F1A624FE42}" srcOrd="2" destOrd="0" presId="urn:microsoft.com/office/officeart/2005/8/layout/hChevron3"/>
    <dgm:cxn modelId="{D8FCBEF7-BD91-48DF-A779-483A2D1D6836}" type="presParOf" srcId="{853E40B6-FF33-4FD2-BF91-3E20D0649D43}" destId="{B0188393-AF94-4784-AEF0-AB4757FD898D}" srcOrd="3" destOrd="0" presId="urn:microsoft.com/office/officeart/2005/8/layout/hChevron3"/>
    <dgm:cxn modelId="{86773171-442D-4FC0-9B43-EB68F86D9777}" type="presParOf" srcId="{853E40B6-FF33-4FD2-BF91-3E20D0649D43}" destId="{942A0714-6A8C-403C-871A-5723D8B31913}" srcOrd="4" destOrd="0" presId="urn:microsoft.com/office/officeart/2005/8/layout/hChevron3"/>
    <dgm:cxn modelId="{7D39FDC2-238F-406D-A190-EB2ABD6418B0}" type="presParOf" srcId="{853E40B6-FF33-4FD2-BF91-3E20D0649D43}" destId="{AE4B23D3-DD5A-45DA-8CD0-B47E873E7108}" srcOrd="5" destOrd="0" presId="urn:microsoft.com/office/officeart/2005/8/layout/hChevron3"/>
    <dgm:cxn modelId="{AA0B6240-8340-48D8-8F78-B43030F0588F}" type="presParOf" srcId="{853E40B6-FF33-4FD2-BF91-3E20D0649D43}" destId="{AB99688C-233D-4E52-BE0D-C9A007CA9503}" srcOrd="6" destOrd="0" presId="urn:microsoft.com/office/officeart/2005/8/layout/hChevron3"/>
    <dgm:cxn modelId="{B5B03773-24BF-4209-88F5-472AD775B3BA}" type="presParOf" srcId="{853E40B6-FF33-4FD2-BF91-3E20D0649D43}" destId="{E83984C2-0BE5-4B52-A1DA-E5302F1D2E9F}" srcOrd="7" destOrd="0" presId="urn:microsoft.com/office/officeart/2005/8/layout/hChevron3"/>
    <dgm:cxn modelId="{DD557628-BA37-41DA-807F-309442A61B44}" type="presParOf" srcId="{853E40B6-FF33-4FD2-BF91-3E20D0649D43}" destId="{92C2674B-FF99-4B64-85AE-04E4FA40D6A7}"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4D00BD-02FB-489F-A6E1-1C9E1A1F84B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91D8EAD-1B67-4600-AF8E-5BF2FBE16665}">
      <dgm:prSet/>
      <dgm:spPr/>
      <dgm:t>
        <a:bodyPr/>
        <a:lstStyle/>
        <a:p>
          <a:r>
            <a:rPr lang="en-US" b="1"/>
            <a:t>Convolutional Neural Networks (CNNs</a:t>
          </a:r>
          <a:r>
            <a:rPr lang="en-US"/>
            <a:t>): CNNs were introduced in the late 1980s and have since become a fundamental building block in computer vision. CNNs can learn features from raw pixel data, making them effective at recognizing objects in images.</a:t>
          </a:r>
        </a:p>
      </dgm:t>
    </dgm:pt>
    <dgm:pt modelId="{A68AEF73-1AD2-4503-933A-4416E1EC4AAE}" type="parTrans" cxnId="{49E1B4BA-C08D-4E03-B2C9-0E40A6EFDF22}">
      <dgm:prSet/>
      <dgm:spPr/>
      <dgm:t>
        <a:bodyPr/>
        <a:lstStyle/>
        <a:p>
          <a:endParaRPr lang="en-US"/>
        </a:p>
      </dgm:t>
    </dgm:pt>
    <dgm:pt modelId="{A9C6CC67-C1CD-456C-9880-C9A738119ECE}" type="sibTrans" cxnId="{49E1B4BA-C08D-4E03-B2C9-0E40A6EFDF22}">
      <dgm:prSet/>
      <dgm:spPr/>
      <dgm:t>
        <a:bodyPr/>
        <a:lstStyle/>
        <a:p>
          <a:endParaRPr lang="en-US"/>
        </a:p>
      </dgm:t>
    </dgm:pt>
    <dgm:pt modelId="{2CA1E1BF-E0C7-4460-85A3-C8C744CEF1B4}">
      <dgm:prSet/>
      <dgm:spPr/>
      <dgm:t>
        <a:bodyPr/>
        <a:lstStyle/>
        <a:p>
          <a:r>
            <a:rPr lang="en-US" b="1"/>
            <a:t>Recurrent Neural Networks (RNNs</a:t>
          </a:r>
          <a:r>
            <a:rPr lang="en-US"/>
            <a:t>): RNNs were introduced in the 1990s and are particularly useful for processing sequential data such as text and speech. They can maintain an internal memory that captures context and history, making them effective for language modeling and other natural language processing tasks.</a:t>
          </a:r>
        </a:p>
      </dgm:t>
    </dgm:pt>
    <dgm:pt modelId="{0EC11E10-B644-4207-B162-9153A96DEDE7}" type="parTrans" cxnId="{0A48A9B3-AB08-410B-80DB-957E9DF891EA}">
      <dgm:prSet/>
      <dgm:spPr/>
      <dgm:t>
        <a:bodyPr/>
        <a:lstStyle/>
        <a:p>
          <a:endParaRPr lang="en-US"/>
        </a:p>
      </dgm:t>
    </dgm:pt>
    <dgm:pt modelId="{F40DB6AE-587A-490D-AE51-91AF2DFAD1D4}" type="sibTrans" cxnId="{0A48A9B3-AB08-410B-80DB-957E9DF891EA}">
      <dgm:prSet/>
      <dgm:spPr/>
      <dgm:t>
        <a:bodyPr/>
        <a:lstStyle/>
        <a:p>
          <a:endParaRPr lang="en-US"/>
        </a:p>
      </dgm:t>
    </dgm:pt>
    <dgm:pt modelId="{F1D9A40C-68CF-4244-B90E-EEC9ACD75A43}">
      <dgm:prSet/>
      <dgm:spPr/>
      <dgm:t>
        <a:bodyPr/>
        <a:lstStyle/>
        <a:p>
          <a:r>
            <a:rPr lang="en-US" b="1"/>
            <a:t>Long Short-Term Memory (LSTM): </a:t>
          </a:r>
          <a:r>
            <a:rPr lang="en-US"/>
            <a:t>LSTMs are a type of RNN that can maintain long-term dependencies and avoid the vanishing gradient problem. They are particularly useful for speech recognition, machine translation, and other tasks that involve long-term dependencies.</a:t>
          </a:r>
        </a:p>
      </dgm:t>
    </dgm:pt>
    <dgm:pt modelId="{FA9F8DA8-9DE3-42AF-B164-9828798A1CC7}" type="parTrans" cxnId="{2207DFE5-9D3D-4DC3-988E-1B6259FCE95D}">
      <dgm:prSet/>
      <dgm:spPr/>
      <dgm:t>
        <a:bodyPr/>
        <a:lstStyle/>
        <a:p>
          <a:endParaRPr lang="en-US"/>
        </a:p>
      </dgm:t>
    </dgm:pt>
    <dgm:pt modelId="{9A322E6C-BB8F-4D5C-BF1F-E5CD1A0EB8A4}" type="sibTrans" cxnId="{2207DFE5-9D3D-4DC3-988E-1B6259FCE95D}">
      <dgm:prSet/>
      <dgm:spPr/>
      <dgm:t>
        <a:bodyPr/>
        <a:lstStyle/>
        <a:p>
          <a:endParaRPr lang="en-US"/>
        </a:p>
      </dgm:t>
    </dgm:pt>
    <dgm:pt modelId="{D1820066-E692-49CA-A458-C9B14AF35DDD}">
      <dgm:prSet/>
      <dgm:spPr/>
      <dgm:t>
        <a:bodyPr/>
        <a:lstStyle/>
        <a:p>
          <a:r>
            <a:rPr lang="en-US" b="1"/>
            <a:t>Generative Adversarial Networks (GANs): </a:t>
          </a:r>
          <a:r>
            <a:rPr lang="en-US"/>
            <a:t>GANs were introduced in 2014 and have revolutionized the field of generative modeling. They can generate new data that is similar to a given dataset, making them useful for image and text generation.</a:t>
          </a:r>
        </a:p>
      </dgm:t>
    </dgm:pt>
    <dgm:pt modelId="{09EDD971-CFAE-47CA-BE69-6C1A2955EF31}" type="parTrans" cxnId="{2CF0FD6B-9F9B-4E1C-86F2-FC79779A595B}">
      <dgm:prSet/>
      <dgm:spPr/>
      <dgm:t>
        <a:bodyPr/>
        <a:lstStyle/>
        <a:p>
          <a:endParaRPr lang="en-US"/>
        </a:p>
      </dgm:t>
    </dgm:pt>
    <dgm:pt modelId="{ACC684BA-B362-4C8E-9411-3880B90367F1}" type="sibTrans" cxnId="{2CF0FD6B-9F9B-4E1C-86F2-FC79779A595B}">
      <dgm:prSet/>
      <dgm:spPr/>
      <dgm:t>
        <a:bodyPr/>
        <a:lstStyle/>
        <a:p>
          <a:endParaRPr lang="en-US"/>
        </a:p>
      </dgm:t>
    </dgm:pt>
    <dgm:pt modelId="{CC22AF51-F2DF-4DAC-A2E8-BC1D1E263958}">
      <dgm:prSet/>
      <dgm:spPr/>
      <dgm:t>
        <a:bodyPr/>
        <a:lstStyle/>
        <a:p>
          <a:r>
            <a:rPr lang="en-US" b="1"/>
            <a:t>Attention Mechanisms</a:t>
          </a:r>
          <a:r>
            <a:rPr lang="en-US"/>
            <a:t>: introduced in 2014 handle variable-length input and output sequences, which is essential for tasks such as machine translation, text summarization, and speech recognition.  </a:t>
          </a:r>
        </a:p>
      </dgm:t>
    </dgm:pt>
    <dgm:pt modelId="{63005E5C-F86D-43BF-B7A5-C3B7FCAAFA51}" type="parTrans" cxnId="{42B1BA53-3BE8-4C52-A3E5-0CFDB4F2282E}">
      <dgm:prSet/>
      <dgm:spPr/>
      <dgm:t>
        <a:bodyPr/>
        <a:lstStyle/>
        <a:p>
          <a:endParaRPr lang="en-US"/>
        </a:p>
      </dgm:t>
    </dgm:pt>
    <dgm:pt modelId="{5A2DBB97-636E-40DC-99E7-AECB7EBBF7DA}" type="sibTrans" cxnId="{42B1BA53-3BE8-4C52-A3E5-0CFDB4F2282E}">
      <dgm:prSet/>
      <dgm:spPr/>
      <dgm:t>
        <a:bodyPr/>
        <a:lstStyle/>
        <a:p>
          <a:endParaRPr lang="en-US"/>
        </a:p>
      </dgm:t>
    </dgm:pt>
    <dgm:pt modelId="{665CF59C-DD0D-433C-B949-90166B544FC6}">
      <dgm:prSet/>
      <dgm:spPr/>
      <dgm:t>
        <a:bodyPr/>
        <a:lstStyle/>
        <a:p>
          <a:endParaRPr lang="en-US" b="1" dirty="0"/>
        </a:p>
        <a:p>
          <a:r>
            <a:rPr lang="en-US" b="1" dirty="0"/>
            <a:t>Transformers</a:t>
          </a:r>
          <a:r>
            <a:rPr lang="en-US" dirty="0"/>
            <a:t>: Transformers were introduced in 2017 and have become the state-of-the-art architecture for natural language processing tasks such as machine translation, text classification, and summarization. Transformers use self-attention mechanisms to selectively focus on relevant parts of the input sequence when making predictions.</a:t>
          </a:r>
        </a:p>
      </dgm:t>
    </dgm:pt>
    <dgm:pt modelId="{FAC55F63-F793-46C0-B385-8638888E998F}" type="parTrans" cxnId="{088EDFB0-980E-4201-AF2E-77591445AEDF}">
      <dgm:prSet/>
      <dgm:spPr/>
      <dgm:t>
        <a:bodyPr/>
        <a:lstStyle/>
        <a:p>
          <a:endParaRPr lang="en-US"/>
        </a:p>
      </dgm:t>
    </dgm:pt>
    <dgm:pt modelId="{07CDEDE4-0328-4E5F-A97E-3C48B5E14A28}" type="sibTrans" cxnId="{088EDFB0-980E-4201-AF2E-77591445AEDF}">
      <dgm:prSet/>
      <dgm:spPr/>
      <dgm:t>
        <a:bodyPr/>
        <a:lstStyle/>
        <a:p>
          <a:endParaRPr lang="en-US"/>
        </a:p>
      </dgm:t>
    </dgm:pt>
    <dgm:pt modelId="{56157D6A-A64D-4F08-A7B4-235EF9C2311A}">
      <dgm:prSet/>
      <dgm:spPr/>
      <dgm:t>
        <a:bodyPr/>
        <a:lstStyle/>
        <a:p>
          <a:r>
            <a:rPr lang="en-US" b="1" dirty="0"/>
            <a:t>Autoencoders</a:t>
          </a:r>
          <a:r>
            <a:rPr lang="en-US" dirty="0"/>
            <a:t>:  Autoencoders were introduced in 1980s and are neural networks that can learn to compress and reconstruct data, making them useful for data compression, denoising, and anomaly detection.</a:t>
          </a:r>
        </a:p>
      </dgm:t>
    </dgm:pt>
    <dgm:pt modelId="{29C0B79D-7AF5-40BB-A326-BB692EDD7DDE}" type="parTrans" cxnId="{C17F2651-1C9F-4BA7-BA20-C023E789D6BD}">
      <dgm:prSet/>
      <dgm:spPr/>
      <dgm:t>
        <a:bodyPr/>
        <a:lstStyle/>
        <a:p>
          <a:endParaRPr lang="en-US"/>
        </a:p>
      </dgm:t>
    </dgm:pt>
    <dgm:pt modelId="{06DC2F49-C095-48E2-86C7-A2814BEE6C10}" type="sibTrans" cxnId="{C17F2651-1C9F-4BA7-BA20-C023E789D6BD}">
      <dgm:prSet/>
      <dgm:spPr/>
      <dgm:t>
        <a:bodyPr/>
        <a:lstStyle/>
        <a:p>
          <a:endParaRPr lang="en-US"/>
        </a:p>
      </dgm:t>
    </dgm:pt>
    <dgm:pt modelId="{AD59BCBE-67CF-4BEA-89BF-936FD0D1DC04}" type="pres">
      <dgm:prSet presAssocID="{744D00BD-02FB-489F-A6E1-1C9E1A1F84B3}" presName="root" presStyleCnt="0">
        <dgm:presLayoutVars>
          <dgm:dir/>
          <dgm:resizeHandles val="exact"/>
        </dgm:presLayoutVars>
      </dgm:prSet>
      <dgm:spPr/>
    </dgm:pt>
    <dgm:pt modelId="{CB62CC37-0619-4448-8538-12E85B5BF0AB}" type="pres">
      <dgm:prSet presAssocID="{744D00BD-02FB-489F-A6E1-1C9E1A1F84B3}" presName="container" presStyleCnt="0">
        <dgm:presLayoutVars>
          <dgm:dir/>
          <dgm:resizeHandles val="exact"/>
        </dgm:presLayoutVars>
      </dgm:prSet>
      <dgm:spPr/>
    </dgm:pt>
    <dgm:pt modelId="{F34E2507-ABE3-4621-B509-DCAD4EDBD225}" type="pres">
      <dgm:prSet presAssocID="{791D8EAD-1B67-4600-AF8E-5BF2FBE16665}" presName="compNode" presStyleCnt="0"/>
      <dgm:spPr/>
    </dgm:pt>
    <dgm:pt modelId="{E27CDD22-151B-40AB-95AC-78FD03D0375C}" type="pres">
      <dgm:prSet presAssocID="{791D8EAD-1B67-4600-AF8E-5BF2FBE16665}" presName="iconBgRect" presStyleLbl="bgShp" presStyleIdx="0" presStyleCnt="7"/>
      <dgm:spPr/>
    </dgm:pt>
    <dgm:pt modelId="{9A50609C-1667-495B-8A4B-020F091F16D9}" type="pres">
      <dgm:prSet presAssocID="{791D8EAD-1B67-4600-AF8E-5BF2FBE16665}"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8CD1F9C2-BC14-4746-9189-6DAB29903ACB}" type="pres">
      <dgm:prSet presAssocID="{791D8EAD-1B67-4600-AF8E-5BF2FBE16665}" presName="spaceRect" presStyleCnt="0"/>
      <dgm:spPr/>
    </dgm:pt>
    <dgm:pt modelId="{3741C29F-E67B-4ABD-9568-6DD60250CE84}" type="pres">
      <dgm:prSet presAssocID="{791D8EAD-1B67-4600-AF8E-5BF2FBE16665}" presName="textRect" presStyleLbl="revTx" presStyleIdx="0" presStyleCnt="7">
        <dgm:presLayoutVars>
          <dgm:chMax val="1"/>
          <dgm:chPref val="1"/>
        </dgm:presLayoutVars>
      </dgm:prSet>
      <dgm:spPr/>
    </dgm:pt>
    <dgm:pt modelId="{94B1AE42-BECB-48DF-AA73-5A2C254E3894}" type="pres">
      <dgm:prSet presAssocID="{A9C6CC67-C1CD-456C-9880-C9A738119ECE}" presName="sibTrans" presStyleLbl="sibTrans2D1" presStyleIdx="0" presStyleCnt="0"/>
      <dgm:spPr/>
    </dgm:pt>
    <dgm:pt modelId="{D8CB81F9-17FB-4FB3-8306-0088F1D7AEB7}" type="pres">
      <dgm:prSet presAssocID="{2CA1E1BF-E0C7-4460-85A3-C8C744CEF1B4}" presName="compNode" presStyleCnt="0"/>
      <dgm:spPr/>
    </dgm:pt>
    <dgm:pt modelId="{D44FA4B0-CA21-4BCE-AC09-1060BC74E758}" type="pres">
      <dgm:prSet presAssocID="{2CA1E1BF-E0C7-4460-85A3-C8C744CEF1B4}" presName="iconBgRect" presStyleLbl="bgShp" presStyleIdx="1" presStyleCnt="7"/>
      <dgm:spPr/>
    </dgm:pt>
    <dgm:pt modelId="{FFBC910A-6277-49E2-B5FF-13BFC1A037E9}" type="pres">
      <dgm:prSet presAssocID="{2CA1E1BF-E0C7-4460-85A3-C8C744CEF1B4}"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FE5F69A0-6C91-472D-8223-141740520728}" type="pres">
      <dgm:prSet presAssocID="{2CA1E1BF-E0C7-4460-85A3-C8C744CEF1B4}" presName="spaceRect" presStyleCnt="0"/>
      <dgm:spPr/>
    </dgm:pt>
    <dgm:pt modelId="{CB5FB192-C514-41F5-8612-2EDED47DB78B}" type="pres">
      <dgm:prSet presAssocID="{2CA1E1BF-E0C7-4460-85A3-C8C744CEF1B4}" presName="textRect" presStyleLbl="revTx" presStyleIdx="1" presStyleCnt="7">
        <dgm:presLayoutVars>
          <dgm:chMax val="1"/>
          <dgm:chPref val="1"/>
        </dgm:presLayoutVars>
      </dgm:prSet>
      <dgm:spPr/>
    </dgm:pt>
    <dgm:pt modelId="{194B99AE-1022-4D10-9F32-3BDB12646F1A}" type="pres">
      <dgm:prSet presAssocID="{F40DB6AE-587A-490D-AE51-91AF2DFAD1D4}" presName="sibTrans" presStyleLbl="sibTrans2D1" presStyleIdx="0" presStyleCnt="0"/>
      <dgm:spPr/>
    </dgm:pt>
    <dgm:pt modelId="{B98C8179-B6B7-4297-AB18-7C40B15F03F5}" type="pres">
      <dgm:prSet presAssocID="{F1D9A40C-68CF-4244-B90E-EEC9ACD75A43}" presName="compNode" presStyleCnt="0"/>
      <dgm:spPr/>
    </dgm:pt>
    <dgm:pt modelId="{6CB8AB5D-10CC-43C0-8074-BFC8969E1BD6}" type="pres">
      <dgm:prSet presAssocID="{F1D9A40C-68CF-4244-B90E-EEC9ACD75A43}" presName="iconBgRect" presStyleLbl="bgShp" presStyleIdx="2" presStyleCnt="7"/>
      <dgm:spPr/>
    </dgm:pt>
    <dgm:pt modelId="{037035C1-F0ED-499F-9EA7-EFF81180E47D}" type="pres">
      <dgm:prSet presAssocID="{F1D9A40C-68CF-4244-B90E-EEC9ACD75A43}"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sk"/>
        </a:ext>
      </dgm:extLst>
    </dgm:pt>
    <dgm:pt modelId="{5312F1CE-90B3-463A-A669-2A4F053A91BA}" type="pres">
      <dgm:prSet presAssocID="{F1D9A40C-68CF-4244-B90E-EEC9ACD75A43}" presName="spaceRect" presStyleCnt="0"/>
      <dgm:spPr/>
    </dgm:pt>
    <dgm:pt modelId="{E3FBF4B1-829C-4E60-8AD8-9F43CBED8C5D}" type="pres">
      <dgm:prSet presAssocID="{F1D9A40C-68CF-4244-B90E-EEC9ACD75A43}" presName="textRect" presStyleLbl="revTx" presStyleIdx="2" presStyleCnt="7">
        <dgm:presLayoutVars>
          <dgm:chMax val="1"/>
          <dgm:chPref val="1"/>
        </dgm:presLayoutVars>
      </dgm:prSet>
      <dgm:spPr/>
    </dgm:pt>
    <dgm:pt modelId="{1F1C9BB4-C782-470B-A7C7-B111D1F9CE30}" type="pres">
      <dgm:prSet presAssocID="{9A322E6C-BB8F-4D5C-BF1F-E5CD1A0EB8A4}" presName="sibTrans" presStyleLbl="sibTrans2D1" presStyleIdx="0" presStyleCnt="0"/>
      <dgm:spPr/>
    </dgm:pt>
    <dgm:pt modelId="{11F03B6C-2D21-4CD1-8BAD-BE594E1C3609}" type="pres">
      <dgm:prSet presAssocID="{D1820066-E692-49CA-A458-C9B14AF35DDD}" presName="compNode" presStyleCnt="0"/>
      <dgm:spPr/>
    </dgm:pt>
    <dgm:pt modelId="{819BE003-3A5B-404B-8CA0-CBE805895E51}" type="pres">
      <dgm:prSet presAssocID="{D1820066-E692-49CA-A458-C9B14AF35DDD}" presName="iconBgRect" presStyleLbl="bgShp" presStyleIdx="3" presStyleCnt="7"/>
      <dgm:spPr/>
    </dgm:pt>
    <dgm:pt modelId="{A24EFE1D-3FA8-4727-8F7F-E71A5FD38551}" type="pres">
      <dgm:prSet presAssocID="{D1820066-E692-49CA-A458-C9B14AF35DDD}"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nn Diagram"/>
        </a:ext>
      </dgm:extLst>
    </dgm:pt>
    <dgm:pt modelId="{6B238354-8C36-4DDD-8F28-4A31FFDC9B8F}" type="pres">
      <dgm:prSet presAssocID="{D1820066-E692-49CA-A458-C9B14AF35DDD}" presName="spaceRect" presStyleCnt="0"/>
      <dgm:spPr/>
    </dgm:pt>
    <dgm:pt modelId="{5044BAE8-4FAE-45AF-9D84-CD2B5F96D2B9}" type="pres">
      <dgm:prSet presAssocID="{D1820066-E692-49CA-A458-C9B14AF35DDD}" presName="textRect" presStyleLbl="revTx" presStyleIdx="3" presStyleCnt="7">
        <dgm:presLayoutVars>
          <dgm:chMax val="1"/>
          <dgm:chPref val="1"/>
        </dgm:presLayoutVars>
      </dgm:prSet>
      <dgm:spPr/>
    </dgm:pt>
    <dgm:pt modelId="{A7F953EC-AC76-4D98-822D-42724CF61047}" type="pres">
      <dgm:prSet presAssocID="{ACC684BA-B362-4C8E-9411-3880B90367F1}" presName="sibTrans" presStyleLbl="sibTrans2D1" presStyleIdx="0" presStyleCnt="0"/>
      <dgm:spPr/>
    </dgm:pt>
    <dgm:pt modelId="{378F33C4-2313-4CBA-985F-23974F3819B2}" type="pres">
      <dgm:prSet presAssocID="{CC22AF51-F2DF-4DAC-A2E8-BC1D1E263958}" presName="compNode" presStyleCnt="0"/>
      <dgm:spPr/>
    </dgm:pt>
    <dgm:pt modelId="{536D5A82-835E-478B-8E37-FA493C6CC99D}" type="pres">
      <dgm:prSet presAssocID="{CC22AF51-F2DF-4DAC-A2E8-BC1D1E263958}" presName="iconBgRect" presStyleLbl="bgShp" presStyleIdx="4" presStyleCnt="7"/>
      <dgm:spPr/>
    </dgm:pt>
    <dgm:pt modelId="{2B3D52FD-2BB1-4CB8-9AA9-A9F9F7E4A54D}" type="pres">
      <dgm:prSet presAssocID="{CC22AF51-F2DF-4DAC-A2E8-BC1D1E263958}"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cessor"/>
        </a:ext>
      </dgm:extLst>
    </dgm:pt>
    <dgm:pt modelId="{125B3BF6-2633-454B-9231-3E7868EF1F09}" type="pres">
      <dgm:prSet presAssocID="{CC22AF51-F2DF-4DAC-A2E8-BC1D1E263958}" presName="spaceRect" presStyleCnt="0"/>
      <dgm:spPr/>
    </dgm:pt>
    <dgm:pt modelId="{DDA4D923-CA18-450A-93E0-D226054D67C9}" type="pres">
      <dgm:prSet presAssocID="{CC22AF51-F2DF-4DAC-A2E8-BC1D1E263958}" presName="textRect" presStyleLbl="revTx" presStyleIdx="4" presStyleCnt="7">
        <dgm:presLayoutVars>
          <dgm:chMax val="1"/>
          <dgm:chPref val="1"/>
        </dgm:presLayoutVars>
      </dgm:prSet>
      <dgm:spPr/>
    </dgm:pt>
    <dgm:pt modelId="{B524DF87-7A27-4DAF-87DF-1C9233B88844}" type="pres">
      <dgm:prSet presAssocID="{5A2DBB97-636E-40DC-99E7-AECB7EBBF7DA}" presName="sibTrans" presStyleLbl="sibTrans2D1" presStyleIdx="0" presStyleCnt="0"/>
      <dgm:spPr/>
    </dgm:pt>
    <dgm:pt modelId="{E0316917-71CE-4C75-A904-AC8F5C7D1FA8}" type="pres">
      <dgm:prSet presAssocID="{665CF59C-DD0D-433C-B949-90166B544FC6}" presName="compNode" presStyleCnt="0"/>
      <dgm:spPr/>
    </dgm:pt>
    <dgm:pt modelId="{16414CE4-6DED-423B-95FC-AD6C6462E9F4}" type="pres">
      <dgm:prSet presAssocID="{665CF59C-DD0D-433C-B949-90166B544FC6}" presName="iconBgRect" presStyleLbl="bgShp" presStyleIdx="5" presStyleCnt="7"/>
      <dgm:spPr/>
    </dgm:pt>
    <dgm:pt modelId="{AD9B23AA-DEF1-45EE-BB68-6F5140EEDE8F}" type="pres">
      <dgm:prSet presAssocID="{665CF59C-DD0D-433C-B949-90166B544FC6}"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lectrician"/>
        </a:ext>
      </dgm:extLst>
    </dgm:pt>
    <dgm:pt modelId="{C3477770-27E0-41F7-84E0-C4D2CA32C204}" type="pres">
      <dgm:prSet presAssocID="{665CF59C-DD0D-433C-B949-90166B544FC6}" presName="spaceRect" presStyleCnt="0"/>
      <dgm:spPr/>
    </dgm:pt>
    <dgm:pt modelId="{516816B0-F56D-46E9-8E3F-04C8204A9B54}" type="pres">
      <dgm:prSet presAssocID="{665CF59C-DD0D-433C-B949-90166B544FC6}" presName="textRect" presStyleLbl="revTx" presStyleIdx="5" presStyleCnt="7">
        <dgm:presLayoutVars>
          <dgm:chMax val="1"/>
          <dgm:chPref val="1"/>
        </dgm:presLayoutVars>
      </dgm:prSet>
      <dgm:spPr/>
    </dgm:pt>
    <dgm:pt modelId="{99589245-891D-43F6-B1CC-4604248CABC3}" type="pres">
      <dgm:prSet presAssocID="{07CDEDE4-0328-4E5F-A97E-3C48B5E14A28}" presName="sibTrans" presStyleLbl="sibTrans2D1" presStyleIdx="0" presStyleCnt="0"/>
      <dgm:spPr/>
    </dgm:pt>
    <dgm:pt modelId="{B9F8A7EB-E4C1-4AA2-9126-A675503812D0}" type="pres">
      <dgm:prSet presAssocID="{56157D6A-A64D-4F08-A7B4-235EF9C2311A}" presName="compNode" presStyleCnt="0"/>
      <dgm:spPr/>
    </dgm:pt>
    <dgm:pt modelId="{38D880F0-2752-46C0-A055-0288FDFC2994}" type="pres">
      <dgm:prSet presAssocID="{56157D6A-A64D-4F08-A7B4-235EF9C2311A}" presName="iconBgRect" presStyleLbl="bgShp" presStyleIdx="6" presStyleCnt="7"/>
      <dgm:spPr/>
    </dgm:pt>
    <dgm:pt modelId="{B837FFD5-7125-42C5-A8DE-78EDEB3D5EF9}" type="pres">
      <dgm:prSet presAssocID="{56157D6A-A64D-4F08-A7B4-235EF9C2311A}"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Brain in head"/>
        </a:ext>
      </dgm:extLst>
    </dgm:pt>
    <dgm:pt modelId="{34611753-FB58-4AEF-866F-5E182F81ABB2}" type="pres">
      <dgm:prSet presAssocID="{56157D6A-A64D-4F08-A7B4-235EF9C2311A}" presName="spaceRect" presStyleCnt="0"/>
      <dgm:spPr/>
    </dgm:pt>
    <dgm:pt modelId="{0DCA1805-7DFE-45CC-98D8-0F5119A202AC}" type="pres">
      <dgm:prSet presAssocID="{56157D6A-A64D-4F08-A7B4-235EF9C2311A}" presName="textRect" presStyleLbl="revTx" presStyleIdx="6" presStyleCnt="7">
        <dgm:presLayoutVars>
          <dgm:chMax val="1"/>
          <dgm:chPref val="1"/>
        </dgm:presLayoutVars>
      </dgm:prSet>
      <dgm:spPr/>
    </dgm:pt>
  </dgm:ptLst>
  <dgm:cxnLst>
    <dgm:cxn modelId="{E720BB39-16E9-445E-8094-F5663DA695BD}" type="presOf" srcId="{744D00BD-02FB-489F-A6E1-1C9E1A1F84B3}" destId="{AD59BCBE-67CF-4BEA-89BF-936FD0D1DC04}" srcOrd="0" destOrd="0" presId="urn:microsoft.com/office/officeart/2018/2/layout/IconCircleList"/>
    <dgm:cxn modelId="{6EB1223D-E9FF-44B2-BBD1-7A15FFB910A8}" type="presOf" srcId="{ACC684BA-B362-4C8E-9411-3880B90367F1}" destId="{A7F953EC-AC76-4D98-822D-42724CF61047}" srcOrd="0" destOrd="0" presId="urn:microsoft.com/office/officeart/2018/2/layout/IconCircleList"/>
    <dgm:cxn modelId="{763CE242-5F2F-44B7-B570-C665F50EC2D6}" type="presOf" srcId="{CC22AF51-F2DF-4DAC-A2E8-BC1D1E263958}" destId="{DDA4D923-CA18-450A-93E0-D226054D67C9}" srcOrd="0" destOrd="0" presId="urn:microsoft.com/office/officeart/2018/2/layout/IconCircleList"/>
    <dgm:cxn modelId="{C17F2651-1C9F-4BA7-BA20-C023E789D6BD}" srcId="{744D00BD-02FB-489F-A6E1-1C9E1A1F84B3}" destId="{56157D6A-A64D-4F08-A7B4-235EF9C2311A}" srcOrd="6" destOrd="0" parTransId="{29C0B79D-7AF5-40BB-A326-BB692EDD7DDE}" sibTransId="{06DC2F49-C095-48E2-86C7-A2814BEE6C10}"/>
    <dgm:cxn modelId="{42B1BA53-3BE8-4C52-A3E5-0CFDB4F2282E}" srcId="{744D00BD-02FB-489F-A6E1-1C9E1A1F84B3}" destId="{CC22AF51-F2DF-4DAC-A2E8-BC1D1E263958}" srcOrd="4" destOrd="0" parTransId="{63005E5C-F86D-43BF-B7A5-C3B7FCAAFA51}" sibTransId="{5A2DBB97-636E-40DC-99E7-AECB7EBBF7DA}"/>
    <dgm:cxn modelId="{948A0A54-8654-49B3-B6D9-99A2A7106D77}" type="presOf" srcId="{56157D6A-A64D-4F08-A7B4-235EF9C2311A}" destId="{0DCA1805-7DFE-45CC-98D8-0F5119A202AC}" srcOrd="0" destOrd="0" presId="urn:microsoft.com/office/officeart/2018/2/layout/IconCircleList"/>
    <dgm:cxn modelId="{D7248961-605A-42B0-A3D1-6FD56BF05978}" type="presOf" srcId="{665CF59C-DD0D-433C-B949-90166B544FC6}" destId="{516816B0-F56D-46E9-8E3F-04C8204A9B54}" srcOrd="0" destOrd="0" presId="urn:microsoft.com/office/officeart/2018/2/layout/IconCircleList"/>
    <dgm:cxn modelId="{2CF0FD6B-9F9B-4E1C-86F2-FC79779A595B}" srcId="{744D00BD-02FB-489F-A6E1-1C9E1A1F84B3}" destId="{D1820066-E692-49CA-A458-C9B14AF35DDD}" srcOrd="3" destOrd="0" parTransId="{09EDD971-CFAE-47CA-BE69-6C1A2955EF31}" sibTransId="{ACC684BA-B362-4C8E-9411-3880B90367F1}"/>
    <dgm:cxn modelId="{F8E3CA7F-392F-439E-BAFE-FDC06C3EF286}" type="presOf" srcId="{5A2DBB97-636E-40DC-99E7-AECB7EBBF7DA}" destId="{B524DF87-7A27-4DAF-87DF-1C9233B88844}" srcOrd="0" destOrd="0" presId="urn:microsoft.com/office/officeart/2018/2/layout/IconCircleList"/>
    <dgm:cxn modelId="{A9EC8E83-8AFC-437E-B735-E64F7FBE1578}" type="presOf" srcId="{F1D9A40C-68CF-4244-B90E-EEC9ACD75A43}" destId="{E3FBF4B1-829C-4E60-8AD8-9F43CBED8C5D}" srcOrd="0" destOrd="0" presId="urn:microsoft.com/office/officeart/2018/2/layout/IconCircleList"/>
    <dgm:cxn modelId="{B2A1F48A-0EAE-4EE8-B205-7EF1953F06DE}" type="presOf" srcId="{D1820066-E692-49CA-A458-C9B14AF35DDD}" destId="{5044BAE8-4FAE-45AF-9D84-CD2B5F96D2B9}" srcOrd="0" destOrd="0" presId="urn:microsoft.com/office/officeart/2018/2/layout/IconCircleList"/>
    <dgm:cxn modelId="{C6F9419F-2EC2-48B2-A53B-796A347095B3}" type="presOf" srcId="{07CDEDE4-0328-4E5F-A97E-3C48B5E14A28}" destId="{99589245-891D-43F6-B1CC-4604248CABC3}" srcOrd="0" destOrd="0" presId="urn:microsoft.com/office/officeart/2018/2/layout/IconCircleList"/>
    <dgm:cxn modelId="{844AACA2-6162-4A07-99EA-99851F85303D}" type="presOf" srcId="{2CA1E1BF-E0C7-4460-85A3-C8C744CEF1B4}" destId="{CB5FB192-C514-41F5-8612-2EDED47DB78B}" srcOrd="0" destOrd="0" presId="urn:microsoft.com/office/officeart/2018/2/layout/IconCircleList"/>
    <dgm:cxn modelId="{088EDFB0-980E-4201-AF2E-77591445AEDF}" srcId="{744D00BD-02FB-489F-A6E1-1C9E1A1F84B3}" destId="{665CF59C-DD0D-433C-B949-90166B544FC6}" srcOrd="5" destOrd="0" parTransId="{FAC55F63-F793-46C0-B385-8638888E998F}" sibTransId="{07CDEDE4-0328-4E5F-A97E-3C48B5E14A28}"/>
    <dgm:cxn modelId="{B03D52B1-DA7C-4047-866C-123992A7C562}" type="presOf" srcId="{A9C6CC67-C1CD-456C-9880-C9A738119ECE}" destId="{94B1AE42-BECB-48DF-AA73-5A2C254E3894}" srcOrd="0" destOrd="0" presId="urn:microsoft.com/office/officeart/2018/2/layout/IconCircleList"/>
    <dgm:cxn modelId="{0A48A9B3-AB08-410B-80DB-957E9DF891EA}" srcId="{744D00BD-02FB-489F-A6E1-1C9E1A1F84B3}" destId="{2CA1E1BF-E0C7-4460-85A3-C8C744CEF1B4}" srcOrd="1" destOrd="0" parTransId="{0EC11E10-B644-4207-B162-9153A96DEDE7}" sibTransId="{F40DB6AE-587A-490D-AE51-91AF2DFAD1D4}"/>
    <dgm:cxn modelId="{AA0F15B5-0964-4547-ABD2-344272265065}" type="presOf" srcId="{F40DB6AE-587A-490D-AE51-91AF2DFAD1D4}" destId="{194B99AE-1022-4D10-9F32-3BDB12646F1A}" srcOrd="0" destOrd="0" presId="urn:microsoft.com/office/officeart/2018/2/layout/IconCircleList"/>
    <dgm:cxn modelId="{49E1B4BA-C08D-4E03-B2C9-0E40A6EFDF22}" srcId="{744D00BD-02FB-489F-A6E1-1C9E1A1F84B3}" destId="{791D8EAD-1B67-4600-AF8E-5BF2FBE16665}" srcOrd="0" destOrd="0" parTransId="{A68AEF73-1AD2-4503-933A-4416E1EC4AAE}" sibTransId="{A9C6CC67-C1CD-456C-9880-C9A738119ECE}"/>
    <dgm:cxn modelId="{2207DFE5-9D3D-4DC3-988E-1B6259FCE95D}" srcId="{744D00BD-02FB-489F-A6E1-1C9E1A1F84B3}" destId="{F1D9A40C-68CF-4244-B90E-EEC9ACD75A43}" srcOrd="2" destOrd="0" parTransId="{FA9F8DA8-9DE3-42AF-B164-9828798A1CC7}" sibTransId="{9A322E6C-BB8F-4D5C-BF1F-E5CD1A0EB8A4}"/>
    <dgm:cxn modelId="{8F00DCFA-8B54-40FD-83C9-FB1EA3FC6FC0}" type="presOf" srcId="{791D8EAD-1B67-4600-AF8E-5BF2FBE16665}" destId="{3741C29F-E67B-4ABD-9568-6DD60250CE84}" srcOrd="0" destOrd="0" presId="urn:microsoft.com/office/officeart/2018/2/layout/IconCircleList"/>
    <dgm:cxn modelId="{7FEB35FF-21D0-4A7A-BD8B-37D10EE33E47}" type="presOf" srcId="{9A322E6C-BB8F-4D5C-BF1F-E5CD1A0EB8A4}" destId="{1F1C9BB4-C782-470B-A7C7-B111D1F9CE30}" srcOrd="0" destOrd="0" presId="urn:microsoft.com/office/officeart/2018/2/layout/IconCircleList"/>
    <dgm:cxn modelId="{6CC6E0FF-DD2C-40E4-8999-3ACDE83DE92D}" type="presParOf" srcId="{AD59BCBE-67CF-4BEA-89BF-936FD0D1DC04}" destId="{CB62CC37-0619-4448-8538-12E85B5BF0AB}" srcOrd="0" destOrd="0" presId="urn:microsoft.com/office/officeart/2018/2/layout/IconCircleList"/>
    <dgm:cxn modelId="{D8991E74-1893-40EB-A1B5-07367CDE9C97}" type="presParOf" srcId="{CB62CC37-0619-4448-8538-12E85B5BF0AB}" destId="{F34E2507-ABE3-4621-B509-DCAD4EDBD225}" srcOrd="0" destOrd="0" presId="urn:microsoft.com/office/officeart/2018/2/layout/IconCircleList"/>
    <dgm:cxn modelId="{BBB66EBA-CB06-43D4-82D8-52F8157F4BFC}" type="presParOf" srcId="{F34E2507-ABE3-4621-B509-DCAD4EDBD225}" destId="{E27CDD22-151B-40AB-95AC-78FD03D0375C}" srcOrd="0" destOrd="0" presId="urn:microsoft.com/office/officeart/2018/2/layout/IconCircleList"/>
    <dgm:cxn modelId="{988DC08A-656B-45D0-ADBE-50E05A49712D}" type="presParOf" srcId="{F34E2507-ABE3-4621-B509-DCAD4EDBD225}" destId="{9A50609C-1667-495B-8A4B-020F091F16D9}" srcOrd="1" destOrd="0" presId="urn:microsoft.com/office/officeart/2018/2/layout/IconCircleList"/>
    <dgm:cxn modelId="{81538931-4D7F-4DE0-944B-1563F352EA0F}" type="presParOf" srcId="{F34E2507-ABE3-4621-B509-DCAD4EDBD225}" destId="{8CD1F9C2-BC14-4746-9189-6DAB29903ACB}" srcOrd="2" destOrd="0" presId="urn:microsoft.com/office/officeart/2018/2/layout/IconCircleList"/>
    <dgm:cxn modelId="{1F743CC2-8E75-42AE-9EFA-E47D8A2770C1}" type="presParOf" srcId="{F34E2507-ABE3-4621-B509-DCAD4EDBD225}" destId="{3741C29F-E67B-4ABD-9568-6DD60250CE84}" srcOrd="3" destOrd="0" presId="urn:microsoft.com/office/officeart/2018/2/layout/IconCircleList"/>
    <dgm:cxn modelId="{7B8276CF-71DA-492B-BAB9-8B8888B02AB3}" type="presParOf" srcId="{CB62CC37-0619-4448-8538-12E85B5BF0AB}" destId="{94B1AE42-BECB-48DF-AA73-5A2C254E3894}" srcOrd="1" destOrd="0" presId="urn:microsoft.com/office/officeart/2018/2/layout/IconCircleList"/>
    <dgm:cxn modelId="{C2FF2F3D-E5E6-494D-AFB5-917F23CCED60}" type="presParOf" srcId="{CB62CC37-0619-4448-8538-12E85B5BF0AB}" destId="{D8CB81F9-17FB-4FB3-8306-0088F1D7AEB7}" srcOrd="2" destOrd="0" presId="urn:microsoft.com/office/officeart/2018/2/layout/IconCircleList"/>
    <dgm:cxn modelId="{E8534E8B-F8EE-4E27-9831-C5AEEC6956AF}" type="presParOf" srcId="{D8CB81F9-17FB-4FB3-8306-0088F1D7AEB7}" destId="{D44FA4B0-CA21-4BCE-AC09-1060BC74E758}" srcOrd="0" destOrd="0" presId="urn:microsoft.com/office/officeart/2018/2/layout/IconCircleList"/>
    <dgm:cxn modelId="{EC25D572-B431-4A66-9735-1589CB401B18}" type="presParOf" srcId="{D8CB81F9-17FB-4FB3-8306-0088F1D7AEB7}" destId="{FFBC910A-6277-49E2-B5FF-13BFC1A037E9}" srcOrd="1" destOrd="0" presId="urn:microsoft.com/office/officeart/2018/2/layout/IconCircleList"/>
    <dgm:cxn modelId="{6B8B66ED-EA32-4397-A7C1-7764E615B2C9}" type="presParOf" srcId="{D8CB81F9-17FB-4FB3-8306-0088F1D7AEB7}" destId="{FE5F69A0-6C91-472D-8223-141740520728}" srcOrd="2" destOrd="0" presId="urn:microsoft.com/office/officeart/2018/2/layout/IconCircleList"/>
    <dgm:cxn modelId="{EC04FDB8-F082-4033-832A-233F0E8B3A92}" type="presParOf" srcId="{D8CB81F9-17FB-4FB3-8306-0088F1D7AEB7}" destId="{CB5FB192-C514-41F5-8612-2EDED47DB78B}" srcOrd="3" destOrd="0" presId="urn:microsoft.com/office/officeart/2018/2/layout/IconCircleList"/>
    <dgm:cxn modelId="{7FE56B3D-603C-423B-9614-439B10B9DE15}" type="presParOf" srcId="{CB62CC37-0619-4448-8538-12E85B5BF0AB}" destId="{194B99AE-1022-4D10-9F32-3BDB12646F1A}" srcOrd="3" destOrd="0" presId="urn:microsoft.com/office/officeart/2018/2/layout/IconCircleList"/>
    <dgm:cxn modelId="{67BAE907-76C1-479B-8B82-336561B7681E}" type="presParOf" srcId="{CB62CC37-0619-4448-8538-12E85B5BF0AB}" destId="{B98C8179-B6B7-4297-AB18-7C40B15F03F5}" srcOrd="4" destOrd="0" presId="urn:microsoft.com/office/officeart/2018/2/layout/IconCircleList"/>
    <dgm:cxn modelId="{0C12B23B-7CE6-476F-89EA-5B91B4041C11}" type="presParOf" srcId="{B98C8179-B6B7-4297-AB18-7C40B15F03F5}" destId="{6CB8AB5D-10CC-43C0-8074-BFC8969E1BD6}" srcOrd="0" destOrd="0" presId="urn:microsoft.com/office/officeart/2018/2/layout/IconCircleList"/>
    <dgm:cxn modelId="{1237F6C1-5EAF-4C07-B126-191DF384DCEE}" type="presParOf" srcId="{B98C8179-B6B7-4297-AB18-7C40B15F03F5}" destId="{037035C1-F0ED-499F-9EA7-EFF81180E47D}" srcOrd="1" destOrd="0" presId="urn:microsoft.com/office/officeart/2018/2/layout/IconCircleList"/>
    <dgm:cxn modelId="{0FC1EDDD-BF66-4D33-B2F6-55B2F630F734}" type="presParOf" srcId="{B98C8179-B6B7-4297-AB18-7C40B15F03F5}" destId="{5312F1CE-90B3-463A-A669-2A4F053A91BA}" srcOrd="2" destOrd="0" presId="urn:microsoft.com/office/officeart/2018/2/layout/IconCircleList"/>
    <dgm:cxn modelId="{82A1ECBE-3218-4660-AFBF-3E5E5F176401}" type="presParOf" srcId="{B98C8179-B6B7-4297-AB18-7C40B15F03F5}" destId="{E3FBF4B1-829C-4E60-8AD8-9F43CBED8C5D}" srcOrd="3" destOrd="0" presId="urn:microsoft.com/office/officeart/2018/2/layout/IconCircleList"/>
    <dgm:cxn modelId="{2A09406E-FC39-47A8-BE36-E3F0584D3DF8}" type="presParOf" srcId="{CB62CC37-0619-4448-8538-12E85B5BF0AB}" destId="{1F1C9BB4-C782-470B-A7C7-B111D1F9CE30}" srcOrd="5" destOrd="0" presId="urn:microsoft.com/office/officeart/2018/2/layout/IconCircleList"/>
    <dgm:cxn modelId="{68F19F3A-B55D-4B4D-9EF8-515C08216B96}" type="presParOf" srcId="{CB62CC37-0619-4448-8538-12E85B5BF0AB}" destId="{11F03B6C-2D21-4CD1-8BAD-BE594E1C3609}" srcOrd="6" destOrd="0" presId="urn:microsoft.com/office/officeart/2018/2/layout/IconCircleList"/>
    <dgm:cxn modelId="{45E9E9B2-21C1-459F-BD9F-7287F9B0F8BE}" type="presParOf" srcId="{11F03B6C-2D21-4CD1-8BAD-BE594E1C3609}" destId="{819BE003-3A5B-404B-8CA0-CBE805895E51}" srcOrd="0" destOrd="0" presId="urn:microsoft.com/office/officeart/2018/2/layout/IconCircleList"/>
    <dgm:cxn modelId="{C463EFC4-437D-48A4-BB13-97707CB08800}" type="presParOf" srcId="{11F03B6C-2D21-4CD1-8BAD-BE594E1C3609}" destId="{A24EFE1D-3FA8-4727-8F7F-E71A5FD38551}" srcOrd="1" destOrd="0" presId="urn:microsoft.com/office/officeart/2018/2/layout/IconCircleList"/>
    <dgm:cxn modelId="{70BA3F97-C815-42FC-9C3B-4295E72FB04A}" type="presParOf" srcId="{11F03B6C-2D21-4CD1-8BAD-BE594E1C3609}" destId="{6B238354-8C36-4DDD-8F28-4A31FFDC9B8F}" srcOrd="2" destOrd="0" presId="urn:microsoft.com/office/officeart/2018/2/layout/IconCircleList"/>
    <dgm:cxn modelId="{EE1193D0-D846-4A06-B4CB-5AB4DC058DA4}" type="presParOf" srcId="{11F03B6C-2D21-4CD1-8BAD-BE594E1C3609}" destId="{5044BAE8-4FAE-45AF-9D84-CD2B5F96D2B9}" srcOrd="3" destOrd="0" presId="urn:microsoft.com/office/officeart/2018/2/layout/IconCircleList"/>
    <dgm:cxn modelId="{1D5ADFCA-D67A-4A91-9F50-A39F681E9719}" type="presParOf" srcId="{CB62CC37-0619-4448-8538-12E85B5BF0AB}" destId="{A7F953EC-AC76-4D98-822D-42724CF61047}" srcOrd="7" destOrd="0" presId="urn:microsoft.com/office/officeart/2018/2/layout/IconCircleList"/>
    <dgm:cxn modelId="{87F83A63-AA84-4FBF-BCF9-9199B36427D7}" type="presParOf" srcId="{CB62CC37-0619-4448-8538-12E85B5BF0AB}" destId="{378F33C4-2313-4CBA-985F-23974F3819B2}" srcOrd="8" destOrd="0" presId="urn:microsoft.com/office/officeart/2018/2/layout/IconCircleList"/>
    <dgm:cxn modelId="{5027572B-4D93-4F8E-9D0F-8828CD130C6B}" type="presParOf" srcId="{378F33C4-2313-4CBA-985F-23974F3819B2}" destId="{536D5A82-835E-478B-8E37-FA493C6CC99D}" srcOrd="0" destOrd="0" presId="urn:microsoft.com/office/officeart/2018/2/layout/IconCircleList"/>
    <dgm:cxn modelId="{5DBE215B-807F-44FE-A211-1608A3AA306D}" type="presParOf" srcId="{378F33C4-2313-4CBA-985F-23974F3819B2}" destId="{2B3D52FD-2BB1-4CB8-9AA9-A9F9F7E4A54D}" srcOrd="1" destOrd="0" presId="urn:microsoft.com/office/officeart/2018/2/layout/IconCircleList"/>
    <dgm:cxn modelId="{4B88053F-3090-4DA1-87BB-D364A2A49F2A}" type="presParOf" srcId="{378F33C4-2313-4CBA-985F-23974F3819B2}" destId="{125B3BF6-2633-454B-9231-3E7868EF1F09}" srcOrd="2" destOrd="0" presId="urn:microsoft.com/office/officeart/2018/2/layout/IconCircleList"/>
    <dgm:cxn modelId="{0AAFE59C-B23A-4AB2-A62D-6374F393F7B1}" type="presParOf" srcId="{378F33C4-2313-4CBA-985F-23974F3819B2}" destId="{DDA4D923-CA18-450A-93E0-D226054D67C9}" srcOrd="3" destOrd="0" presId="urn:microsoft.com/office/officeart/2018/2/layout/IconCircleList"/>
    <dgm:cxn modelId="{66227D5B-6979-4C3D-8B8C-834116DDE1B4}" type="presParOf" srcId="{CB62CC37-0619-4448-8538-12E85B5BF0AB}" destId="{B524DF87-7A27-4DAF-87DF-1C9233B88844}" srcOrd="9" destOrd="0" presId="urn:microsoft.com/office/officeart/2018/2/layout/IconCircleList"/>
    <dgm:cxn modelId="{65EB2893-B147-4A5B-9F69-4126CE5ED90B}" type="presParOf" srcId="{CB62CC37-0619-4448-8538-12E85B5BF0AB}" destId="{E0316917-71CE-4C75-A904-AC8F5C7D1FA8}" srcOrd="10" destOrd="0" presId="urn:microsoft.com/office/officeart/2018/2/layout/IconCircleList"/>
    <dgm:cxn modelId="{60D314E8-6891-41A7-BA85-B1CF9BBEC201}" type="presParOf" srcId="{E0316917-71CE-4C75-A904-AC8F5C7D1FA8}" destId="{16414CE4-6DED-423B-95FC-AD6C6462E9F4}" srcOrd="0" destOrd="0" presId="urn:microsoft.com/office/officeart/2018/2/layout/IconCircleList"/>
    <dgm:cxn modelId="{B5EFDFB0-E2F4-48AC-8487-E0592F43B182}" type="presParOf" srcId="{E0316917-71CE-4C75-A904-AC8F5C7D1FA8}" destId="{AD9B23AA-DEF1-45EE-BB68-6F5140EEDE8F}" srcOrd="1" destOrd="0" presId="urn:microsoft.com/office/officeart/2018/2/layout/IconCircleList"/>
    <dgm:cxn modelId="{BCF69979-C7CD-4B3B-B7CD-BDAD9AEA16D3}" type="presParOf" srcId="{E0316917-71CE-4C75-A904-AC8F5C7D1FA8}" destId="{C3477770-27E0-41F7-84E0-C4D2CA32C204}" srcOrd="2" destOrd="0" presId="urn:microsoft.com/office/officeart/2018/2/layout/IconCircleList"/>
    <dgm:cxn modelId="{D8B6BA22-187C-4D10-A2E2-080622F78B90}" type="presParOf" srcId="{E0316917-71CE-4C75-A904-AC8F5C7D1FA8}" destId="{516816B0-F56D-46E9-8E3F-04C8204A9B54}" srcOrd="3" destOrd="0" presId="urn:microsoft.com/office/officeart/2018/2/layout/IconCircleList"/>
    <dgm:cxn modelId="{85702064-2FCB-47F7-AB1D-785561630A72}" type="presParOf" srcId="{CB62CC37-0619-4448-8538-12E85B5BF0AB}" destId="{99589245-891D-43F6-B1CC-4604248CABC3}" srcOrd="11" destOrd="0" presId="urn:microsoft.com/office/officeart/2018/2/layout/IconCircleList"/>
    <dgm:cxn modelId="{F719281D-42E4-47D9-A6D4-FB2D64A049E7}" type="presParOf" srcId="{CB62CC37-0619-4448-8538-12E85B5BF0AB}" destId="{B9F8A7EB-E4C1-4AA2-9126-A675503812D0}" srcOrd="12" destOrd="0" presId="urn:microsoft.com/office/officeart/2018/2/layout/IconCircleList"/>
    <dgm:cxn modelId="{EBBEB45D-10A2-415F-8302-BD508A423186}" type="presParOf" srcId="{B9F8A7EB-E4C1-4AA2-9126-A675503812D0}" destId="{38D880F0-2752-46C0-A055-0288FDFC2994}" srcOrd="0" destOrd="0" presId="urn:microsoft.com/office/officeart/2018/2/layout/IconCircleList"/>
    <dgm:cxn modelId="{17E13247-46AA-4447-A010-58DDCBA93123}" type="presParOf" srcId="{B9F8A7EB-E4C1-4AA2-9126-A675503812D0}" destId="{B837FFD5-7125-42C5-A8DE-78EDEB3D5EF9}" srcOrd="1" destOrd="0" presId="urn:microsoft.com/office/officeart/2018/2/layout/IconCircleList"/>
    <dgm:cxn modelId="{9A8C705B-2D21-411B-BC4C-AB8761EE54B9}" type="presParOf" srcId="{B9F8A7EB-E4C1-4AA2-9126-A675503812D0}" destId="{34611753-FB58-4AEF-866F-5E182F81ABB2}" srcOrd="2" destOrd="0" presId="urn:microsoft.com/office/officeart/2018/2/layout/IconCircleList"/>
    <dgm:cxn modelId="{39D63B44-7627-402C-963C-C21CE38C0DA5}" type="presParOf" srcId="{B9F8A7EB-E4C1-4AA2-9126-A675503812D0}" destId="{0DCA1805-7DFE-45CC-98D8-0F5119A202A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55B240-A1EE-4F4C-8F43-9C649C85EA7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76738E5-BF9E-40E8-AF65-EDDC8FC59D58}">
      <dgm:prSet/>
      <dgm:spPr/>
      <dgm:t>
        <a:bodyPr/>
        <a:lstStyle/>
        <a:p>
          <a:r>
            <a:rPr lang="en-US" dirty="0"/>
            <a:t>Response Context</a:t>
          </a:r>
        </a:p>
      </dgm:t>
    </dgm:pt>
    <dgm:pt modelId="{ABB98EDB-7BA2-4C88-822C-21D3837FDEF2}" type="parTrans" cxnId="{8B01F5B3-1D04-4CCD-958A-250A18529794}">
      <dgm:prSet/>
      <dgm:spPr/>
      <dgm:t>
        <a:bodyPr/>
        <a:lstStyle/>
        <a:p>
          <a:endParaRPr lang="en-US"/>
        </a:p>
      </dgm:t>
    </dgm:pt>
    <dgm:pt modelId="{5F740DFD-6B18-4FC3-A12F-38486646E7B1}" type="sibTrans" cxnId="{8B01F5B3-1D04-4CCD-958A-250A18529794}">
      <dgm:prSet/>
      <dgm:spPr/>
      <dgm:t>
        <a:bodyPr/>
        <a:lstStyle/>
        <a:p>
          <a:endParaRPr lang="en-US"/>
        </a:p>
      </dgm:t>
    </dgm:pt>
    <dgm:pt modelId="{F83C5C92-4304-4209-AA90-1C879E5FC200}">
      <dgm:prSet/>
      <dgm:spPr/>
      <dgm:t>
        <a:bodyPr/>
        <a:lstStyle/>
        <a:p>
          <a:r>
            <a:rPr lang="en-US" dirty="0"/>
            <a:t>Multiple Responses</a:t>
          </a:r>
        </a:p>
      </dgm:t>
    </dgm:pt>
    <dgm:pt modelId="{8B371A3F-0C26-43FE-983B-2D8B659012F8}" type="parTrans" cxnId="{8DBAD37E-2C57-49D6-9B8E-2DA97672BCCD}">
      <dgm:prSet/>
      <dgm:spPr/>
      <dgm:t>
        <a:bodyPr/>
        <a:lstStyle/>
        <a:p>
          <a:endParaRPr lang="en-US"/>
        </a:p>
      </dgm:t>
    </dgm:pt>
    <dgm:pt modelId="{00AAF44C-16AE-448B-AD21-2D76F51D70C4}" type="sibTrans" cxnId="{8DBAD37E-2C57-49D6-9B8E-2DA97672BCCD}">
      <dgm:prSet/>
      <dgm:spPr/>
      <dgm:t>
        <a:bodyPr/>
        <a:lstStyle/>
        <a:p>
          <a:endParaRPr lang="en-US"/>
        </a:p>
      </dgm:t>
    </dgm:pt>
    <dgm:pt modelId="{5A0B70F8-104C-4365-8855-BF1D33E7E82F}">
      <dgm:prSet/>
      <dgm:spPr/>
      <dgm:t>
        <a:bodyPr/>
        <a:lstStyle/>
        <a:p>
          <a:r>
            <a:rPr lang="en-US" dirty="0"/>
            <a:t>Generating Visualizations </a:t>
          </a:r>
        </a:p>
      </dgm:t>
    </dgm:pt>
    <dgm:pt modelId="{4642BE98-6940-45AB-A22C-F436C89F75A5}" type="parTrans" cxnId="{01785E27-0233-4F4B-AB99-DBC706CB1F32}">
      <dgm:prSet/>
      <dgm:spPr/>
      <dgm:t>
        <a:bodyPr/>
        <a:lstStyle/>
        <a:p>
          <a:endParaRPr lang="en-US"/>
        </a:p>
      </dgm:t>
    </dgm:pt>
    <dgm:pt modelId="{0A5E267B-30BC-439C-9651-FED9ACDF4F49}" type="sibTrans" cxnId="{01785E27-0233-4F4B-AB99-DBC706CB1F32}">
      <dgm:prSet/>
      <dgm:spPr/>
      <dgm:t>
        <a:bodyPr/>
        <a:lstStyle/>
        <a:p>
          <a:endParaRPr lang="en-US"/>
        </a:p>
      </dgm:t>
    </dgm:pt>
    <dgm:pt modelId="{12618C92-3534-4B81-B03C-16810DFA0829}">
      <dgm:prSet/>
      <dgm:spPr/>
      <dgm:t>
        <a:bodyPr/>
        <a:lstStyle/>
        <a:p>
          <a:r>
            <a:rPr lang="en-US" dirty="0"/>
            <a:t>Providing Confidence Scores </a:t>
          </a:r>
        </a:p>
      </dgm:t>
    </dgm:pt>
    <dgm:pt modelId="{D0696741-730A-4F62-8478-69C7DC2F5E24}" type="parTrans" cxnId="{EA71A019-6056-4DCE-95C6-76E8DB948E6D}">
      <dgm:prSet/>
      <dgm:spPr/>
      <dgm:t>
        <a:bodyPr/>
        <a:lstStyle/>
        <a:p>
          <a:endParaRPr lang="en-US"/>
        </a:p>
      </dgm:t>
    </dgm:pt>
    <dgm:pt modelId="{78C2C0AC-CCC6-4001-B1DA-9F3E214472F1}" type="sibTrans" cxnId="{EA71A019-6056-4DCE-95C6-76E8DB948E6D}">
      <dgm:prSet/>
      <dgm:spPr/>
      <dgm:t>
        <a:bodyPr/>
        <a:lstStyle/>
        <a:p>
          <a:endParaRPr lang="en-US"/>
        </a:p>
      </dgm:t>
    </dgm:pt>
    <dgm:pt modelId="{9C488F32-1B44-4877-BB71-7D98A9F83F11}">
      <dgm:prSet/>
      <dgm:spPr/>
      <dgm:t>
        <a:bodyPr/>
        <a:lstStyle/>
        <a:p>
          <a:r>
            <a:rPr lang="en-US" dirty="0"/>
            <a:t>Feedback Loops</a:t>
          </a:r>
        </a:p>
      </dgm:t>
    </dgm:pt>
    <dgm:pt modelId="{79E4C0E7-14D8-45AE-AF67-D6DE45C3C864}" type="parTrans" cxnId="{1CC13244-A8AE-4C57-A9DC-42A4272FF183}">
      <dgm:prSet/>
      <dgm:spPr/>
      <dgm:t>
        <a:bodyPr/>
        <a:lstStyle/>
        <a:p>
          <a:endParaRPr lang="en-US"/>
        </a:p>
      </dgm:t>
    </dgm:pt>
    <dgm:pt modelId="{1200C12D-216F-4F10-BAF1-C6615558A54D}" type="sibTrans" cxnId="{1CC13244-A8AE-4C57-A9DC-42A4272FF183}">
      <dgm:prSet/>
      <dgm:spPr/>
      <dgm:t>
        <a:bodyPr/>
        <a:lstStyle/>
        <a:p>
          <a:endParaRPr lang="en-US"/>
        </a:p>
      </dgm:t>
    </dgm:pt>
    <dgm:pt modelId="{63E05A11-D33D-41AD-8A01-6D2307F873F2}">
      <dgm:prSet/>
      <dgm:spPr/>
      <dgm:t>
        <a:bodyPr/>
        <a:lstStyle/>
        <a:p>
          <a:r>
            <a:rPr lang="en-US" dirty="0"/>
            <a:t>Reinforcement </a:t>
          </a:r>
        </a:p>
      </dgm:t>
    </dgm:pt>
    <dgm:pt modelId="{E8141770-4175-4BD9-8122-D8151BB0605B}" type="parTrans" cxnId="{CB6FEE64-1499-4743-898B-68E082C9C754}">
      <dgm:prSet/>
      <dgm:spPr/>
      <dgm:t>
        <a:bodyPr/>
        <a:lstStyle/>
        <a:p>
          <a:endParaRPr lang="en-US"/>
        </a:p>
      </dgm:t>
    </dgm:pt>
    <dgm:pt modelId="{DC38A46F-3EEA-4EF8-941D-7E6D0F278FF8}" type="sibTrans" cxnId="{CB6FEE64-1499-4743-898B-68E082C9C754}">
      <dgm:prSet/>
      <dgm:spPr/>
      <dgm:t>
        <a:bodyPr/>
        <a:lstStyle/>
        <a:p>
          <a:endParaRPr lang="en-US"/>
        </a:p>
      </dgm:t>
    </dgm:pt>
    <dgm:pt modelId="{10FAA9BC-EDE5-45FF-914A-2113667223CD}">
      <dgm:prSet/>
      <dgm:spPr/>
      <dgm:t>
        <a:bodyPr/>
        <a:lstStyle/>
        <a:p>
          <a:r>
            <a:rPr lang="en-US" dirty="0"/>
            <a:t>Explainable Ai </a:t>
          </a:r>
        </a:p>
      </dgm:t>
    </dgm:pt>
    <dgm:pt modelId="{9F729DB5-6509-4120-9136-218C050AA2E4}" type="parTrans" cxnId="{B0C77EC0-DBCA-4CCE-BD40-B8E4034C6742}">
      <dgm:prSet/>
      <dgm:spPr/>
      <dgm:t>
        <a:bodyPr/>
        <a:lstStyle/>
        <a:p>
          <a:endParaRPr lang="en-US"/>
        </a:p>
      </dgm:t>
    </dgm:pt>
    <dgm:pt modelId="{CD33FE17-D191-4181-9A65-3731CEED70F1}" type="sibTrans" cxnId="{B0C77EC0-DBCA-4CCE-BD40-B8E4034C6742}">
      <dgm:prSet/>
      <dgm:spPr/>
      <dgm:t>
        <a:bodyPr/>
        <a:lstStyle/>
        <a:p>
          <a:endParaRPr lang="en-US"/>
        </a:p>
      </dgm:t>
    </dgm:pt>
    <dgm:pt modelId="{8140508B-D532-7C48-AF10-12C0604B7883}" type="pres">
      <dgm:prSet presAssocID="{3155B240-A1EE-4F4C-8F43-9C649C85EA77}" presName="linear" presStyleCnt="0">
        <dgm:presLayoutVars>
          <dgm:animLvl val="lvl"/>
          <dgm:resizeHandles val="exact"/>
        </dgm:presLayoutVars>
      </dgm:prSet>
      <dgm:spPr/>
    </dgm:pt>
    <dgm:pt modelId="{6C0A676E-A3F0-E34F-A90B-9A5DAB2FC54F}" type="pres">
      <dgm:prSet presAssocID="{376738E5-BF9E-40E8-AF65-EDDC8FC59D58}" presName="parentText" presStyleLbl="node1" presStyleIdx="0" presStyleCnt="7">
        <dgm:presLayoutVars>
          <dgm:chMax val="0"/>
          <dgm:bulletEnabled val="1"/>
        </dgm:presLayoutVars>
      </dgm:prSet>
      <dgm:spPr/>
    </dgm:pt>
    <dgm:pt modelId="{BB2B06B9-81F9-B844-8FE2-FD977F1A5C57}" type="pres">
      <dgm:prSet presAssocID="{5F740DFD-6B18-4FC3-A12F-38486646E7B1}" presName="spacer" presStyleCnt="0"/>
      <dgm:spPr/>
    </dgm:pt>
    <dgm:pt modelId="{32D6D2DD-8FDF-BB43-8D78-F5F96A645988}" type="pres">
      <dgm:prSet presAssocID="{F83C5C92-4304-4209-AA90-1C879E5FC200}" presName="parentText" presStyleLbl="node1" presStyleIdx="1" presStyleCnt="7">
        <dgm:presLayoutVars>
          <dgm:chMax val="0"/>
          <dgm:bulletEnabled val="1"/>
        </dgm:presLayoutVars>
      </dgm:prSet>
      <dgm:spPr/>
    </dgm:pt>
    <dgm:pt modelId="{2E52AA61-3860-EE40-B79D-637669F7CEA4}" type="pres">
      <dgm:prSet presAssocID="{00AAF44C-16AE-448B-AD21-2D76F51D70C4}" presName="spacer" presStyleCnt="0"/>
      <dgm:spPr/>
    </dgm:pt>
    <dgm:pt modelId="{193BCB85-B73B-F440-B9B8-C75371B884AC}" type="pres">
      <dgm:prSet presAssocID="{5A0B70F8-104C-4365-8855-BF1D33E7E82F}" presName="parentText" presStyleLbl="node1" presStyleIdx="2" presStyleCnt="7">
        <dgm:presLayoutVars>
          <dgm:chMax val="0"/>
          <dgm:bulletEnabled val="1"/>
        </dgm:presLayoutVars>
      </dgm:prSet>
      <dgm:spPr/>
    </dgm:pt>
    <dgm:pt modelId="{9D395980-3A63-3045-B6B6-FF9562A2E953}" type="pres">
      <dgm:prSet presAssocID="{0A5E267B-30BC-439C-9651-FED9ACDF4F49}" presName="spacer" presStyleCnt="0"/>
      <dgm:spPr/>
    </dgm:pt>
    <dgm:pt modelId="{A84FD710-7051-2C45-A9CE-48BAE9A2E794}" type="pres">
      <dgm:prSet presAssocID="{12618C92-3534-4B81-B03C-16810DFA0829}" presName="parentText" presStyleLbl="node1" presStyleIdx="3" presStyleCnt="7">
        <dgm:presLayoutVars>
          <dgm:chMax val="0"/>
          <dgm:bulletEnabled val="1"/>
        </dgm:presLayoutVars>
      </dgm:prSet>
      <dgm:spPr/>
    </dgm:pt>
    <dgm:pt modelId="{A2613DBE-47B0-274F-A1AE-0B93C98C9732}" type="pres">
      <dgm:prSet presAssocID="{78C2C0AC-CCC6-4001-B1DA-9F3E214472F1}" presName="spacer" presStyleCnt="0"/>
      <dgm:spPr/>
    </dgm:pt>
    <dgm:pt modelId="{B8FC683D-35A1-254B-82CB-800B5FAF4BFA}" type="pres">
      <dgm:prSet presAssocID="{9C488F32-1B44-4877-BB71-7D98A9F83F11}" presName="parentText" presStyleLbl="node1" presStyleIdx="4" presStyleCnt="7">
        <dgm:presLayoutVars>
          <dgm:chMax val="0"/>
          <dgm:bulletEnabled val="1"/>
        </dgm:presLayoutVars>
      </dgm:prSet>
      <dgm:spPr/>
    </dgm:pt>
    <dgm:pt modelId="{62F1E889-297C-F740-9334-34246C56B63B}" type="pres">
      <dgm:prSet presAssocID="{1200C12D-216F-4F10-BAF1-C6615558A54D}" presName="spacer" presStyleCnt="0"/>
      <dgm:spPr/>
    </dgm:pt>
    <dgm:pt modelId="{7C6F1B11-E01A-AD4E-980E-F5E5B9E1C321}" type="pres">
      <dgm:prSet presAssocID="{63E05A11-D33D-41AD-8A01-6D2307F873F2}" presName="parentText" presStyleLbl="node1" presStyleIdx="5" presStyleCnt="7">
        <dgm:presLayoutVars>
          <dgm:chMax val="0"/>
          <dgm:bulletEnabled val="1"/>
        </dgm:presLayoutVars>
      </dgm:prSet>
      <dgm:spPr/>
    </dgm:pt>
    <dgm:pt modelId="{D39E3C96-0EE2-1943-B714-D072552304A1}" type="pres">
      <dgm:prSet presAssocID="{DC38A46F-3EEA-4EF8-941D-7E6D0F278FF8}" presName="spacer" presStyleCnt="0"/>
      <dgm:spPr/>
    </dgm:pt>
    <dgm:pt modelId="{BDA7BE9F-4089-5F45-B1EB-1F6B988AF28B}" type="pres">
      <dgm:prSet presAssocID="{10FAA9BC-EDE5-45FF-914A-2113667223CD}" presName="parentText" presStyleLbl="node1" presStyleIdx="6" presStyleCnt="7">
        <dgm:presLayoutVars>
          <dgm:chMax val="0"/>
          <dgm:bulletEnabled val="1"/>
        </dgm:presLayoutVars>
      </dgm:prSet>
      <dgm:spPr/>
    </dgm:pt>
  </dgm:ptLst>
  <dgm:cxnLst>
    <dgm:cxn modelId="{EA71A019-6056-4DCE-95C6-76E8DB948E6D}" srcId="{3155B240-A1EE-4F4C-8F43-9C649C85EA77}" destId="{12618C92-3534-4B81-B03C-16810DFA0829}" srcOrd="3" destOrd="0" parTransId="{D0696741-730A-4F62-8478-69C7DC2F5E24}" sibTransId="{78C2C0AC-CCC6-4001-B1DA-9F3E214472F1}"/>
    <dgm:cxn modelId="{01785E27-0233-4F4B-AB99-DBC706CB1F32}" srcId="{3155B240-A1EE-4F4C-8F43-9C649C85EA77}" destId="{5A0B70F8-104C-4365-8855-BF1D33E7E82F}" srcOrd="2" destOrd="0" parTransId="{4642BE98-6940-45AB-A22C-F436C89F75A5}" sibTransId="{0A5E267B-30BC-439C-9651-FED9ACDF4F49}"/>
    <dgm:cxn modelId="{075EDB3E-60D1-8845-9429-FE86C78CD85E}" type="presOf" srcId="{F83C5C92-4304-4209-AA90-1C879E5FC200}" destId="{32D6D2DD-8FDF-BB43-8D78-F5F96A645988}" srcOrd="0" destOrd="0" presId="urn:microsoft.com/office/officeart/2005/8/layout/vList2"/>
    <dgm:cxn modelId="{1CC13244-A8AE-4C57-A9DC-42A4272FF183}" srcId="{3155B240-A1EE-4F4C-8F43-9C649C85EA77}" destId="{9C488F32-1B44-4877-BB71-7D98A9F83F11}" srcOrd="4" destOrd="0" parTransId="{79E4C0E7-14D8-45AE-AF67-D6DE45C3C864}" sibTransId="{1200C12D-216F-4F10-BAF1-C6615558A54D}"/>
    <dgm:cxn modelId="{8BC9C353-5DD7-9D4B-B45D-1F1843C20C85}" type="presOf" srcId="{376738E5-BF9E-40E8-AF65-EDDC8FC59D58}" destId="{6C0A676E-A3F0-E34F-A90B-9A5DAB2FC54F}" srcOrd="0" destOrd="0" presId="urn:microsoft.com/office/officeart/2005/8/layout/vList2"/>
    <dgm:cxn modelId="{CB6FEE64-1499-4743-898B-68E082C9C754}" srcId="{3155B240-A1EE-4F4C-8F43-9C649C85EA77}" destId="{63E05A11-D33D-41AD-8A01-6D2307F873F2}" srcOrd="5" destOrd="0" parTransId="{E8141770-4175-4BD9-8122-D8151BB0605B}" sibTransId="{DC38A46F-3EEA-4EF8-941D-7E6D0F278FF8}"/>
    <dgm:cxn modelId="{D5792C66-9ABF-7B40-B4C4-BFE6E9D2DCC4}" type="presOf" srcId="{3155B240-A1EE-4F4C-8F43-9C649C85EA77}" destId="{8140508B-D532-7C48-AF10-12C0604B7883}" srcOrd="0" destOrd="0" presId="urn:microsoft.com/office/officeart/2005/8/layout/vList2"/>
    <dgm:cxn modelId="{BF5E5477-3468-0E4F-AA82-C43C72336841}" type="presOf" srcId="{63E05A11-D33D-41AD-8A01-6D2307F873F2}" destId="{7C6F1B11-E01A-AD4E-980E-F5E5B9E1C321}" srcOrd="0" destOrd="0" presId="urn:microsoft.com/office/officeart/2005/8/layout/vList2"/>
    <dgm:cxn modelId="{8DBAD37E-2C57-49D6-9B8E-2DA97672BCCD}" srcId="{3155B240-A1EE-4F4C-8F43-9C649C85EA77}" destId="{F83C5C92-4304-4209-AA90-1C879E5FC200}" srcOrd="1" destOrd="0" parTransId="{8B371A3F-0C26-43FE-983B-2D8B659012F8}" sibTransId="{00AAF44C-16AE-448B-AD21-2D76F51D70C4}"/>
    <dgm:cxn modelId="{9F7912A2-F201-9B42-ACC7-A4B579CF0E59}" type="presOf" srcId="{10FAA9BC-EDE5-45FF-914A-2113667223CD}" destId="{BDA7BE9F-4089-5F45-B1EB-1F6B988AF28B}" srcOrd="0" destOrd="0" presId="urn:microsoft.com/office/officeart/2005/8/layout/vList2"/>
    <dgm:cxn modelId="{8B01F5B3-1D04-4CCD-958A-250A18529794}" srcId="{3155B240-A1EE-4F4C-8F43-9C649C85EA77}" destId="{376738E5-BF9E-40E8-AF65-EDDC8FC59D58}" srcOrd="0" destOrd="0" parTransId="{ABB98EDB-7BA2-4C88-822C-21D3837FDEF2}" sibTransId="{5F740DFD-6B18-4FC3-A12F-38486646E7B1}"/>
    <dgm:cxn modelId="{94EA09BE-9C1D-634B-9553-CC88DD91A94A}" type="presOf" srcId="{12618C92-3534-4B81-B03C-16810DFA0829}" destId="{A84FD710-7051-2C45-A9CE-48BAE9A2E794}" srcOrd="0" destOrd="0" presId="urn:microsoft.com/office/officeart/2005/8/layout/vList2"/>
    <dgm:cxn modelId="{B0C77EC0-DBCA-4CCE-BD40-B8E4034C6742}" srcId="{3155B240-A1EE-4F4C-8F43-9C649C85EA77}" destId="{10FAA9BC-EDE5-45FF-914A-2113667223CD}" srcOrd="6" destOrd="0" parTransId="{9F729DB5-6509-4120-9136-218C050AA2E4}" sibTransId="{CD33FE17-D191-4181-9A65-3731CEED70F1}"/>
    <dgm:cxn modelId="{86F354D6-79F3-EF44-B786-25ADE5AD3A89}" type="presOf" srcId="{9C488F32-1B44-4877-BB71-7D98A9F83F11}" destId="{B8FC683D-35A1-254B-82CB-800B5FAF4BFA}" srcOrd="0" destOrd="0" presId="urn:microsoft.com/office/officeart/2005/8/layout/vList2"/>
    <dgm:cxn modelId="{AF5916D8-89FE-164A-9A80-CA78436BB1B4}" type="presOf" srcId="{5A0B70F8-104C-4365-8855-BF1D33E7E82F}" destId="{193BCB85-B73B-F440-B9B8-C75371B884AC}" srcOrd="0" destOrd="0" presId="urn:microsoft.com/office/officeart/2005/8/layout/vList2"/>
    <dgm:cxn modelId="{692B22CD-BB58-DA4E-BA7F-052411615359}" type="presParOf" srcId="{8140508B-D532-7C48-AF10-12C0604B7883}" destId="{6C0A676E-A3F0-E34F-A90B-9A5DAB2FC54F}" srcOrd="0" destOrd="0" presId="urn:microsoft.com/office/officeart/2005/8/layout/vList2"/>
    <dgm:cxn modelId="{D2662270-663A-4F44-801F-DACB1D259C09}" type="presParOf" srcId="{8140508B-D532-7C48-AF10-12C0604B7883}" destId="{BB2B06B9-81F9-B844-8FE2-FD977F1A5C57}" srcOrd="1" destOrd="0" presId="urn:microsoft.com/office/officeart/2005/8/layout/vList2"/>
    <dgm:cxn modelId="{4CD56F88-07F5-4940-A78A-5528C6D43FDB}" type="presParOf" srcId="{8140508B-D532-7C48-AF10-12C0604B7883}" destId="{32D6D2DD-8FDF-BB43-8D78-F5F96A645988}" srcOrd="2" destOrd="0" presId="urn:microsoft.com/office/officeart/2005/8/layout/vList2"/>
    <dgm:cxn modelId="{59A832CA-D940-954E-988B-0518F94384A9}" type="presParOf" srcId="{8140508B-D532-7C48-AF10-12C0604B7883}" destId="{2E52AA61-3860-EE40-B79D-637669F7CEA4}" srcOrd="3" destOrd="0" presId="urn:microsoft.com/office/officeart/2005/8/layout/vList2"/>
    <dgm:cxn modelId="{FE751EFE-52F5-D741-AB68-C95EE52EED81}" type="presParOf" srcId="{8140508B-D532-7C48-AF10-12C0604B7883}" destId="{193BCB85-B73B-F440-B9B8-C75371B884AC}" srcOrd="4" destOrd="0" presId="urn:microsoft.com/office/officeart/2005/8/layout/vList2"/>
    <dgm:cxn modelId="{8992D64D-A870-CA4E-B975-7322CB37356C}" type="presParOf" srcId="{8140508B-D532-7C48-AF10-12C0604B7883}" destId="{9D395980-3A63-3045-B6B6-FF9562A2E953}" srcOrd="5" destOrd="0" presId="urn:microsoft.com/office/officeart/2005/8/layout/vList2"/>
    <dgm:cxn modelId="{2A6DC7A2-1D9E-2A4B-B6EB-C73FFBD466D7}" type="presParOf" srcId="{8140508B-D532-7C48-AF10-12C0604B7883}" destId="{A84FD710-7051-2C45-A9CE-48BAE9A2E794}" srcOrd="6" destOrd="0" presId="urn:microsoft.com/office/officeart/2005/8/layout/vList2"/>
    <dgm:cxn modelId="{D030D725-29D4-D54F-A146-92B1D11516C7}" type="presParOf" srcId="{8140508B-D532-7C48-AF10-12C0604B7883}" destId="{A2613DBE-47B0-274F-A1AE-0B93C98C9732}" srcOrd="7" destOrd="0" presId="urn:microsoft.com/office/officeart/2005/8/layout/vList2"/>
    <dgm:cxn modelId="{98B89D00-37B8-D941-9A97-C20874DA12B8}" type="presParOf" srcId="{8140508B-D532-7C48-AF10-12C0604B7883}" destId="{B8FC683D-35A1-254B-82CB-800B5FAF4BFA}" srcOrd="8" destOrd="0" presId="urn:microsoft.com/office/officeart/2005/8/layout/vList2"/>
    <dgm:cxn modelId="{FF715A2F-B13F-4B4A-967D-23ECC824D29F}" type="presParOf" srcId="{8140508B-D532-7C48-AF10-12C0604B7883}" destId="{62F1E889-297C-F740-9334-34246C56B63B}" srcOrd="9" destOrd="0" presId="urn:microsoft.com/office/officeart/2005/8/layout/vList2"/>
    <dgm:cxn modelId="{95A5EEE9-E8A2-B341-961F-2F296AFABBE1}" type="presParOf" srcId="{8140508B-D532-7C48-AF10-12C0604B7883}" destId="{7C6F1B11-E01A-AD4E-980E-F5E5B9E1C321}" srcOrd="10" destOrd="0" presId="urn:microsoft.com/office/officeart/2005/8/layout/vList2"/>
    <dgm:cxn modelId="{B5E9A362-57FE-EF46-94C9-515F09DD26C2}" type="presParOf" srcId="{8140508B-D532-7C48-AF10-12C0604B7883}" destId="{D39E3C96-0EE2-1943-B714-D072552304A1}" srcOrd="11" destOrd="0" presId="urn:microsoft.com/office/officeart/2005/8/layout/vList2"/>
    <dgm:cxn modelId="{B8BA882D-DE77-934D-8689-666DFD1C9C13}" type="presParOf" srcId="{8140508B-D532-7C48-AF10-12C0604B7883}" destId="{BDA7BE9F-4089-5F45-B1EB-1F6B988AF28B}"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764973-9861-4E4B-A04A-1A34782133B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33729C27-96DB-4C84-A875-9B8313584513}">
      <dgm:prSet/>
      <dgm:spPr/>
      <dgm:t>
        <a:bodyPr/>
        <a:lstStyle/>
        <a:p>
          <a:r>
            <a:rPr lang="en-US" dirty="0"/>
            <a:t>Censorship </a:t>
          </a:r>
        </a:p>
      </dgm:t>
    </dgm:pt>
    <dgm:pt modelId="{03A6C08E-8C84-4A9D-BA62-B72D3ADD7341}" type="parTrans" cxnId="{59400A10-9080-4AAA-97F6-22449A1CB345}">
      <dgm:prSet/>
      <dgm:spPr/>
      <dgm:t>
        <a:bodyPr/>
        <a:lstStyle/>
        <a:p>
          <a:endParaRPr lang="en-US"/>
        </a:p>
      </dgm:t>
    </dgm:pt>
    <dgm:pt modelId="{0AF829CB-18C7-423E-AC08-FDBDA85636A9}" type="sibTrans" cxnId="{59400A10-9080-4AAA-97F6-22449A1CB345}">
      <dgm:prSet/>
      <dgm:spPr/>
      <dgm:t>
        <a:bodyPr/>
        <a:lstStyle/>
        <a:p>
          <a:endParaRPr lang="en-US"/>
        </a:p>
      </dgm:t>
    </dgm:pt>
    <dgm:pt modelId="{D9D56424-DE2C-4B02-82A4-52B661A3BBEF}">
      <dgm:prSet/>
      <dgm:spPr/>
      <dgm:t>
        <a:bodyPr/>
        <a:lstStyle/>
        <a:p>
          <a:r>
            <a:rPr lang="en-US"/>
            <a:t>Guardrails </a:t>
          </a:r>
        </a:p>
      </dgm:t>
    </dgm:pt>
    <dgm:pt modelId="{EE1D29BB-FD3C-4513-8D1D-7904C3B4F061}" type="parTrans" cxnId="{9A42A203-4079-458A-B75F-0EDA140B2D12}">
      <dgm:prSet/>
      <dgm:spPr/>
      <dgm:t>
        <a:bodyPr/>
        <a:lstStyle/>
        <a:p>
          <a:endParaRPr lang="en-US"/>
        </a:p>
      </dgm:t>
    </dgm:pt>
    <dgm:pt modelId="{B8969ABC-C903-4485-A662-B7E959246259}" type="sibTrans" cxnId="{9A42A203-4079-458A-B75F-0EDA140B2D12}">
      <dgm:prSet/>
      <dgm:spPr/>
      <dgm:t>
        <a:bodyPr/>
        <a:lstStyle/>
        <a:p>
          <a:endParaRPr lang="en-US"/>
        </a:p>
      </dgm:t>
    </dgm:pt>
    <dgm:pt modelId="{D0D0A163-E680-4C63-88DF-9295A0FA9E0B}">
      <dgm:prSet/>
      <dgm:spPr/>
      <dgm:t>
        <a:bodyPr/>
        <a:lstStyle/>
        <a:p>
          <a:r>
            <a:rPr lang="en-US" dirty="0"/>
            <a:t>Accessibility </a:t>
          </a:r>
        </a:p>
      </dgm:t>
    </dgm:pt>
    <dgm:pt modelId="{91DBC05F-09DC-47F5-9618-4D418FD4B48C}" type="parTrans" cxnId="{A1DB3FBF-0236-4064-BB11-D6E0C8A73752}">
      <dgm:prSet/>
      <dgm:spPr/>
      <dgm:t>
        <a:bodyPr/>
        <a:lstStyle/>
        <a:p>
          <a:endParaRPr lang="en-US"/>
        </a:p>
      </dgm:t>
    </dgm:pt>
    <dgm:pt modelId="{DDF64CA9-8C69-4602-BEFE-55907624FA34}" type="sibTrans" cxnId="{A1DB3FBF-0236-4064-BB11-D6E0C8A73752}">
      <dgm:prSet/>
      <dgm:spPr/>
      <dgm:t>
        <a:bodyPr/>
        <a:lstStyle/>
        <a:p>
          <a:endParaRPr lang="en-US"/>
        </a:p>
      </dgm:t>
    </dgm:pt>
    <dgm:pt modelId="{DA88660F-E66B-4E45-9755-F8E5EEFB09B9}">
      <dgm:prSet/>
      <dgm:spPr/>
      <dgm:t>
        <a:bodyPr/>
        <a:lstStyle/>
        <a:p>
          <a:r>
            <a:rPr lang="en-US" dirty="0"/>
            <a:t>Diversity, Equity &amp; Inclusion </a:t>
          </a:r>
        </a:p>
      </dgm:t>
    </dgm:pt>
    <dgm:pt modelId="{423EC5BB-3598-4412-BBA4-6C9EB87D5825}" type="parTrans" cxnId="{06C2B0F8-6B94-4725-830B-A69BF30C040E}">
      <dgm:prSet/>
      <dgm:spPr/>
      <dgm:t>
        <a:bodyPr/>
        <a:lstStyle/>
        <a:p>
          <a:endParaRPr lang="en-US"/>
        </a:p>
      </dgm:t>
    </dgm:pt>
    <dgm:pt modelId="{68711404-3076-403D-BC48-B46990C01126}" type="sibTrans" cxnId="{06C2B0F8-6B94-4725-830B-A69BF30C040E}">
      <dgm:prSet/>
      <dgm:spPr/>
      <dgm:t>
        <a:bodyPr/>
        <a:lstStyle/>
        <a:p>
          <a:endParaRPr lang="en-US"/>
        </a:p>
      </dgm:t>
    </dgm:pt>
    <dgm:pt modelId="{421D7D1B-F7D2-47CB-84EF-1597075F40A1}">
      <dgm:prSet/>
      <dgm:spPr/>
      <dgm:t>
        <a:bodyPr/>
        <a:lstStyle/>
        <a:p>
          <a:r>
            <a:rPr lang="en-US" dirty="0"/>
            <a:t>Legal / Ethical / Moral </a:t>
          </a:r>
        </a:p>
      </dgm:t>
    </dgm:pt>
    <dgm:pt modelId="{7177B77D-3209-4EAA-AF42-4B11D9D56BD2}" type="parTrans" cxnId="{B518FD8F-95B5-4E89-997C-89B98406A9FE}">
      <dgm:prSet/>
      <dgm:spPr/>
      <dgm:t>
        <a:bodyPr/>
        <a:lstStyle/>
        <a:p>
          <a:endParaRPr lang="en-US"/>
        </a:p>
      </dgm:t>
    </dgm:pt>
    <dgm:pt modelId="{D670621F-E519-4DBC-B824-CF874FC11F1C}" type="sibTrans" cxnId="{B518FD8F-95B5-4E89-997C-89B98406A9FE}">
      <dgm:prSet/>
      <dgm:spPr/>
      <dgm:t>
        <a:bodyPr/>
        <a:lstStyle/>
        <a:p>
          <a:endParaRPr lang="en-US"/>
        </a:p>
      </dgm:t>
    </dgm:pt>
    <dgm:pt modelId="{980A8909-D75F-4817-9AF2-DDAA8F91FF42}">
      <dgm:prSet/>
      <dgm:spPr/>
      <dgm:t>
        <a:bodyPr/>
        <a:lstStyle/>
        <a:p>
          <a:r>
            <a:rPr lang="en-US" dirty="0"/>
            <a:t>Money</a:t>
          </a:r>
        </a:p>
      </dgm:t>
    </dgm:pt>
    <dgm:pt modelId="{DA494595-080B-45EC-B97F-21A64FF878C6}" type="parTrans" cxnId="{4717A2E3-449A-4A23-A3CB-D2BB03912682}">
      <dgm:prSet/>
      <dgm:spPr/>
      <dgm:t>
        <a:bodyPr/>
        <a:lstStyle/>
        <a:p>
          <a:endParaRPr lang="en-US"/>
        </a:p>
      </dgm:t>
    </dgm:pt>
    <dgm:pt modelId="{B7A74D0A-4D17-4ED5-AD0A-856E051E3628}" type="sibTrans" cxnId="{4717A2E3-449A-4A23-A3CB-D2BB03912682}">
      <dgm:prSet/>
      <dgm:spPr/>
      <dgm:t>
        <a:bodyPr/>
        <a:lstStyle/>
        <a:p>
          <a:endParaRPr lang="en-US"/>
        </a:p>
      </dgm:t>
    </dgm:pt>
    <dgm:pt modelId="{5A35DCC9-94DA-CF4C-B723-7A8BBFE95F18}">
      <dgm:prSet/>
      <dgm:spPr/>
      <dgm:t>
        <a:bodyPr/>
        <a:lstStyle/>
        <a:p>
          <a:r>
            <a:rPr lang="en-US" dirty="0"/>
            <a:t>Bias</a:t>
          </a:r>
        </a:p>
      </dgm:t>
    </dgm:pt>
    <dgm:pt modelId="{1C28BBB5-6421-FA45-B477-DFA2E0622BD1}" type="parTrans" cxnId="{CAD544D1-A4E4-7945-9CD7-7EBD3BAFA247}">
      <dgm:prSet/>
      <dgm:spPr/>
      <dgm:t>
        <a:bodyPr/>
        <a:lstStyle/>
        <a:p>
          <a:endParaRPr lang="en-US"/>
        </a:p>
      </dgm:t>
    </dgm:pt>
    <dgm:pt modelId="{D2100AED-AB0D-B147-93E6-2199C652F06F}" type="sibTrans" cxnId="{CAD544D1-A4E4-7945-9CD7-7EBD3BAFA247}">
      <dgm:prSet/>
      <dgm:spPr/>
      <dgm:t>
        <a:bodyPr/>
        <a:lstStyle/>
        <a:p>
          <a:endParaRPr lang="en-US"/>
        </a:p>
      </dgm:t>
    </dgm:pt>
    <dgm:pt modelId="{20D03E7D-C88D-0542-B099-0E5CE9B0CCCF}" type="pres">
      <dgm:prSet presAssocID="{23764973-9861-4E4B-A04A-1A34782133B8}" presName="linear" presStyleCnt="0">
        <dgm:presLayoutVars>
          <dgm:animLvl val="lvl"/>
          <dgm:resizeHandles val="exact"/>
        </dgm:presLayoutVars>
      </dgm:prSet>
      <dgm:spPr/>
    </dgm:pt>
    <dgm:pt modelId="{F89CE5AF-B52F-A04F-B3D8-0F6262F9B4C2}" type="pres">
      <dgm:prSet presAssocID="{5A35DCC9-94DA-CF4C-B723-7A8BBFE95F18}" presName="parentText" presStyleLbl="node1" presStyleIdx="0" presStyleCnt="7">
        <dgm:presLayoutVars>
          <dgm:chMax val="0"/>
          <dgm:bulletEnabled val="1"/>
        </dgm:presLayoutVars>
      </dgm:prSet>
      <dgm:spPr/>
    </dgm:pt>
    <dgm:pt modelId="{2F1B3707-E7D4-1D46-9622-727151709F0C}" type="pres">
      <dgm:prSet presAssocID="{D2100AED-AB0D-B147-93E6-2199C652F06F}" presName="spacer" presStyleCnt="0"/>
      <dgm:spPr/>
    </dgm:pt>
    <dgm:pt modelId="{84F60809-C251-A345-8F28-7053BA1BE8E4}" type="pres">
      <dgm:prSet presAssocID="{33729C27-96DB-4C84-A875-9B8313584513}" presName="parentText" presStyleLbl="node1" presStyleIdx="1" presStyleCnt="7">
        <dgm:presLayoutVars>
          <dgm:chMax val="0"/>
          <dgm:bulletEnabled val="1"/>
        </dgm:presLayoutVars>
      </dgm:prSet>
      <dgm:spPr/>
    </dgm:pt>
    <dgm:pt modelId="{1572B605-9AB2-6F40-9342-8075B81F8ACB}" type="pres">
      <dgm:prSet presAssocID="{0AF829CB-18C7-423E-AC08-FDBDA85636A9}" presName="spacer" presStyleCnt="0"/>
      <dgm:spPr/>
    </dgm:pt>
    <dgm:pt modelId="{2700F89A-C5AB-3C48-81CA-EA3EAD1E45E5}" type="pres">
      <dgm:prSet presAssocID="{D9D56424-DE2C-4B02-82A4-52B661A3BBEF}" presName="parentText" presStyleLbl="node1" presStyleIdx="2" presStyleCnt="7">
        <dgm:presLayoutVars>
          <dgm:chMax val="0"/>
          <dgm:bulletEnabled val="1"/>
        </dgm:presLayoutVars>
      </dgm:prSet>
      <dgm:spPr/>
    </dgm:pt>
    <dgm:pt modelId="{CD5FB12F-6FB7-5E4A-80A4-8C21107D43F1}" type="pres">
      <dgm:prSet presAssocID="{B8969ABC-C903-4485-A662-B7E959246259}" presName="spacer" presStyleCnt="0"/>
      <dgm:spPr/>
    </dgm:pt>
    <dgm:pt modelId="{386E2FD3-205F-2E41-BAD9-9C2121A43C99}" type="pres">
      <dgm:prSet presAssocID="{D0D0A163-E680-4C63-88DF-9295A0FA9E0B}" presName="parentText" presStyleLbl="node1" presStyleIdx="3" presStyleCnt="7">
        <dgm:presLayoutVars>
          <dgm:chMax val="0"/>
          <dgm:bulletEnabled val="1"/>
        </dgm:presLayoutVars>
      </dgm:prSet>
      <dgm:spPr/>
    </dgm:pt>
    <dgm:pt modelId="{7F94C884-8A53-0843-A428-3ED715ABAB56}" type="pres">
      <dgm:prSet presAssocID="{DDF64CA9-8C69-4602-BEFE-55907624FA34}" presName="spacer" presStyleCnt="0"/>
      <dgm:spPr/>
    </dgm:pt>
    <dgm:pt modelId="{B8F7C9A0-A4EE-1E49-A3FD-265746264F39}" type="pres">
      <dgm:prSet presAssocID="{DA88660F-E66B-4E45-9755-F8E5EEFB09B9}" presName="parentText" presStyleLbl="node1" presStyleIdx="4" presStyleCnt="7">
        <dgm:presLayoutVars>
          <dgm:chMax val="0"/>
          <dgm:bulletEnabled val="1"/>
        </dgm:presLayoutVars>
      </dgm:prSet>
      <dgm:spPr/>
    </dgm:pt>
    <dgm:pt modelId="{31D66038-CA76-2F41-BB3C-30EA2707B43B}" type="pres">
      <dgm:prSet presAssocID="{68711404-3076-403D-BC48-B46990C01126}" presName="spacer" presStyleCnt="0"/>
      <dgm:spPr/>
    </dgm:pt>
    <dgm:pt modelId="{DFA50F52-3C0B-FA44-93B6-8E1FD7928769}" type="pres">
      <dgm:prSet presAssocID="{421D7D1B-F7D2-47CB-84EF-1597075F40A1}" presName="parentText" presStyleLbl="node1" presStyleIdx="5" presStyleCnt="7">
        <dgm:presLayoutVars>
          <dgm:chMax val="0"/>
          <dgm:bulletEnabled val="1"/>
        </dgm:presLayoutVars>
      </dgm:prSet>
      <dgm:spPr/>
    </dgm:pt>
    <dgm:pt modelId="{74CD7F06-FDE1-7242-B5DB-F9243C1C93EB}" type="pres">
      <dgm:prSet presAssocID="{D670621F-E519-4DBC-B824-CF874FC11F1C}" presName="spacer" presStyleCnt="0"/>
      <dgm:spPr/>
    </dgm:pt>
    <dgm:pt modelId="{2EF34CE3-CCB0-D541-8CC1-165AE3E326E8}" type="pres">
      <dgm:prSet presAssocID="{980A8909-D75F-4817-9AF2-DDAA8F91FF42}" presName="parentText" presStyleLbl="node1" presStyleIdx="6" presStyleCnt="7">
        <dgm:presLayoutVars>
          <dgm:chMax val="0"/>
          <dgm:bulletEnabled val="1"/>
        </dgm:presLayoutVars>
      </dgm:prSet>
      <dgm:spPr/>
    </dgm:pt>
  </dgm:ptLst>
  <dgm:cxnLst>
    <dgm:cxn modelId="{9A42A203-4079-458A-B75F-0EDA140B2D12}" srcId="{23764973-9861-4E4B-A04A-1A34782133B8}" destId="{D9D56424-DE2C-4B02-82A4-52B661A3BBEF}" srcOrd="2" destOrd="0" parTransId="{EE1D29BB-FD3C-4513-8D1D-7904C3B4F061}" sibTransId="{B8969ABC-C903-4485-A662-B7E959246259}"/>
    <dgm:cxn modelId="{59400A10-9080-4AAA-97F6-22449A1CB345}" srcId="{23764973-9861-4E4B-A04A-1A34782133B8}" destId="{33729C27-96DB-4C84-A875-9B8313584513}" srcOrd="1" destOrd="0" parTransId="{03A6C08E-8C84-4A9D-BA62-B72D3ADD7341}" sibTransId="{0AF829CB-18C7-423E-AC08-FDBDA85636A9}"/>
    <dgm:cxn modelId="{AF284311-8D1C-DC43-B4C4-3FB256716446}" type="presOf" srcId="{D9D56424-DE2C-4B02-82A4-52B661A3BBEF}" destId="{2700F89A-C5AB-3C48-81CA-EA3EAD1E45E5}" srcOrd="0" destOrd="0" presId="urn:microsoft.com/office/officeart/2005/8/layout/vList2"/>
    <dgm:cxn modelId="{2BE99020-35E2-1F47-8030-F426CDAB8A0D}" type="presOf" srcId="{980A8909-D75F-4817-9AF2-DDAA8F91FF42}" destId="{2EF34CE3-CCB0-D541-8CC1-165AE3E326E8}" srcOrd="0" destOrd="0" presId="urn:microsoft.com/office/officeart/2005/8/layout/vList2"/>
    <dgm:cxn modelId="{BB22476D-116D-A04B-A04E-F703360FB4D9}" type="presOf" srcId="{D0D0A163-E680-4C63-88DF-9295A0FA9E0B}" destId="{386E2FD3-205F-2E41-BAD9-9C2121A43C99}" srcOrd="0" destOrd="0" presId="urn:microsoft.com/office/officeart/2005/8/layout/vList2"/>
    <dgm:cxn modelId="{B518FD8F-95B5-4E89-997C-89B98406A9FE}" srcId="{23764973-9861-4E4B-A04A-1A34782133B8}" destId="{421D7D1B-F7D2-47CB-84EF-1597075F40A1}" srcOrd="5" destOrd="0" parTransId="{7177B77D-3209-4EAA-AF42-4B11D9D56BD2}" sibTransId="{D670621F-E519-4DBC-B824-CF874FC11F1C}"/>
    <dgm:cxn modelId="{A1DB3FBF-0236-4064-BB11-D6E0C8A73752}" srcId="{23764973-9861-4E4B-A04A-1A34782133B8}" destId="{D0D0A163-E680-4C63-88DF-9295A0FA9E0B}" srcOrd="3" destOrd="0" parTransId="{91DBC05F-09DC-47F5-9618-4D418FD4B48C}" sibTransId="{DDF64CA9-8C69-4602-BEFE-55907624FA34}"/>
    <dgm:cxn modelId="{E4A61DCA-C3E7-A043-B2C1-512CD13F6FC8}" type="presOf" srcId="{33729C27-96DB-4C84-A875-9B8313584513}" destId="{84F60809-C251-A345-8F28-7053BA1BE8E4}" srcOrd="0" destOrd="0" presId="urn:microsoft.com/office/officeart/2005/8/layout/vList2"/>
    <dgm:cxn modelId="{9D0826D1-F47C-8149-9C36-A9BF2145F1B5}" type="presOf" srcId="{23764973-9861-4E4B-A04A-1A34782133B8}" destId="{20D03E7D-C88D-0542-B099-0E5CE9B0CCCF}" srcOrd="0" destOrd="0" presId="urn:microsoft.com/office/officeart/2005/8/layout/vList2"/>
    <dgm:cxn modelId="{CAD544D1-A4E4-7945-9CD7-7EBD3BAFA247}" srcId="{23764973-9861-4E4B-A04A-1A34782133B8}" destId="{5A35DCC9-94DA-CF4C-B723-7A8BBFE95F18}" srcOrd="0" destOrd="0" parTransId="{1C28BBB5-6421-FA45-B477-DFA2E0622BD1}" sibTransId="{D2100AED-AB0D-B147-93E6-2199C652F06F}"/>
    <dgm:cxn modelId="{4717A2E3-449A-4A23-A3CB-D2BB03912682}" srcId="{23764973-9861-4E4B-A04A-1A34782133B8}" destId="{980A8909-D75F-4817-9AF2-DDAA8F91FF42}" srcOrd="6" destOrd="0" parTransId="{DA494595-080B-45EC-B97F-21A64FF878C6}" sibTransId="{B7A74D0A-4D17-4ED5-AD0A-856E051E3628}"/>
    <dgm:cxn modelId="{A2AD4CE8-428A-5248-9E94-A1C6DB7829D3}" type="presOf" srcId="{421D7D1B-F7D2-47CB-84EF-1597075F40A1}" destId="{DFA50F52-3C0B-FA44-93B6-8E1FD7928769}" srcOrd="0" destOrd="0" presId="urn:microsoft.com/office/officeart/2005/8/layout/vList2"/>
    <dgm:cxn modelId="{F85353F0-8290-9E4C-918B-6A318650773B}" type="presOf" srcId="{DA88660F-E66B-4E45-9755-F8E5EEFB09B9}" destId="{B8F7C9A0-A4EE-1E49-A3FD-265746264F39}" srcOrd="0" destOrd="0" presId="urn:microsoft.com/office/officeart/2005/8/layout/vList2"/>
    <dgm:cxn modelId="{474807F1-8401-F24F-A1DB-27B94600DFAB}" type="presOf" srcId="{5A35DCC9-94DA-CF4C-B723-7A8BBFE95F18}" destId="{F89CE5AF-B52F-A04F-B3D8-0F6262F9B4C2}" srcOrd="0" destOrd="0" presId="urn:microsoft.com/office/officeart/2005/8/layout/vList2"/>
    <dgm:cxn modelId="{06C2B0F8-6B94-4725-830B-A69BF30C040E}" srcId="{23764973-9861-4E4B-A04A-1A34782133B8}" destId="{DA88660F-E66B-4E45-9755-F8E5EEFB09B9}" srcOrd="4" destOrd="0" parTransId="{423EC5BB-3598-4412-BBA4-6C9EB87D5825}" sibTransId="{68711404-3076-403D-BC48-B46990C01126}"/>
    <dgm:cxn modelId="{A38CB8BC-5D07-7C48-9AAA-ED9C2B9FB4F9}" type="presParOf" srcId="{20D03E7D-C88D-0542-B099-0E5CE9B0CCCF}" destId="{F89CE5AF-B52F-A04F-B3D8-0F6262F9B4C2}" srcOrd="0" destOrd="0" presId="urn:microsoft.com/office/officeart/2005/8/layout/vList2"/>
    <dgm:cxn modelId="{15B3734C-17C1-1545-9B6F-AC79A9C1272C}" type="presParOf" srcId="{20D03E7D-C88D-0542-B099-0E5CE9B0CCCF}" destId="{2F1B3707-E7D4-1D46-9622-727151709F0C}" srcOrd="1" destOrd="0" presId="urn:microsoft.com/office/officeart/2005/8/layout/vList2"/>
    <dgm:cxn modelId="{5A3094B0-B0D9-2E4F-9AD5-30016804C97A}" type="presParOf" srcId="{20D03E7D-C88D-0542-B099-0E5CE9B0CCCF}" destId="{84F60809-C251-A345-8F28-7053BA1BE8E4}" srcOrd="2" destOrd="0" presId="urn:microsoft.com/office/officeart/2005/8/layout/vList2"/>
    <dgm:cxn modelId="{ABD089C6-CDBA-F649-9843-AAAEAC20F2AE}" type="presParOf" srcId="{20D03E7D-C88D-0542-B099-0E5CE9B0CCCF}" destId="{1572B605-9AB2-6F40-9342-8075B81F8ACB}" srcOrd="3" destOrd="0" presId="urn:microsoft.com/office/officeart/2005/8/layout/vList2"/>
    <dgm:cxn modelId="{48B7E1A6-69A8-3841-A8AF-816BA55B8BC4}" type="presParOf" srcId="{20D03E7D-C88D-0542-B099-0E5CE9B0CCCF}" destId="{2700F89A-C5AB-3C48-81CA-EA3EAD1E45E5}" srcOrd="4" destOrd="0" presId="urn:microsoft.com/office/officeart/2005/8/layout/vList2"/>
    <dgm:cxn modelId="{0A448827-29C7-5B47-BC8B-82BA25C622E7}" type="presParOf" srcId="{20D03E7D-C88D-0542-B099-0E5CE9B0CCCF}" destId="{CD5FB12F-6FB7-5E4A-80A4-8C21107D43F1}" srcOrd="5" destOrd="0" presId="urn:microsoft.com/office/officeart/2005/8/layout/vList2"/>
    <dgm:cxn modelId="{EBF4E3BF-5CE4-574C-8AF8-E35E2F4E1AF5}" type="presParOf" srcId="{20D03E7D-C88D-0542-B099-0E5CE9B0CCCF}" destId="{386E2FD3-205F-2E41-BAD9-9C2121A43C99}" srcOrd="6" destOrd="0" presId="urn:microsoft.com/office/officeart/2005/8/layout/vList2"/>
    <dgm:cxn modelId="{47DB9AA7-AD81-6945-9A84-D0248DAE5952}" type="presParOf" srcId="{20D03E7D-C88D-0542-B099-0E5CE9B0CCCF}" destId="{7F94C884-8A53-0843-A428-3ED715ABAB56}" srcOrd="7" destOrd="0" presId="urn:microsoft.com/office/officeart/2005/8/layout/vList2"/>
    <dgm:cxn modelId="{B5763A5D-BA86-ED4D-91DB-6289CE722960}" type="presParOf" srcId="{20D03E7D-C88D-0542-B099-0E5CE9B0CCCF}" destId="{B8F7C9A0-A4EE-1E49-A3FD-265746264F39}" srcOrd="8" destOrd="0" presId="urn:microsoft.com/office/officeart/2005/8/layout/vList2"/>
    <dgm:cxn modelId="{82BBA3C0-409C-524E-B423-ADA5EF829AEA}" type="presParOf" srcId="{20D03E7D-C88D-0542-B099-0E5CE9B0CCCF}" destId="{31D66038-CA76-2F41-BB3C-30EA2707B43B}" srcOrd="9" destOrd="0" presId="urn:microsoft.com/office/officeart/2005/8/layout/vList2"/>
    <dgm:cxn modelId="{95E65D84-D5E6-2740-ACF0-4C7A77DCFF1C}" type="presParOf" srcId="{20D03E7D-C88D-0542-B099-0E5CE9B0CCCF}" destId="{DFA50F52-3C0B-FA44-93B6-8E1FD7928769}" srcOrd="10" destOrd="0" presId="urn:microsoft.com/office/officeart/2005/8/layout/vList2"/>
    <dgm:cxn modelId="{651FD319-2B59-044F-BF95-1356DDC362F8}" type="presParOf" srcId="{20D03E7D-C88D-0542-B099-0E5CE9B0CCCF}" destId="{74CD7F06-FDE1-7242-B5DB-F9243C1C93EB}" srcOrd="11" destOrd="0" presId="urn:microsoft.com/office/officeart/2005/8/layout/vList2"/>
    <dgm:cxn modelId="{C38169F9-9109-5A47-AF2D-39438916589E}" type="presParOf" srcId="{20D03E7D-C88D-0542-B099-0E5CE9B0CCCF}" destId="{2EF34CE3-CCB0-D541-8CC1-165AE3E326E8}"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03BE0-F9BF-463D-948E-828DA36A9DB9}">
      <dsp:nvSpPr>
        <dsp:cNvPr id="0" name=""/>
        <dsp:cNvSpPr/>
      </dsp:nvSpPr>
      <dsp:spPr>
        <a:xfrm rot="5400000">
          <a:off x="1851639"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9FA2F2-37B4-438D-829E-AB6E2EA70DD3}">
      <dsp:nvSpPr>
        <dsp:cNvPr id="0" name=""/>
        <dsp:cNvSpPr/>
      </dsp:nvSpPr>
      <dsp:spPr>
        <a:xfrm>
          <a:off x="2143801" y="2392"/>
          <a:ext cx="1702795" cy="1021677"/>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 Problem Formulation</a:t>
          </a:r>
        </a:p>
      </dsp:txBody>
      <dsp:txXfrm>
        <a:off x="2173725" y="32316"/>
        <a:ext cx="1642947" cy="961829"/>
      </dsp:txXfrm>
    </dsp:sp>
    <dsp:sp modelId="{22C5F0AE-119A-4FF5-955A-11F487BB3E36}">
      <dsp:nvSpPr>
        <dsp:cNvPr id="0" name=""/>
        <dsp:cNvSpPr/>
      </dsp:nvSpPr>
      <dsp:spPr>
        <a:xfrm rot="5400000">
          <a:off x="1851639"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B9AEBB-C547-4ADB-9ACD-FB6322B982CF}">
      <dsp:nvSpPr>
        <dsp:cNvPr id="0" name=""/>
        <dsp:cNvSpPr/>
      </dsp:nvSpPr>
      <dsp:spPr>
        <a:xfrm>
          <a:off x="2143801"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 Data Gathering &amp; Structuring </a:t>
          </a:r>
        </a:p>
      </dsp:txBody>
      <dsp:txXfrm>
        <a:off x="2173725" y="1309412"/>
        <a:ext cx="1642947" cy="961829"/>
      </dsp:txXfrm>
    </dsp:sp>
    <dsp:sp modelId="{EC6F95F9-672C-465A-B9EB-55D8DE1349E0}">
      <dsp:nvSpPr>
        <dsp:cNvPr id="0" name=""/>
        <dsp:cNvSpPr/>
      </dsp:nvSpPr>
      <dsp:spPr>
        <a:xfrm rot="5400000">
          <a:off x="1851639"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D82AA3-6CE0-4F8A-8382-EC3AE64E90A6}">
      <dsp:nvSpPr>
        <dsp:cNvPr id="0" name=""/>
        <dsp:cNvSpPr/>
      </dsp:nvSpPr>
      <dsp:spPr>
        <a:xfrm>
          <a:off x="2143801"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3. Data Exploration </a:t>
          </a:r>
        </a:p>
      </dsp:txBody>
      <dsp:txXfrm>
        <a:off x="2173725" y="2586509"/>
        <a:ext cx="1642947" cy="961829"/>
      </dsp:txXfrm>
    </dsp:sp>
    <dsp:sp modelId="{E26C392B-D61C-417E-9BB0-3A03FEFF90F5}">
      <dsp:nvSpPr>
        <dsp:cNvPr id="0" name=""/>
        <dsp:cNvSpPr/>
      </dsp:nvSpPr>
      <dsp:spPr>
        <a:xfrm>
          <a:off x="2490187" y="4006874"/>
          <a:ext cx="2258890"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F5AE33-4303-4913-86DE-A2EB71EDBF06}">
      <dsp:nvSpPr>
        <dsp:cNvPr id="0" name=""/>
        <dsp:cNvSpPr/>
      </dsp:nvSpPr>
      <dsp:spPr>
        <a:xfrm>
          <a:off x="2143801" y="3833681"/>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 Feature Engineering </a:t>
          </a:r>
        </a:p>
      </dsp:txBody>
      <dsp:txXfrm>
        <a:off x="2173725" y="3863605"/>
        <a:ext cx="1642947" cy="961829"/>
      </dsp:txXfrm>
    </dsp:sp>
    <dsp:sp modelId="{BCFA2337-2519-44BF-8C1C-A89272E08B45}">
      <dsp:nvSpPr>
        <dsp:cNvPr id="0" name=""/>
        <dsp:cNvSpPr/>
      </dsp:nvSpPr>
      <dsp:spPr>
        <a:xfrm rot="16200000">
          <a:off x="4116356"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ECA7B7-BE88-44CC-BE08-84002C053050}">
      <dsp:nvSpPr>
        <dsp:cNvPr id="0" name=""/>
        <dsp:cNvSpPr/>
      </dsp:nvSpPr>
      <dsp:spPr>
        <a:xfrm>
          <a:off x="4408518" y="3833681"/>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 Multi-Model Training </a:t>
          </a:r>
        </a:p>
      </dsp:txBody>
      <dsp:txXfrm>
        <a:off x="4438442" y="3863605"/>
        <a:ext cx="1642947" cy="961829"/>
      </dsp:txXfrm>
    </dsp:sp>
    <dsp:sp modelId="{601B3EC7-BA89-44DC-8657-748D76AAE661}">
      <dsp:nvSpPr>
        <dsp:cNvPr id="0" name=""/>
        <dsp:cNvSpPr/>
      </dsp:nvSpPr>
      <dsp:spPr>
        <a:xfrm rot="16200000">
          <a:off x="4116356"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6D409B-86A2-4BC8-B9C4-8D60F80213F4}">
      <dsp:nvSpPr>
        <dsp:cNvPr id="0" name=""/>
        <dsp:cNvSpPr/>
      </dsp:nvSpPr>
      <dsp:spPr>
        <a:xfrm>
          <a:off x="4408518"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6. Model Simulation </a:t>
          </a:r>
        </a:p>
      </dsp:txBody>
      <dsp:txXfrm>
        <a:off x="4438442" y="2586509"/>
        <a:ext cx="1642947" cy="961829"/>
      </dsp:txXfrm>
    </dsp:sp>
    <dsp:sp modelId="{96B7452D-282D-42C6-8049-18EB71297A9B}">
      <dsp:nvSpPr>
        <dsp:cNvPr id="0" name=""/>
        <dsp:cNvSpPr/>
      </dsp:nvSpPr>
      <dsp:spPr>
        <a:xfrm rot="16200000">
          <a:off x="4116356"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F48EAA-7AF8-4426-A81C-2DD58D6D17B7}">
      <dsp:nvSpPr>
        <dsp:cNvPr id="0" name=""/>
        <dsp:cNvSpPr/>
      </dsp:nvSpPr>
      <dsp:spPr>
        <a:xfrm>
          <a:off x="4408518"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7. Model Interpretability</a:t>
          </a:r>
        </a:p>
      </dsp:txBody>
      <dsp:txXfrm>
        <a:off x="4438442" y="1309412"/>
        <a:ext cx="1642947" cy="961829"/>
      </dsp:txXfrm>
    </dsp:sp>
    <dsp:sp modelId="{DE1A1961-B0BA-4D39-823B-FF4D8C7C1189}">
      <dsp:nvSpPr>
        <dsp:cNvPr id="0" name=""/>
        <dsp:cNvSpPr/>
      </dsp:nvSpPr>
      <dsp:spPr>
        <a:xfrm>
          <a:off x="4754905" y="175585"/>
          <a:ext cx="2258890"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C63491-3F86-45F2-ADA8-BBCC8B4185A6}">
      <dsp:nvSpPr>
        <dsp:cNvPr id="0" name=""/>
        <dsp:cNvSpPr/>
      </dsp:nvSpPr>
      <dsp:spPr>
        <a:xfrm>
          <a:off x="4408518" y="2392"/>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8. Model Calibration &amp; Deployment </a:t>
          </a:r>
        </a:p>
      </dsp:txBody>
      <dsp:txXfrm>
        <a:off x="4438442" y="32316"/>
        <a:ext cx="1642947" cy="961829"/>
      </dsp:txXfrm>
    </dsp:sp>
    <dsp:sp modelId="{2931B010-1DFB-477C-8EB6-BD80BE25019C}">
      <dsp:nvSpPr>
        <dsp:cNvPr id="0" name=""/>
        <dsp:cNvSpPr/>
      </dsp:nvSpPr>
      <dsp:spPr>
        <a:xfrm rot="5400000">
          <a:off x="6381074"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5DC46EE-B2D3-4C95-8579-79B016778269}">
      <dsp:nvSpPr>
        <dsp:cNvPr id="0" name=""/>
        <dsp:cNvSpPr/>
      </dsp:nvSpPr>
      <dsp:spPr>
        <a:xfrm>
          <a:off x="6673236" y="2392"/>
          <a:ext cx="1702795" cy="1021677"/>
        </a:xfrm>
        <a:prstGeom prst="roundRect">
          <a:avLst>
            <a:gd name="adj" fmla="val 10000"/>
          </a:avLst>
        </a:prstGeom>
        <a:solidFill>
          <a:schemeClr val="accent6">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9. Model Documentation</a:t>
          </a:r>
        </a:p>
      </dsp:txBody>
      <dsp:txXfrm>
        <a:off x="6703160" y="32316"/>
        <a:ext cx="1642947" cy="961829"/>
      </dsp:txXfrm>
    </dsp:sp>
    <dsp:sp modelId="{53464712-F557-428C-AFFD-AB65EB8A8932}">
      <dsp:nvSpPr>
        <dsp:cNvPr id="0" name=""/>
        <dsp:cNvSpPr/>
      </dsp:nvSpPr>
      <dsp:spPr>
        <a:xfrm rot="5400000">
          <a:off x="6381074"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6B3D8E-A5CC-41DC-9333-B48A2070C928}">
      <dsp:nvSpPr>
        <dsp:cNvPr id="0" name=""/>
        <dsp:cNvSpPr/>
      </dsp:nvSpPr>
      <dsp:spPr>
        <a:xfrm>
          <a:off x="6673236"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10. Model Integration </a:t>
          </a:r>
        </a:p>
      </dsp:txBody>
      <dsp:txXfrm>
        <a:off x="6703160" y="1309412"/>
        <a:ext cx="1642947" cy="961829"/>
      </dsp:txXfrm>
    </dsp:sp>
    <dsp:sp modelId="{8606C976-DFD7-4931-9253-8AFA8400432C}">
      <dsp:nvSpPr>
        <dsp:cNvPr id="0" name=""/>
        <dsp:cNvSpPr/>
      </dsp:nvSpPr>
      <dsp:spPr>
        <a:xfrm rot="5400000">
          <a:off x="6381074"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F7E7EC-6B9A-44CC-94EC-F85508203ACA}">
      <dsp:nvSpPr>
        <dsp:cNvPr id="0" name=""/>
        <dsp:cNvSpPr/>
      </dsp:nvSpPr>
      <dsp:spPr>
        <a:xfrm>
          <a:off x="6673236"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11. Model Monitoring </a:t>
          </a:r>
        </a:p>
      </dsp:txBody>
      <dsp:txXfrm>
        <a:off x="6703160" y="2586509"/>
        <a:ext cx="1642947" cy="961829"/>
      </dsp:txXfrm>
    </dsp:sp>
    <dsp:sp modelId="{0B4CDCFA-F4C0-401B-B7B0-0562853EFCC7}">
      <dsp:nvSpPr>
        <dsp:cNvPr id="0" name=""/>
        <dsp:cNvSpPr/>
      </dsp:nvSpPr>
      <dsp:spPr>
        <a:xfrm>
          <a:off x="6673236" y="3833681"/>
          <a:ext cx="1702795" cy="1021677"/>
        </a:xfrm>
        <a:prstGeom prst="roundRect">
          <a:avLst>
            <a:gd name="adj" fmla="val 10000"/>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12. Periodically Retrain </a:t>
          </a:r>
        </a:p>
      </dsp:txBody>
      <dsp:txXfrm>
        <a:off x="6703160" y="3863605"/>
        <a:ext cx="1642947" cy="9618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75B976-8291-4380-8316-4F421689E3DB}">
      <dsp:nvSpPr>
        <dsp:cNvPr id="0" name=""/>
        <dsp:cNvSpPr/>
      </dsp:nvSpPr>
      <dsp:spPr>
        <a:xfrm>
          <a:off x="1284" y="63161"/>
          <a:ext cx="2504614" cy="100184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684" tIns="69342" rIns="34671" bIns="69342" numCol="1" spcCol="1270" anchor="ctr" anchorCtr="0">
          <a:noAutofit/>
        </a:bodyPr>
        <a:lstStyle/>
        <a:p>
          <a:pPr marL="0" lvl="0" indent="0" algn="ctr" defTabSz="1155700">
            <a:lnSpc>
              <a:spcPct val="90000"/>
            </a:lnSpc>
            <a:spcBef>
              <a:spcPct val="0"/>
            </a:spcBef>
            <a:spcAft>
              <a:spcPct val="35000"/>
            </a:spcAft>
            <a:buNone/>
          </a:pPr>
          <a:r>
            <a:rPr lang="en-US" sz="2600" kern="1200" dirty="0"/>
            <a:t>Rules</a:t>
          </a:r>
        </a:p>
      </dsp:txBody>
      <dsp:txXfrm>
        <a:off x="1284" y="63161"/>
        <a:ext cx="2254153" cy="1001845"/>
      </dsp:txXfrm>
    </dsp:sp>
    <dsp:sp modelId="{0A173CA4-D212-4BFE-892C-11F1A624FE42}">
      <dsp:nvSpPr>
        <dsp:cNvPr id="0" name=""/>
        <dsp:cNvSpPr/>
      </dsp:nvSpPr>
      <dsp:spPr>
        <a:xfrm>
          <a:off x="2004976" y="63161"/>
          <a:ext cx="2504614" cy="100184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69342" rIns="34671" bIns="69342" numCol="1" spcCol="1270" anchor="ctr" anchorCtr="0">
          <a:noAutofit/>
        </a:bodyPr>
        <a:lstStyle/>
        <a:p>
          <a:pPr marL="0" lvl="0" indent="0" algn="ctr" defTabSz="1155700">
            <a:lnSpc>
              <a:spcPct val="90000"/>
            </a:lnSpc>
            <a:spcBef>
              <a:spcPct val="0"/>
            </a:spcBef>
            <a:spcAft>
              <a:spcPct val="35000"/>
            </a:spcAft>
            <a:buNone/>
          </a:pPr>
          <a:r>
            <a:rPr lang="en-US" sz="2600" kern="1200" dirty="0"/>
            <a:t>Analytics</a:t>
          </a:r>
        </a:p>
      </dsp:txBody>
      <dsp:txXfrm>
        <a:off x="2505899" y="63161"/>
        <a:ext cx="1502769" cy="1001845"/>
      </dsp:txXfrm>
    </dsp:sp>
    <dsp:sp modelId="{942A0714-6A8C-403C-871A-5723D8B31913}">
      <dsp:nvSpPr>
        <dsp:cNvPr id="0" name=""/>
        <dsp:cNvSpPr/>
      </dsp:nvSpPr>
      <dsp:spPr>
        <a:xfrm>
          <a:off x="4008668" y="63161"/>
          <a:ext cx="2504614" cy="100184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69342" rIns="34671" bIns="69342" numCol="1" spcCol="1270" anchor="ctr" anchorCtr="0">
          <a:noAutofit/>
        </a:bodyPr>
        <a:lstStyle/>
        <a:p>
          <a:pPr marL="0" lvl="0" indent="0" algn="ctr" defTabSz="1155700">
            <a:lnSpc>
              <a:spcPct val="90000"/>
            </a:lnSpc>
            <a:spcBef>
              <a:spcPct val="0"/>
            </a:spcBef>
            <a:spcAft>
              <a:spcPct val="35000"/>
            </a:spcAft>
            <a:buNone/>
          </a:pPr>
          <a:r>
            <a:rPr lang="en-US" sz="2600" kern="1200" dirty="0"/>
            <a:t>Robotics</a:t>
          </a:r>
        </a:p>
      </dsp:txBody>
      <dsp:txXfrm>
        <a:off x="4509591" y="63161"/>
        <a:ext cx="1502769" cy="1001845"/>
      </dsp:txXfrm>
    </dsp:sp>
    <dsp:sp modelId="{AB99688C-233D-4E52-BE0D-C9A007CA9503}">
      <dsp:nvSpPr>
        <dsp:cNvPr id="0" name=""/>
        <dsp:cNvSpPr/>
      </dsp:nvSpPr>
      <dsp:spPr>
        <a:xfrm>
          <a:off x="6012359" y="63161"/>
          <a:ext cx="2504614" cy="100184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69342" rIns="34671" bIns="69342" numCol="1" spcCol="1270" anchor="ctr" anchorCtr="0">
          <a:noAutofit/>
        </a:bodyPr>
        <a:lstStyle/>
        <a:p>
          <a:pPr marL="0" lvl="0" indent="0" algn="ctr" defTabSz="1155700">
            <a:lnSpc>
              <a:spcPct val="90000"/>
            </a:lnSpc>
            <a:spcBef>
              <a:spcPct val="0"/>
            </a:spcBef>
            <a:spcAft>
              <a:spcPct val="35000"/>
            </a:spcAft>
            <a:buNone/>
          </a:pPr>
          <a:r>
            <a:rPr lang="en-US" sz="2600" kern="1200" dirty="0"/>
            <a:t>Semantic</a:t>
          </a:r>
        </a:p>
      </dsp:txBody>
      <dsp:txXfrm>
        <a:off x="6513282" y="63161"/>
        <a:ext cx="1502769" cy="1001845"/>
      </dsp:txXfrm>
    </dsp:sp>
    <dsp:sp modelId="{92C2674B-FF99-4B64-85AE-04E4FA40D6A7}">
      <dsp:nvSpPr>
        <dsp:cNvPr id="0" name=""/>
        <dsp:cNvSpPr/>
      </dsp:nvSpPr>
      <dsp:spPr>
        <a:xfrm>
          <a:off x="8016051" y="63161"/>
          <a:ext cx="2504614" cy="100184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69342" rIns="34671" bIns="69342" numCol="1" spcCol="1270" anchor="ctr" anchorCtr="0">
          <a:noAutofit/>
        </a:bodyPr>
        <a:lstStyle/>
        <a:p>
          <a:pPr marL="0" lvl="0" indent="0" algn="ctr" defTabSz="1155700">
            <a:lnSpc>
              <a:spcPct val="90000"/>
            </a:lnSpc>
            <a:spcBef>
              <a:spcPct val="0"/>
            </a:spcBef>
            <a:spcAft>
              <a:spcPct val="35000"/>
            </a:spcAft>
            <a:buNone/>
          </a:pPr>
          <a:r>
            <a:rPr lang="en-US" sz="2600" kern="1200" dirty="0"/>
            <a:t>AI</a:t>
          </a:r>
        </a:p>
      </dsp:txBody>
      <dsp:txXfrm>
        <a:off x="8516974" y="63161"/>
        <a:ext cx="1502769" cy="10018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7CDD22-151B-40AB-95AC-78FD03D0375C}">
      <dsp:nvSpPr>
        <dsp:cNvPr id="0" name=""/>
        <dsp:cNvSpPr/>
      </dsp:nvSpPr>
      <dsp:spPr>
        <a:xfrm>
          <a:off x="350748" y="148981"/>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50609C-1667-495B-8A4B-020F091F16D9}">
      <dsp:nvSpPr>
        <dsp:cNvPr id="0" name=""/>
        <dsp:cNvSpPr/>
      </dsp:nvSpPr>
      <dsp:spPr>
        <a:xfrm>
          <a:off x="521388" y="319621"/>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41C29F-E67B-4ABD-9568-6DD60250CE84}">
      <dsp:nvSpPr>
        <dsp:cNvPr id="0" name=""/>
        <dsp:cNvSpPr/>
      </dsp:nvSpPr>
      <dsp:spPr>
        <a:xfrm>
          <a:off x="1337442" y="148981"/>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Convolutional Neural Networks (CNNs</a:t>
          </a:r>
          <a:r>
            <a:rPr lang="en-US" sz="1100" kern="1200"/>
            <a:t>): CNNs were introduced in the late 1980s and have since become a fundamental building block in computer vision. CNNs can learn features from raw pixel data, making them effective at recognizing objects in images.</a:t>
          </a:r>
        </a:p>
      </dsp:txBody>
      <dsp:txXfrm>
        <a:off x="1337442" y="148981"/>
        <a:ext cx="1915345" cy="812570"/>
      </dsp:txXfrm>
    </dsp:sp>
    <dsp:sp modelId="{D44FA4B0-CA21-4BCE-AC09-1060BC74E758}">
      <dsp:nvSpPr>
        <dsp:cNvPr id="0" name=""/>
        <dsp:cNvSpPr/>
      </dsp:nvSpPr>
      <dsp:spPr>
        <a:xfrm>
          <a:off x="3586522" y="148981"/>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BC910A-6277-49E2-B5FF-13BFC1A037E9}">
      <dsp:nvSpPr>
        <dsp:cNvPr id="0" name=""/>
        <dsp:cNvSpPr/>
      </dsp:nvSpPr>
      <dsp:spPr>
        <a:xfrm>
          <a:off x="3757162" y="319621"/>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5FB192-C514-41F5-8612-2EDED47DB78B}">
      <dsp:nvSpPr>
        <dsp:cNvPr id="0" name=""/>
        <dsp:cNvSpPr/>
      </dsp:nvSpPr>
      <dsp:spPr>
        <a:xfrm>
          <a:off x="4573215" y="148981"/>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Recurrent Neural Networks (RNNs</a:t>
          </a:r>
          <a:r>
            <a:rPr lang="en-US" sz="1100" kern="1200"/>
            <a:t>): RNNs were introduced in the 1990s and are particularly useful for processing sequential data such as text and speech. They can maintain an internal memory that captures context and history, making them effective for language modeling and other natural language processing tasks.</a:t>
          </a:r>
        </a:p>
      </dsp:txBody>
      <dsp:txXfrm>
        <a:off x="4573215" y="148981"/>
        <a:ext cx="1915345" cy="812570"/>
      </dsp:txXfrm>
    </dsp:sp>
    <dsp:sp modelId="{6CB8AB5D-10CC-43C0-8074-BFC8969E1BD6}">
      <dsp:nvSpPr>
        <dsp:cNvPr id="0" name=""/>
        <dsp:cNvSpPr/>
      </dsp:nvSpPr>
      <dsp:spPr>
        <a:xfrm>
          <a:off x="6822296" y="148981"/>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7035C1-F0ED-499F-9EA7-EFF81180E47D}">
      <dsp:nvSpPr>
        <dsp:cNvPr id="0" name=""/>
        <dsp:cNvSpPr/>
      </dsp:nvSpPr>
      <dsp:spPr>
        <a:xfrm>
          <a:off x="6992935" y="319621"/>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FBF4B1-829C-4E60-8AD8-9F43CBED8C5D}">
      <dsp:nvSpPr>
        <dsp:cNvPr id="0" name=""/>
        <dsp:cNvSpPr/>
      </dsp:nvSpPr>
      <dsp:spPr>
        <a:xfrm>
          <a:off x="7808989" y="148981"/>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Long Short-Term Memory (LSTM): </a:t>
          </a:r>
          <a:r>
            <a:rPr lang="en-US" sz="1100" kern="1200"/>
            <a:t>LSTMs are a type of RNN that can maintain long-term dependencies and avoid the vanishing gradient problem. They are particularly useful for speech recognition, machine translation, and other tasks that involve long-term dependencies.</a:t>
          </a:r>
        </a:p>
      </dsp:txBody>
      <dsp:txXfrm>
        <a:off x="7808989" y="148981"/>
        <a:ext cx="1915345" cy="812570"/>
      </dsp:txXfrm>
    </dsp:sp>
    <dsp:sp modelId="{819BE003-3A5B-404B-8CA0-CBE805895E51}">
      <dsp:nvSpPr>
        <dsp:cNvPr id="0" name=""/>
        <dsp:cNvSpPr/>
      </dsp:nvSpPr>
      <dsp:spPr>
        <a:xfrm>
          <a:off x="350748" y="1666196"/>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4EFE1D-3FA8-4727-8F7F-E71A5FD38551}">
      <dsp:nvSpPr>
        <dsp:cNvPr id="0" name=""/>
        <dsp:cNvSpPr/>
      </dsp:nvSpPr>
      <dsp:spPr>
        <a:xfrm>
          <a:off x="521388" y="1836835"/>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44BAE8-4FAE-45AF-9D84-CD2B5F96D2B9}">
      <dsp:nvSpPr>
        <dsp:cNvPr id="0" name=""/>
        <dsp:cNvSpPr/>
      </dsp:nvSpPr>
      <dsp:spPr>
        <a:xfrm>
          <a:off x="1337442" y="1666196"/>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Generative Adversarial Networks (GANs): </a:t>
          </a:r>
          <a:r>
            <a:rPr lang="en-US" sz="1100" kern="1200"/>
            <a:t>GANs were introduced in 2014 and have revolutionized the field of generative modeling. They can generate new data that is similar to a given dataset, making them useful for image and text generation.</a:t>
          </a:r>
        </a:p>
      </dsp:txBody>
      <dsp:txXfrm>
        <a:off x="1337442" y="1666196"/>
        <a:ext cx="1915345" cy="812570"/>
      </dsp:txXfrm>
    </dsp:sp>
    <dsp:sp modelId="{536D5A82-835E-478B-8E37-FA493C6CC99D}">
      <dsp:nvSpPr>
        <dsp:cNvPr id="0" name=""/>
        <dsp:cNvSpPr/>
      </dsp:nvSpPr>
      <dsp:spPr>
        <a:xfrm>
          <a:off x="3586522" y="1666196"/>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3D52FD-2BB1-4CB8-9AA9-A9F9F7E4A54D}">
      <dsp:nvSpPr>
        <dsp:cNvPr id="0" name=""/>
        <dsp:cNvSpPr/>
      </dsp:nvSpPr>
      <dsp:spPr>
        <a:xfrm>
          <a:off x="3757162" y="1836835"/>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A4D923-CA18-450A-93E0-D226054D67C9}">
      <dsp:nvSpPr>
        <dsp:cNvPr id="0" name=""/>
        <dsp:cNvSpPr/>
      </dsp:nvSpPr>
      <dsp:spPr>
        <a:xfrm>
          <a:off x="4573215" y="1666196"/>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Attention Mechanisms</a:t>
          </a:r>
          <a:r>
            <a:rPr lang="en-US" sz="1100" kern="1200"/>
            <a:t>: introduced in 2014 handle variable-length input and output sequences, which is essential for tasks such as machine translation, text summarization, and speech recognition.  </a:t>
          </a:r>
        </a:p>
      </dsp:txBody>
      <dsp:txXfrm>
        <a:off x="4573215" y="1666196"/>
        <a:ext cx="1915345" cy="812570"/>
      </dsp:txXfrm>
    </dsp:sp>
    <dsp:sp modelId="{16414CE4-6DED-423B-95FC-AD6C6462E9F4}">
      <dsp:nvSpPr>
        <dsp:cNvPr id="0" name=""/>
        <dsp:cNvSpPr/>
      </dsp:nvSpPr>
      <dsp:spPr>
        <a:xfrm>
          <a:off x="6822296" y="1666196"/>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B23AA-DEF1-45EE-BB68-6F5140EEDE8F}">
      <dsp:nvSpPr>
        <dsp:cNvPr id="0" name=""/>
        <dsp:cNvSpPr/>
      </dsp:nvSpPr>
      <dsp:spPr>
        <a:xfrm>
          <a:off x="6992935" y="1836835"/>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6816B0-F56D-46E9-8E3F-04C8204A9B54}">
      <dsp:nvSpPr>
        <dsp:cNvPr id="0" name=""/>
        <dsp:cNvSpPr/>
      </dsp:nvSpPr>
      <dsp:spPr>
        <a:xfrm>
          <a:off x="7808989" y="1666196"/>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en-US" sz="1100" b="1" kern="1200" dirty="0"/>
        </a:p>
        <a:p>
          <a:pPr marL="0" lvl="0" indent="0" algn="l" defTabSz="488950">
            <a:lnSpc>
              <a:spcPct val="90000"/>
            </a:lnSpc>
            <a:spcBef>
              <a:spcPct val="0"/>
            </a:spcBef>
            <a:spcAft>
              <a:spcPct val="35000"/>
            </a:spcAft>
            <a:buNone/>
          </a:pPr>
          <a:r>
            <a:rPr lang="en-US" sz="1100" b="1" kern="1200" dirty="0"/>
            <a:t>Transformers</a:t>
          </a:r>
          <a:r>
            <a:rPr lang="en-US" sz="1100" kern="1200" dirty="0"/>
            <a:t>: Transformers were introduced in 2017 and have become the state-of-the-art architecture for natural language processing tasks such as machine translation, text classification, and summarization. Transformers use self-attention mechanisms to selectively focus on relevant parts of the input sequence when making predictions.</a:t>
          </a:r>
        </a:p>
      </dsp:txBody>
      <dsp:txXfrm>
        <a:off x="7808989" y="1666196"/>
        <a:ext cx="1915345" cy="812570"/>
      </dsp:txXfrm>
    </dsp:sp>
    <dsp:sp modelId="{38D880F0-2752-46C0-A055-0288FDFC2994}">
      <dsp:nvSpPr>
        <dsp:cNvPr id="0" name=""/>
        <dsp:cNvSpPr/>
      </dsp:nvSpPr>
      <dsp:spPr>
        <a:xfrm>
          <a:off x="350748" y="3183410"/>
          <a:ext cx="812570" cy="8125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37FFD5-7125-42C5-A8DE-78EDEB3D5EF9}">
      <dsp:nvSpPr>
        <dsp:cNvPr id="0" name=""/>
        <dsp:cNvSpPr/>
      </dsp:nvSpPr>
      <dsp:spPr>
        <a:xfrm>
          <a:off x="521388" y="3354050"/>
          <a:ext cx="471291" cy="4712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CA1805-7DFE-45CC-98D8-0F5119A202AC}">
      <dsp:nvSpPr>
        <dsp:cNvPr id="0" name=""/>
        <dsp:cNvSpPr/>
      </dsp:nvSpPr>
      <dsp:spPr>
        <a:xfrm>
          <a:off x="1337442" y="3183410"/>
          <a:ext cx="1915345" cy="8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dirty="0"/>
            <a:t>Autoencoders</a:t>
          </a:r>
          <a:r>
            <a:rPr lang="en-US" sz="1100" kern="1200" dirty="0"/>
            <a:t>:  Autoencoders were introduced in 1980s and are neural networks that can learn to compress and reconstruct data, making them useful for data compression, denoising, and anomaly detection.</a:t>
          </a:r>
        </a:p>
      </dsp:txBody>
      <dsp:txXfrm>
        <a:off x="1337442" y="3183410"/>
        <a:ext cx="1915345" cy="8125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A676E-A3F0-E34F-A90B-9A5DAB2FC54F}">
      <dsp:nvSpPr>
        <dsp:cNvPr id="0" name=""/>
        <dsp:cNvSpPr/>
      </dsp:nvSpPr>
      <dsp:spPr>
        <a:xfrm>
          <a:off x="0" y="73881"/>
          <a:ext cx="6129865" cy="7985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Response Context</a:t>
          </a:r>
        </a:p>
      </dsp:txBody>
      <dsp:txXfrm>
        <a:off x="38981" y="112862"/>
        <a:ext cx="6051903" cy="720562"/>
      </dsp:txXfrm>
    </dsp:sp>
    <dsp:sp modelId="{32D6D2DD-8FDF-BB43-8D78-F5F96A645988}">
      <dsp:nvSpPr>
        <dsp:cNvPr id="0" name=""/>
        <dsp:cNvSpPr/>
      </dsp:nvSpPr>
      <dsp:spPr>
        <a:xfrm>
          <a:off x="0" y="973206"/>
          <a:ext cx="6129865" cy="798524"/>
        </a:xfrm>
        <a:prstGeom prst="roundRect">
          <a:avLst/>
        </a:prstGeom>
        <a:solidFill>
          <a:schemeClr val="accent2">
            <a:hueOff val="-2045380"/>
            <a:satOff val="4512"/>
            <a:lumOff val="32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Multiple Responses</a:t>
          </a:r>
        </a:p>
      </dsp:txBody>
      <dsp:txXfrm>
        <a:off x="38981" y="1012187"/>
        <a:ext cx="6051903" cy="720562"/>
      </dsp:txXfrm>
    </dsp:sp>
    <dsp:sp modelId="{193BCB85-B73B-F440-B9B8-C75371B884AC}">
      <dsp:nvSpPr>
        <dsp:cNvPr id="0" name=""/>
        <dsp:cNvSpPr/>
      </dsp:nvSpPr>
      <dsp:spPr>
        <a:xfrm>
          <a:off x="0" y="1872531"/>
          <a:ext cx="6129865" cy="798524"/>
        </a:xfrm>
        <a:prstGeom prst="roundRect">
          <a:avLst/>
        </a:prstGeom>
        <a:solidFill>
          <a:schemeClr val="accent2">
            <a:hueOff val="-4090760"/>
            <a:satOff val="9024"/>
            <a:lumOff val="6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Generating Visualizations </a:t>
          </a:r>
        </a:p>
      </dsp:txBody>
      <dsp:txXfrm>
        <a:off x="38981" y="1911512"/>
        <a:ext cx="6051903" cy="720562"/>
      </dsp:txXfrm>
    </dsp:sp>
    <dsp:sp modelId="{A84FD710-7051-2C45-A9CE-48BAE9A2E794}">
      <dsp:nvSpPr>
        <dsp:cNvPr id="0" name=""/>
        <dsp:cNvSpPr/>
      </dsp:nvSpPr>
      <dsp:spPr>
        <a:xfrm>
          <a:off x="0" y="2771856"/>
          <a:ext cx="6129865" cy="798524"/>
        </a:xfrm>
        <a:prstGeom prst="roundRect">
          <a:avLst/>
        </a:prstGeom>
        <a:solidFill>
          <a:schemeClr val="accent2">
            <a:hueOff val="-6136140"/>
            <a:satOff val="13536"/>
            <a:lumOff val="98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Providing Confidence Scores </a:t>
          </a:r>
        </a:p>
      </dsp:txBody>
      <dsp:txXfrm>
        <a:off x="38981" y="2810837"/>
        <a:ext cx="6051903" cy="720562"/>
      </dsp:txXfrm>
    </dsp:sp>
    <dsp:sp modelId="{B8FC683D-35A1-254B-82CB-800B5FAF4BFA}">
      <dsp:nvSpPr>
        <dsp:cNvPr id="0" name=""/>
        <dsp:cNvSpPr/>
      </dsp:nvSpPr>
      <dsp:spPr>
        <a:xfrm>
          <a:off x="0" y="3671181"/>
          <a:ext cx="6129865" cy="798524"/>
        </a:xfrm>
        <a:prstGeom prst="roundRect">
          <a:avLst/>
        </a:prstGeom>
        <a:solidFill>
          <a:schemeClr val="accent2">
            <a:hueOff val="-8181520"/>
            <a:satOff val="18048"/>
            <a:lumOff val="13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Feedback Loops</a:t>
          </a:r>
        </a:p>
      </dsp:txBody>
      <dsp:txXfrm>
        <a:off x="38981" y="3710162"/>
        <a:ext cx="6051903" cy="720562"/>
      </dsp:txXfrm>
    </dsp:sp>
    <dsp:sp modelId="{7C6F1B11-E01A-AD4E-980E-F5E5B9E1C321}">
      <dsp:nvSpPr>
        <dsp:cNvPr id="0" name=""/>
        <dsp:cNvSpPr/>
      </dsp:nvSpPr>
      <dsp:spPr>
        <a:xfrm>
          <a:off x="0" y="4570506"/>
          <a:ext cx="6129865" cy="798524"/>
        </a:xfrm>
        <a:prstGeom prst="roundRect">
          <a:avLst/>
        </a:prstGeom>
        <a:solidFill>
          <a:schemeClr val="accent2">
            <a:hueOff val="-10226899"/>
            <a:satOff val="22560"/>
            <a:lumOff val="163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Reinforcement </a:t>
          </a:r>
        </a:p>
      </dsp:txBody>
      <dsp:txXfrm>
        <a:off x="38981" y="4609487"/>
        <a:ext cx="6051903" cy="720562"/>
      </dsp:txXfrm>
    </dsp:sp>
    <dsp:sp modelId="{BDA7BE9F-4089-5F45-B1EB-1F6B988AF28B}">
      <dsp:nvSpPr>
        <dsp:cNvPr id="0" name=""/>
        <dsp:cNvSpPr/>
      </dsp:nvSpPr>
      <dsp:spPr>
        <a:xfrm>
          <a:off x="0" y="5469831"/>
          <a:ext cx="6129865" cy="798524"/>
        </a:xfrm>
        <a:prstGeom prst="roundRect">
          <a:avLst/>
        </a:prstGeom>
        <a:solidFill>
          <a:schemeClr val="accent2">
            <a:hueOff val="-12272280"/>
            <a:satOff val="27072"/>
            <a:lumOff val="1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Explainable Ai </a:t>
          </a:r>
        </a:p>
      </dsp:txBody>
      <dsp:txXfrm>
        <a:off x="38981" y="5508812"/>
        <a:ext cx="6051903" cy="720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CE5AF-B52F-A04F-B3D8-0F6262F9B4C2}">
      <dsp:nvSpPr>
        <dsp:cNvPr id="0" name=""/>
        <dsp:cNvSpPr/>
      </dsp:nvSpPr>
      <dsp:spPr>
        <a:xfrm>
          <a:off x="0" y="79526"/>
          <a:ext cx="6129865" cy="7985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Bias</a:t>
          </a:r>
        </a:p>
      </dsp:txBody>
      <dsp:txXfrm>
        <a:off x="38981" y="118507"/>
        <a:ext cx="6051903" cy="720562"/>
      </dsp:txXfrm>
    </dsp:sp>
    <dsp:sp modelId="{84F60809-C251-A345-8F28-7053BA1BE8E4}">
      <dsp:nvSpPr>
        <dsp:cNvPr id="0" name=""/>
        <dsp:cNvSpPr/>
      </dsp:nvSpPr>
      <dsp:spPr>
        <a:xfrm>
          <a:off x="0" y="978851"/>
          <a:ext cx="6129865" cy="798524"/>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Censorship </a:t>
          </a:r>
        </a:p>
      </dsp:txBody>
      <dsp:txXfrm>
        <a:off x="38981" y="1017832"/>
        <a:ext cx="6051903" cy="720562"/>
      </dsp:txXfrm>
    </dsp:sp>
    <dsp:sp modelId="{2700F89A-C5AB-3C48-81CA-EA3EAD1E45E5}">
      <dsp:nvSpPr>
        <dsp:cNvPr id="0" name=""/>
        <dsp:cNvSpPr/>
      </dsp:nvSpPr>
      <dsp:spPr>
        <a:xfrm>
          <a:off x="0" y="1878176"/>
          <a:ext cx="6129865" cy="798524"/>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Guardrails </a:t>
          </a:r>
        </a:p>
      </dsp:txBody>
      <dsp:txXfrm>
        <a:off x="38981" y="1917157"/>
        <a:ext cx="6051903" cy="720562"/>
      </dsp:txXfrm>
    </dsp:sp>
    <dsp:sp modelId="{386E2FD3-205F-2E41-BAD9-9C2121A43C99}">
      <dsp:nvSpPr>
        <dsp:cNvPr id="0" name=""/>
        <dsp:cNvSpPr/>
      </dsp:nvSpPr>
      <dsp:spPr>
        <a:xfrm>
          <a:off x="0" y="2777501"/>
          <a:ext cx="6129865" cy="798524"/>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Accessibility </a:t>
          </a:r>
        </a:p>
      </dsp:txBody>
      <dsp:txXfrm>
        <a:off x="38981" y="2816482"/>
        <a:ext cx="6051903" cy="720562"/>
      </dsp:txXfrm>
    </dsp:sp>
    <dsp:sp modelId="{B8F7C9A0-A4EE-1E49-A3FD-265746264F39}">
      <dsp:nvSpPr>
        <dsp:cNvPr id="0" name=""/>
        <dsp:cNvSpPr/>
      </dsp:nvSpPr>
      <dsp:spPr>
        <a:xfrm>
          <a:off x="0" y="3676826"/>
          <a:ext cx="6129865" cy="79852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Diversity, Equity &amp; Inclusion </a:t>
          </a:r>
        </a:p>
      </dsp:txBody>
      <dsp:txXfrm>
        <a:off x="38981" y="3715807"/>
        <a:ext cx="6051903" cy="720562"/>
      </dsp:txXfrm>
    </dsp:sp>
    <dsp:sp modelId="{DFA50F52-3C0B-FA44-93B6-8E1FD7928769}">
      <dsp:nvSpPr>
        <dsp:cNvPr id="0" name=""/>
        <dsp:cNvSpPr/>
      </dsp:nvSpPr>
      <dsp:spPr>
        <a:xfrm>
          <a:off x="0" y="4576150"/>
          <a:ext cx="6129865" cy="79852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Legal / Ethical / Moral </a:t>
          </a:r>
        </a:p>
      </dsp:txBody>
      <dsp:txXfrm>
        <a:off x="38981" y="4615131"/>
        <a:ext cx="6051903" cy="720562"/>
      </dsp:txXfrm>
    </dsp:sp>
    <dsp:sp modelId="{2EF34CE3-CCB0-D541-8CC1-165AE3E326E8}">
      <dsp:nvSpPr>
        <dsp:cNvPr id="0" name=""/>
        <dsp:cNvSpPr/>
      </dsp:nvSpPr>
      <dsp:spPr>
        <a:xfrm>
          <a:off x="0" y="5475475"/>
          <a:ext cx="6129865" cy="798524"/>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Money</a:t>
          </a:r>
        </a:p>
      </dsp:txBody>
      <dsp:txXfrm>
        <a:off x="38981" y="5514456"/>
        <a:ext cx="6051903" cy="720562"/>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E4E1A7D2-3469-7E45-B1C8-FF79B7C42040}" type="datetimeFigureOut">
              <a:rPr lang="en-US" smtClean="0"/>
              <a:pPr/>
              <a:t>4/14/26</a:t>
            </a:fld>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397AD932-B17F-574E-ADBA-2D95C87F9810}" type="slidenum">
              <a:rPr lang="en-US" smtClean="0"/>
              <a:pPr/>
              <a:t>‹#›</a:t>
            </a:fld>
            <a:endParaRPr lang="en-US" dirty="0"/>
          </a:p>
        </p:txBody>
      </p:sp>
    </p:spTree>
    <p:extLst>
      <p:ext uri="{BB962C8B-B14F-4D97-AF65-F5344CB8AC3E}">
        <p14:creationId xmlns:p14="http://schemas.microsoft.com/office/powerpoint/2010/main" val="39918816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FAF947A5-54F6-B649-93A6-E041982699B0}" type="datetimeFigureOut">
              <a:rPr lang="en-US" smtClean="0"/>
              <a:pPr/>
              <a:t>4/14/26</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AC0E66CD-21C0-0C46-9262-75B7BC23CA89}" type="slidenum">
              <a:rPr lang="en-US" smtClean="0"/>
              <a:pPr/>
              <a:t>‹#›</a:t>
            </a:fld>
            <a:endParaRPr lang="en-US" dirty="0"/>
          </a:p>
        </p:txBody>
      </p:sp>
    </p:spTree>
    <p:extLst>
      <p:ext uri="{BB962C8B-B14F-4D97-AF65-F5344CB8AC3E}">
        <p14:creationId xmlns:p14="http://schemas.microsoft.com/office/powerpoint/2010/main" val="423460752"/>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linkedin.com/posts/prithivirajdamodaran_top5-"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www.datanami.com/2023/01/17/hallucination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0E66CD-21C0-0C46-9262-75B7BC23CA89}" type="slidenum">
              <a:rPr lang="en-US" smtClean="0"/>
              <a:pPr/>
              <a:t>1</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698700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p:spPr>
      </p:sp>
      <p:sp>
        <p:nvSpPr>
          <p:cNvPr id="3" name="Notes Placeholder 2"/>
          <p:cNvSpPr>
            <a:spLocks noGrp="1"/>
          </p:cNvSpPr>
          <p:nvPr>
            <p:ph type="body" idx="1"/>
          </p:nvPr>
        </p:nvSpPr>
        <p:spPr/>
        <p:txBody>
          <a:bodyPr/>
          <a:lstStyle/>
          <a:p>
            <a:r>
              <a:rPr lang="en-US" dirty="0"/>
              <a:t>Here is a small sample of the 30+ articles from Harvard Business Review on AI and machine learning … on one side AI</a:t>
            </a:r>
            <a:r>
              <a:rPr lang="en-US" baseline="0" dirty="0"/>
              <a:t> spells doom and gloom, the other it promises everything from self-driving cars and medical breakthroughs…</a:t>
            </a:r>
          </a:p>
          <a:p>
            <a:r>
              <a:rPr lang="en-US" baseline="0" dirty="0"/>
              <a:t>A lot has been made of a computer beating the worlds best players at Go and Chess. Does anyone here play Go? Its complexity is masked in its simplicity. </a:t>
            </a:r>
            <a:endParaRPr lang="en-US" dirty="0"/>
          </a:p>
          <a:p>
            <a:r>
              <a:rPr lang="en-US" dirty="0"/>
              <a:t>But how do you separate hype from reality? How can your company apply AI and Machine Learning to solve real business problems in 2018? </a:t>
            </a:r>
          </a:p>
          <a:p>
            <a:endParaRPr lang="en-US" dirty="0"/>
          </a:p>
          <a:p>
            <a:r>
              <a:rPr lang="en-US" dirty="0"/>
              <a:t>Introduction: AI and Machine learning is powerful, ubiquitous and seemingly complex… </a:t>
            </a:r>
          </a:p>
          <a:p>
            <a:r>
              <a:rPr lang="en-US" dirty="0"/>
              <a:t>At the end of this presentation, I hope to leave you with a couple thoughts </a:t>
            </a:r>
          </a:p>
          <a:p>
            <a:pPr lvl="0"/>
            <a:endParaRPr lang="en-US" dirty="0"/>
          </a:p>
          <a:p>
            <a:pPr marL="221296" indent="-232943">
              <a:buFont typeface="+mj-lt"/>
              <a:buAutoNum type="arabicPeriod"/>
            </a:pPr>
            <a:r>
              <a:rPr lang="en-US" dirty="0"/>
              <a:t>It’s the system that’s important </a:t>
            </a:r>
          </a:p>
          <a:p>
            <a:pPr marL="221296" indent="-232943">
              <a:buFont typeface="+mj-lt"/>
              <a:buAutoNum type="arabicPeriod"/>
            </a:pPr>
            <a:r>
              <a:rPr lang="en-US" dirty="0"/>
              <a:t>A little AI can go a long way </a:t>
            </a:r>
          </a:p>
          <a:p>
            <a:pPr marL="221296" indent="-232943">
              <a:buFont typeface="+mj-lt"/>
              <a:buAutoNum type="arabicPeriod"/>
            </a:pPr>
            <a:r>
              <a:rPr lang="en-US" dirty="0"/>
              <a:t>Demand insights and interpretability </a:t>
            </a:r>
          </a:p>
          <a:p>
            <a:pPr marL="221296" indent="-232943">
              <a:buFont typeface="+mj-lt"/>
              <a:buAutoNum type="arabicPeriod"/>
            </a:pPr>
            <a:r>
              <a:rPr lang="en-US" dirty="0"/>
              <a:t>Automation is key to improving human decisions</a:t>
            </a:r>
          </a:p>
          <a:p>
            <a:pPr marL="221296" indent="-232943">
              <a:buFont typeface="+mj-lt"/>
              <a:buAutoNum type="arabicPeriod"/>
            </a:pPr>
            <a:r>
              <a:rPr lang="en-US" dirty="0"/>
              <a:t>Accountability is either going be demanded from us or legislated upon us. </a:t>
            </a:r>
          </a:p>
          <a:p>
            <a:endParaRPr lang="en-US" baseline="0" dirty="0"/>
          </a:p>
          <a:p>
            <a:endParaRPr lang="en-US" baseline="0" dirty="0"/>
          </a:p>
          <a:p>
            <a:pPr marL="0" indent="0">
              <a:buNone/>
            </a:pPr>
            <a:endParaRPr lang="en-US" dirty="0"/>
          </a:p>
        </p:txBody>
      </p:sp>
    </p:spTree>
    <p:extLst>
      <p:ext uri="{BB962C8B-B14F-4D97-AF65-F5344CB8AC3E}">
        <p14:creationId xmlns:p14="http://schemas.microsoft.com/office/powerpoint/2010/main" val="3434902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all seen these trends come and go… 8 years ago it was big data and Hadoop today it’s AI –  like any trend we have peel back the onion to see what's really going on…. </a:t>
            </a:r>
          </a:p>
          <a:p>
            <a:endParaRPr lang="en-US" dirty="0"/>
          </a:p>
          <a:p>
            <a:r>
              <a:rPr lang="en-US" dirty="0"/>
              <a:t>the real story about Big Data hype parts in my opinion can be divided into two themes: </a:t>
            </a:r>
          </a:p>
          <a:p>
            <a:endParaRPr lang="en-US" dirty="0"/>
          </a:p>
          <a:p>
            <a:r>
              <a:rPr lang="en-US" dirty="0"/>
              <a:t>First business woke up the potential of leveraging their data with analytics, we saw explosive growth in the interest in Data Processing, and Business Intelligence and now we’ve seen that with advanced analytics, machine learning and AI </a:t>
            </a:r>
          </a:p>
          <a:p>
            <a:endParaRPr lang="en-US" dirty="0"/>
          </a:p>
          <a:p>
            <a:r>
              <a:rPr lang="en-US" dirty="0"/>
              <a:t>Second was the cost of storage and computing nose dived giving rise to Cloud computing … I mean </a:t>
            </a:r>
            <a:r>
              <a:rPr lang="en-US" dirty="0" err="1"/>
              <a:t>i</a:t>
            </a:r>
            <a:r>
              <a:rPr lang="en-US" dirty="0"/>
              <a:t> just bought a 2 TB $50 the other day…</a:t>
            </a:r>
          </a:p>
          <a:p>
            <a:endParaRPr lang="en-US" dirty="0"/>
          </a:p>
          <a:p>
            <a:endParaRPr lang="en-US" dirty="0"/>
          </a:p>
        </p:txBody>
      </p:sp>
      <p:sp>
        <p:nvSpPr>
          <p:cNvPr id="4" name="Slide Number Placeholder 3"/>
          <p:cNvSpPr>
            <a:spLocks noGrp="1"/>
          </p:cNvSpPr>
          <p:nvPr>
            <p:ph type="sldNum" sz="quarter" idx="10"/>
          </p:nvPr>
        </p:nvSpPr>
        <p:spPr/>
        <p:txBody>
          <a:bodyPr/>
          <a:lstStyle/>
          <a:p>
            <a:fld id="{BF7841CA-DEEE-4846-A040-A581B5239438}" type="slidenum">
              <a:rPr lang="en-US" smtClean="0"/>
              <a:t>5</a:t>
            </a:fld>
            <a:endParaRPr lang="en-US"/>
          </a:p>
        </p:txBody>
      </p:sp>
    </p:spTree>
    <p:extLst>
      <p:ext uri="{BB962C8B-B14F-4D97-AF65-F5344CB8AC3E}">
        <p14:creationId xmlns:p14="http://schemas.microsoft.com/office/powerpoint/2010/main" val="184916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while I joke about the 3 V’s of big data – it was a great catch-phrase that we could latch onto, just like the 5 D’s of dodgeball. So I’ve come up with my own catch phrase…. </a:t>
            </a:r>
          </a:p>
        </p:txBody>
      </p:sp>
      <p:sp>
        <p:nvSpPr>
          <p:cNvPr id="4" name="Slide Number Placeholder 3"/>
          <p:cNvSpPr>
            <a:spLocks noGrp="1"/>
          </p:cNvSpPr>
          <p:nvPr>
            <p:ph type="sldNum" sz="quarter" idx="10"/>
          </p:nvPr>
        </p:nvSpPr>
        <p:spPr/>
        <p:txBody>
          <a:bodyPr/>
          <a:lstStyle/>
          <a:p>
            <a:fld id="{BF7841CA-DEEE-4846-A040-A581B5239438}" type="slidenum">
              <a:rPr lang="en-US" smtClean="0"/>
              <a:t>6</a:t>
            </a:fld>
            <a:endParaRPr lang="en-US"/>
          </a:p>
        </p:txBody>
      </p:sp>
    </p:spTree>
    <p:extLst>
      <p:ext uri="{BB962C8B-B14F-4D97-AF65-F5344CB8AC3E}">
        <p14:creationId xmlns:p14="http://schemas.microsoft.com/office/powerpoint/2010/main" val="1935794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a:t>So I’ve coined the 4 V’s of AI, </a:t>
            </a:r>
          </a:p>
          <a:p>
            <a:endParaRPr lang="en-US" dirty="0"/>
          </a:p>
          <a:p>
            <a:r>
              <a:rPr lang="en-US" dirty="0"/>
              <a:t>AI is about building systems – systems that have a notion of automation, accuracy, adaptability and accountability: </a:t>
            </a:r>
          </a:p>
          <a:p>
            <a:endParaRPr lang="en-US" dirty="0"/>
          </a:p>
          <a:p>
            <a:r>
              <a:rPr lang="en-US" dirty="0"/>
              <a:t>Automation – we know the next big wave of productivity gains will come from automating mundane and complex processes, RPA robotic process automation is the next big frontier. We are already seeing it. Chatbots, Model driven RPA, automated decisioning systems. </a:t>
            </a:r>
          </a:p>
          <a:p>
            <a:endParaRPr lang="en-US" dirty="0"/>
          </a:p>
          <a:p>
            <a:r>
              <a:rPr lang="en-US" dirty="0"/>
              <a:t>Accuracy – AI is really about systems that have a measure of accuracy, that you can evaluate. You know I saw the other day a vendor talking about their advanced AI matching engine, so I asked some questions about accuracy – how accurate is the match? What is their F1 score? Could they give me a measure of accuracy if I gave them 10k known names and 10k unknown names how many matched? So they didn’t have a accuracy measure its just a process. It’s not AI if there is no measure of how accurate the system is. </a:t>
            </a:r>
          </a:p>
          <a:p>
            <a:endParaRPr lang="en-US" dirty="0"/>
          </a:p>
          <a:p>
            <a:r>
              <a:rPr lang="en-US" dirty="0"/>
              <a:t>Adaptability – the because we have an accuracy measure, we can determine if the system is improving or degrading over time. the key to a AI system is it’s </a:t>
            </a:r>
            <a:r>
              <a:rPr lang="en-US" dirty="0" err="1"/>
              <a:t>abilty</a:t>
            </a:r>
            <a:r>
              <a:rPr lang="en-US" dirty="0"/>
              <a:t> to adapt to new data, emerging patterns and threads within the data, minimizing the lag between event to disposition, but also the lag in trend spotting – think flash fraud. </a:t>
            </a:r>
          </a:p>
          <a:p>
            <a:endParaRPr lang="en-US" dirty="0"/>
          </a:p>
          <a:p>
            <a:r>
              <a:rPr lang="en-US" dirty="0"/>
              <a:t>Accountability – we are creating automated systems, sometimes autonomous systems no matter how much we’d like to completely eliminate the human factor we have to have humans in the loop. While a machine can make programed decisions it can’t </a:t>
            </a:r>
          </a:p>
        </p:txBody>
      </p:sp>
      <p:sp>
        <p:nvSpPr>
          <p:cNvPr id="4" name="Slide Number Placeholder 3"/>
          <p:cNvSpPr>
            <a:spLocks noGrp="1"/>
          </p:cNvSpPr>
          <p:nvPr>
            <p:ph type="sldNum" sz="quarter" idx="10"/>
          </p:nvPr>
        </p:nvSpPr>
        <p:spPr/>
        <p:txBody>
          <a:bodyPr/>
          <a:lstStyle/>
          <a:p>
            <a:fld id="{BF7841CA-DEEE-4846-A040-A581B5239438}" type="slidenum">
              <a:rPr lang="en-US" smtClean="0"/>
              <a:t>7</a:t>
            </a:fld>
            <a:endParaRPr lang="en-US"/>
          </a:p>
        </p:txBody>
      </p:sp>
    </p:spTree>
    <p:extLst>
      <p:ext uri="{BB962C8B-B14F-4D97-AF65-F5344CB8AC3E}">
        <p14:creationId xmlns:p14="http://schemas.microsoft.com/office/powerpoint/2010/main" val="146500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a:t>This is what we’ve done as analytics professionals for decades. A nice 12 step process…  </a:t>
            </a:r>
          </a:p>
        </p:txBody>
      </p:sp>
    </p:spTree>
    <p:extLst>
      <p:ext uri="{BB962C8B-B14F-4D97-AF65-F5344CB8AC3E}">
        <p14:creationId xmlns:p14="http://schemas.microsoft.com/office/powerpoint/2010/main" val="2474637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a:t>If it was  the bleeding edge – </a:t>
            </a:r>
          </a:p>
          <a:p>
            <a:endParaRPr lang="en-US" dirty="0"/>
          </a:p>
          <a:p>
            <a:r>
              <a:rPr lang="en-US" dirty="0"/>
              <a:t>NLG – is already here, we’ve all seen the suggest a response from google and Microsoft in our emails… news papers have used a form of NLG for years to generate sports </a:t>
            </a:r>
            <a:r>
              <a:rPr lang="en-US" dirty="0" err="1"/>
              <a:t>storys</a:t>
            </a:r>
            <a:r>
              <a:rPr lang="en-US" dirty="0"/>
              <a:t>, we use templated NLG to generate mutual fund prospectuses, in some fraud systems we’ve generated comments and text for years. It’s the more autogenerated truly “NATURAL” part of language generation we are just seeing.</a:t>
            </a:r>
          </a:p>
          <a:p>
            <a:endParaRPr lang="en-US" dirty="0"/>
          </a:p>
          <a:p>
            <a:r>
              <a:rPr lang="en-US" dirty="0"/>
              <a:t>Machine Learning – for fraud and compliance we’ve done that for a while. Credit card fraud we were using neural networks dating back to the 80s </a:t>
            </a:r>
          </a:p>
          <a:p>
            <a:endParaRPr lang="en-US" dirty="0"/>
          </a:p>
          <a:p>
            <a:r>
              <a:rPr lang="en-US" dirty="0"/>
              <a:t>Adaptive, Adversarial, and Reinforcement learners – historically this comes from robotics but has applications is just where does it fit? </a:t>
            </a:r>
          </a:p>
        </p:txBody>
      </p:sp>
      <p:sp>
        <p:nvSpPr>
          <p:cNvPr id="4" name="Slide Number Placeholder 3"/>
          <p:cNvSpPr>
            <a:spLocks noGrp="1"/>
          </p:cNvSpPr>
          <p:nvPr>
            <p:ph type="sldNum" sz="quarter" idx="10"/>
          </p:nvPr>
        </p:nvSpPr>
        <p:spPr/>
        <p:txBody>
          <a:bodyPr/>
          <a:lstStyle/>
          <a:p>
            <a:fld id="{BF7841CA-DEEE-4846-A040-A581B5239438}" type="slidenum">
              <a:rPr lang="en-US" smtClean="0"/>
              <a:t>9</a:t>
            </a:fld>
            <a:endParaRPr lang="en-US"/>
          </a:p>
        </p:txBody>
      </p:sp>
    </p:spTree>
    <p:extLst>
      <p:ext uri="{BB962C8B-B14F-4D97-AF65-F5344CB8AC3E}">
        <p14:creationId xmlns:p14="http://schemas.microsoft.com/office/powerpoint/2010/main" val="4096710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914400"/>
            <a:ext cx="5905500" cy="3322638"/>
          </a:xfrm>
        </p:spPr>
      </p:sp>
      <p:sp>
        <p:nvSpPr>
          <p:cNvPr id="3" name="Notes Placeholder 2"/>
          <p:cNvSpPr>
            <a:spLocks noGrp="1"/>
          </p:cNvSpPr>
          <p:nvPr>
            <p:ph type="body" idx="1"/>
          </p:nvPr>
        </p:nvSpPr>
        <p:spPr/>
        <p:txBody>
          <a:bodyPr/>
          <a:lstStyle/>
          <a:p>
            <a:r>
              <a:rPr lang="en-US" dirty="0"/>
              <a:t>As managers think about how you want your data scientists to work… </a:t>
            </a:r>
          </a:p>
        </p:txBody>
      </p:sp>
      <p:sp>
        <p:nvSpPr>
          <p:cNvPr id="4" name="Slide Number Placeholder 3"/>
          <p:cNvSpPr>
            <a:spLocks noGrp="1"/>
          </p:cNvSpPr>
          <p:nvPr>
            <p:ph type="sldNum" sz="quarter" idx="10"/>
          </p:nvPr>
        </p:nvSpPr>
        <p:spPr>
          <a:xfrm>
            <a:off x="3575050" y="8304078"/>
            <a:ext cx="2811463" cy="457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AE402D1-88AD-43C2-B8BB-8C7904BBCA11}" type="slidenum">
              <a:rPr kumimoji="0" lang="en-US" sz="1800" b="0" i="0" u="none" strike="noStrike" kern="0" cap="none" spc="0" normalizeH="0" baseline="0" noProof="0" smtClean="0">
                <a:ln>
                  <a:noFill/>
                </a:ln>
                <a:solidFill>
                  <a:srgbClr val="596267"/>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a:t>
            </a:fld>
            <a:endParaRPr kumimoji="0" lang="en-US" sz="1800" b="0" i="0" u="none" strike="noStrike" kern="0" cap="none" spc="0" normalizeH="0" baseline="0" noProof="0" dirty="0">
              <a:ln>
                <a:noFill/>
              </a:ln>
              <a:solidFill>
                <a:srgbClr val="596267"/>
              </a:solidFill>
              <a:effectLst/>
              <a:uLnTx/>
              <a:uFillTx/>
            </a:endParaRPr>
          </a:p>
        </p:txBody>
      </p:sp>
    </p:spTree>
    <p:extLst>
      <p:ext uri="{BB962C8B-B14F-4D97-AF65-F5344CB8AC3E}">
        <p14:creationId xmlns:p14="http://schemas.microsoft.com/office/powerpoint/2010/main" val="249730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2895641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Russian invasion of Ukraine for example</a:t>
            </a:r>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4061009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3237">
              <a:defRPr/>
            </a:pPr>
            <a:r>
              <a:rPr lang="en-US" sz="800" spc="-10" dirty="0">
                <a:latin typeface="Calibri"/>
                <a:cs typeface="Calibri"/>
              </a:rPr>
              <a:t>https://</a:t>
            </a:r>
            <a:r>
              <a:rPr lang="en-US" sz="800" spc="-10" dirty="0">
                <a:latin typeface="Calibri"/>
                <a:cs typeface="Calibri"/>
                <a:hlinkClick r:id="rId3"/>
              </a:rPr>
              <a:t>www.linkedin.com/posts/prithivirajdamodaran_top5-</a:t>
            </a:r>
            <a:r>
              <a:rPr lang="en-US" sz="800" spc="510" dirty="0">
                <a:latin typeface="Calibri"/>
                <a:cs typeface="Calibri"/>
              </a:rPr>
              <a:t> </a:t>
            </a:r>
            <a:r>
              <a:rPr lang="en-US" sz="800" spc="-10" dirty="0">
                <a:latin typeface="Calibri"/>
                <a:cs typeface="Calibri"/>
              </a:rPr>
              <a:t>chatgpt-hallucinations-activity-7004778017017192450-</a:t>
            </a:r>
            <a:r>
              <a:rPr lang="en-US" sz="800" spc="-20" dirty="0">
                <a:latin typeface="Calibri"/>
                <a:cs typeface="Calibri"/>
              </a:rPr>
              <a:t>8zMP/</a:t>
            </a:r>
            <a:r>
              <a:rPr lang="en-US" sz="800" spc="510" dirty="0">
                <a:latin typeface="Calibri"/>
                <a:cs typeface="Calibri"/>
              </a:rPr>
              <a:t> </a:t>
            </a:r>
            <a:r>
              <a:rPr lang="en-US" sz="800" spc="-10" dirty="0">
                <a:latin typeface="Calibri"/>
                <a:cs typeface="Calibri"/>
              </a:rPr>
              <a:t>https://</a:t>
            </a:r>
            <a:r>
              <a:rPr lang="en-US" sz="800" spc="-10" dirty="0">
                <a:latin typeface="Calibri"/>
                <a:cs typeface="Calibri"/>
                <a:hlinkClick r:id="rId4"/>
              </a:rPr>
              <a:t>www.datanami.com/2023/01/17/hallucinations-</a:t>
            </a:r>
            <a:r>
              <a:rPr lang="en-US" sz="800" spc="510" dirty="0">
                <a:latin typeface="Calibri"/>
                <a:cs typeface="Calibri"/>
              </a:rPr>
              <a:t> </a:t>
            </a:r>
            <a:r>
              <a:rPr lang="en-US" sz="800" u="sng" spc="-10" dirty="0">
                <a:uFill>
                  <a:solidFill>
                    <a:srgbClr val="000000"/>
                  </a:solidFill>
                </a:uFill>
                <a:latin typeface="Calibri"/>
                <a:cs typeface="Calibri"/>
              </a:rPr>
              <a:t>plagiarism-and-</a:t>
            </a:r>
            <a:r>
              <a:rPr lang="en-US" sz="800" u="sng" spc="-10" dirty="0" err="1">
                <a:uFill>
                  <a:solidFill>
                    <a:srgbClr val="000000"/>
                  </a:solidFill>
                </a:uFill>
                <a:latin typeface="Calibri"/>
                <a:cs typeface="Calibri"/>
              </a:rPr>
              <a:t>chatgpt</a:t>
            </a:r>
            <a:r>
              <a:rPr lang="en-US" sz="800" u="sng" spc="-10" dirty="0">
                <a:uFill>
                  <a:solidFill>
                    <a:srgbClr val="000000"/>
                  </a:solidFill>
                </a:uFill>
                <a:latin typeface="Calibri"/>
                <a:cs typeface="Calibri"/>
              </a:rPr>
              <a:t>/</a:t>
            </a:r>
            <a:endParaRPr lang="en-US" sz="800" dirty="0">
              <a:latin typeface="Calibri"/>
              <a:cs typeface="Calibri"/>
            </a:endParaRPr>
          </a:p>
          <a:p>
            <a:endParaRPr lang="en-US"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2889065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725628-3A68-42F4-BA86-9818179531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4619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1513" y="1181100"/>
            <a:ext cx="5667375" cy="3187700"/>
          </a:xfrm>
        </p:spPr>
      </p:sp>
      <p:sp>
        <p:nvSpPr>
          <p:cNvPr id="3" name="Notes Placeholder 2"/>
          <p:cNvSpPr>
            <a:spLocks noGrp="1"/>
          </p:cNvSpPr>
          <p:nvPr>
            <p:ph type="body" idx="1"/>
          </p:nvPr>
        </p:nvSpPr>
        <p:spPr/>
        <p:txBody>
          <a:bodyPr/>
          <a:lstStyle/>
          <a:p>
            <a:pPr marL="0" indent="0">
              <a:buNone/>
            </a:pPr>
            <a:r>
              <a:rPr lang="en-US" baseline="0" dirty="0"/>
              <a:t>The reality is machine learning is about </a:t>
            </a:r>
            <a:r>
              <a:rPr lang="en-US" b="1" baseline="0" dirty="0"/>
              <a:t>building systems </a:t>
            </a:r>
            <a:r>
              <a:rPr lang="en-US" baseline="0" dirty="0"/>
              <a:t>that can </a:t>
            </a:r>
            <a:r>
              <a:rPr lang="en-US" i="1" baseline="0" dirty="0"/>
              <a:t>learn from data </a:t>
            </a:r>
            <a:r>
              <a:rPr lang="en-US" baseline="0" dirty="0"/>
              <a:t>and </a:t>
            </a:r>
            <a:r>
              <a:rPr lang="en-US" i="1" baseline="0" dirty="0"/>
              <a:t>improve over time. </a:t>
            </a:r>
          </a:p>
          <a:p>
            <a:pPr marL="0" indent="0">
              <a:buNone/>
            </a:pPr>
            <a:endParaRPr lang="en-US" baseline="0" dirty="0"/>
          </a:p>
          <a:p>
            <a:r>
              <a:rPr lang="en-US" baseline="0" dirty="0"/>
              <a:t>Algorithms are important but it really is about building systems. When it comes to using Machine learning for fraud waste and abuse it’s the system that’s important – algorithm(s) used while important really are just part of the system. The system has to be developed in a way that it learns and adapts to changing trends, and the most advanced and effective systems be come core to the business. </a:t>
            </a:r>
          </a:p>
          <a:p>
            <a:endParaRPr lang="en-US" baseline="0" dirty="0"/>
          </a:p>
          <a:p>
            <a:r>
              <a:rPr lang="en-US" baseline="0" dirty="0"/>
              <a:t>I liken this to gold mining –  you know you can start digging holes anywhere and hope to stumble upon gold – and we’ve seen popular TV shows that have sprung up that do just that. But the best gold miners </a:t>
            </a:r>
          </a:p>
          <a:p>
            <a:pPr lvl="1"/>
            <a:r>
              <a:rPr lang="en-US" baseline="0" dirty="0"/>
              <a:t>They prospect – test the ground to make sure there is gold there. Machine learning is no different the exploratory phase of ML does just that it prospects your data to find potential nuggets of information gold </a:t>
            </a:r>
          </a:p>
          <a:p>
            <a:pPr lvl="1"/>
            <a:r>
              <a:rPr lang="en-US" baseline="0" dirty="0"/>
              <a:t>They dig at scale – once they find profitable ground they optimize their system to push as much “pay-dirt” through their system, ML systems do the same thing. For credit card fraud do you want a system that decisions transactions 100% in real-time or just 50%? </a:t>
            </a:r>
          </a:p>
          <a:p>
            <a:pPr lvl="1"/>
            <a:r>
              <a:rPr lang="en-US" baseline="0" dirty="0"/>
              <a:t>They instrument – successful gold miners they have instrumented their business so they know how much fuel their trucks burn, how much dirt their plant can handle an hour, how much a down time etc. etc. – Machine Learning systems are no different we know how much fraud is found, how much time analyst investigate, we know the impact of prospecting on new and emerging threats – great systems are instrumented systems </a:t>
            </a:r>
          </a:p>
          <a:p>
            <a:pPr lvl="1"/>
            <a:endParaRPr lang="en-US" baseline="0" dirty="0"/>
          </a:p>
          <a:p>
            <a:pPr lvl="1"/>
            <a:r>
              <a:rPr lang="en-US" baseline="0" dirty="0"/>
              <a:t>Peter Drucker the founder the rational school of business management, author of 40 books had two famous quotes to live by </a:t>
            </a:r>
            <a:r>
              <a:rPr lang="en-US" i="1" dirty="0"/>
              <a:t>"you can't manage what you can't measure.“, “If you can't measure it, you can't improve it” </a:t>
            </a:r>
            <a:endParaRPr lang="en-US" baseline="0" dirty="0"/>
          </a:p>
          <a:p>
            <a:pPr lvl="1"/>
            <a:endParaRPr lang="en-US" baseline="0" dirty="0"/>
          </a:p>
          <a:p>
            <a:pPr lvl="1"/>
            <a:endParaRPr lang="en-US" baseline="0" dirty="0"/>
          </a:p>
        </p:txBody>
      </p:sp>
    </p:spTree>
    <p:extLst>
      <p:ext uri="{BB962C8B-B14F-4D97-AF65-F5344CB8AC3E}">
        <p14:creationId xmlns:p14="http://schemas.microsoft.com/office/powerpoint/2010/main" val="47881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a:t>Five ways to look past the shiny-object phase and into practical AI planning in 2018. </a:t>
            </a:r>
          </a:p>
          <a:p>
            <a:pPr lvl="1"/>
            <a:r>
              <a:rPr lang="en-US" dirty="0"/>
              <a:t>Start with a problem, not the solution!</a:t>
            </a:r>
          </a:p>
          <a:p>
            <a:pPr lvl="1"/>
            <a:r>
              <a:rPr lang="en-US" dirty="0"/>
              <a:t>Have the capacity to experiment ! </a:t>
            </a:r>
          </a:p>
          <a:p>
            <a:pPr lvl="1"/>
            <a:r>
              <a:rPr lang="en-US" dirty="0"/>
              <a:t>Have realistic expectations</a:t>
            </a:r>
          </a:p>
          <a:p>
            <a:pPr lvl="1"/>
            <a:r>
              <a:rPr lang="en-US" dirty="0"/>
              <a:t>Demand a white-box </a:t>
            </a:r>
          </a:p>
          <a:p>
            <a:pPr lvl="2"/>
            <a:r>
              <a:rPr lang="en-US" dirty="0"/>
              <a:t>It’s not magic. If a vendor can’t explain their AI product or service in terms you understand, don’t buy it. Much of what’s called AI today (“AI personal assistants,” anyone?) is actually humans wrangling a trove of data behind the scenes. If it doesn’t make sense, it might not be real</a:t>
            </a:r>
          </a:p>
          <a:p>
            <a:pPr lvl="1"/>
            <a:r>
              <a:rPr lang="en-US" dirty="0"/>
              <a:t>Govern the process. </a:t>
            </a:r>
          </a:p>
          <a:p>
            <a:pPr marL="171450" marR="0" lvl="0" indent="-182880" algn="l" defTabSz="365760" rtl="0" eaLnBrk="1" fontAlgn="auto" latinLnBrk="0" hangingPunct="1">
              <a:lnSpc>
                <a:spcPct val="85000"/>
              </a:lnSpc>
              <a:spcBef>
                <a:spcPts val="800"/>
              </a:spcBef>
              <a:spcAft>
                <a:spcPts val="0"/>
              </a:spcAft>
              <a:buClr>
                <a:schemeClr val="tx1"/>
              </a:buClr>
              <a:buSzPct val="80000"/>
              <a:buFont typeface="Arial" charset="0"/>
              <a:buChar char="•"/>
              <a:tabLst/>
              <a:defRPr/>
            </a:pPr>
            <a:endParaRPr lang="en-US" dirty="0"/>
          </a:p>
          <a:p>
            <a:pPr marL="171450" marR="0" lvl="0" indent="-182880" algn="l" defTabSz="365760" rtl="0" eaLnBrk="1" fontAlgn="auto" latinLnBrk="0" hangingPunct="1">
              <a:lnSpc>
                <a:spcPct val="85000"/>
              </a:lnSpc>
              <a:spcBef>
                <a:spcPts val="800"/>
              </a:spcBef>
              <a:spcAft>
                <a:spcPts val="0"/>
              </a:spcAft>
              <a:buClr>
                <a:schemeClr val="tx1"/>
              </a:buClr>
              <a:buSzPct val="80000"/>
              <a:buFont typeface="Arial" charset="0"/>
              <a:buChar char="•"/>
              <a:tabLst/>
              <a:defRPr/>
            </a:pPr>
            <a:endParaRPr lang="en-US" dirty="0"/>
          </a:p>
          <a:p>
            <a:pPr marL="171450" marR="0" lvl="0" indent="-182880" algn="l" defTabSz="365760" rtl="0" eaLnBrk="1" fontAlgn="auto" latinLnBrk="0" hangingPunct="1">
              <a:lnSpc>
                <a:spcPct val="85000"/>
              </a:lnSpc>
              <a:spcBef>
                <a:spcPts val="800"/>
              </a:spcBef>
              <a:spcAft>
                <a:spcPts val="0"/>
              </a:spcAft>
              <a:buClr>
                <a:schemeClr val="tx1"/>
              </a:buClr>
              <a:buSzPct val="80000"/>
              <a:buFont typeface="Arial" charset="0"/>
              <a:buChar char="•"/>
              <a:tabLst/>
              <a:defRPr/>
            </a:pPr>
            <a:r>
              <a:rPr lang="en-US" dirty="0"/>
              <a:t>No matter how good you think you</a:t>
            </a:r>
            <a:r>
              <a:rPr lang="en-US" baseline="0" dirty="0"/>
              <a:t> are doing there is always room for improvement. </a:t>
            </a:r>
            <a:endParaRPr lang="en-US" dirty="0"/>
          </a:p>
          <a:p>
            <a:endParaRPr lang="en-US" dirty="0"/>
          </a:p>
          <a:p>
            <a:r>
              <a:rPr lang="en-US" dirty="0"/>
              <a:t>What</a:t>
            </a:r>
            <a:r>
              <a:rPr lang="en-US" baseline="0" dirty="0"/>
              <a:t> is the potential impact? </a:t>
            </a:r>
          </a:p>
          <a:p>
            <a:endParaRPr lang="en-US" baseline="0" dirty="0"/>
          </a:p>
          <a:p>
            <a:r>
              <a:rPr lang="en-US" baseline="0" dirty="0"/>
              <a:t>My old boss used to say, that there are some problems where a little goes a long way… </a:t>
            </a:r>
          </a:p>
          <a:p>
            <a:endParaRPr lang="en-US" baseline="0" dirty="0"/>
          </a:p>
          <a:p>
            <a:r>
              <a:rPr lang="en-US" baseline="0" dirty="0"/>
              <a:t>Lets talk about real-world results. </a:t>
            </a:r>
            <a:endParaRPr lang="en-US" dirty="0"/>
          </a:p>
        </p:txBody>
      </p:sp>
    </p:spTree>
    <p:extLst>
      <p:ext uri="{BB962C8B-B14F-4D97-AF65-F5344CB8AC3E}">
        <p14:creationId xmlns:p14="http://schemas.microsoft.com/office/powerpoint/2010/main" val="2309458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a:t>This is the hard headed kid problem… I’ve had</a:t>
            </a:r>
            <a:r>
              <a:rPr lang="en-US" baseline="0" dirty="0"/>
              <a:t> a half dozen initiatives presented to me last year, that started with “we need AI” tell me what SAS is doing? </a:t>
            </a:r>
          </a:p>
          <a:p>
            <a:endParaRPr lang="en-US" dirty="0"/>
          </a:p>
          <a:p>
            <a:r>
              <a:rPr lang="en-US" sz="1200" i="1" dirty="0"/>
              <a:t>The most common AI / ML trap: building something the business or people don’t actually need</a:t>
            </a:r>
            <a:endParaRPr lang="en-US" dirty="0"/>
          </a:p>
          <a:p>
            <a:endParaRPr lang="en-US" dirty="0"/>
          </a:p>
          <a:p>
            <a:r>
              <a:rPr lang="en-US" dirty="0"/>
              <a:t>What</a:t>
            </a:r>
            <a:r>
              <a:rPr lang="en-US" baseline="0" dirty="0"/>
              <a:t> type of problem are you trying to solve? Often what people believe is AI is simply just process automation, if there isn’t a behavioral or interactive component then it’s probably not an AI problem. </a:t>
            </a:r>
            <a:endParaRPr lang="en-US" dirty="0"/>
          </a:p>
          <a:p>
            <a:r>
              <a:rPr lang="en-US" baseline="0" dirty="0"/>
              <a:t>  </a:t>
            </a:r>
            <a:endParaRPr lang="en-US" dirty="0"/>
          </a:p>
        </p:txBody>
      </p:sp>
      <p:sp>
        <p:nvSpPr>
          <p:cNvPr id="4" name="Footer Placeholder 3"/>
          <p:cNvSpPr>
            <a:spLocks noGrp="1"/>
          </p:cNvSpPr>
          <p:nvPr>
            <p:ph type="ftr" sz="quarter" idx="10"/>
          </p:nvPr>
        </p:nvSpPr>
        <p:spPr>
          <a:xfrm>
            <a:off x="1626024" y="8589487"/>
            <a:ext cx="3290992" cy="367983"/>
          </a:xfrm>
          <a:prstGeom prst="rect">
            <a:avLst/>
          </a:prstGeom>
        </p:spPr>
        <p:txBody>
          <a:bodyPr/>
          <a:lstStyle/>
          <a:p>
            <a:pPr>
              <a:defRPr/>
            </a:pPr>
            <a:r>
              <a:rPr lang="en-US"/>
              <a:t>Copyright © 2014, SAS Institute Inc. All rights reserved.</a:t>
            </a:r>
            <a:endParaRPr lang="en-US" dirty="0">
              <a:latin typeface="Arial"/>
            </a:endParaRPr>
          </a:p>
        </p:txBody>
      </p:sp>
      <p:sp>
        <p:nvSpPr>
          <p:cNvPr id="5" name="Slide Number Placeholder 4"/>
          <p:cNvSpPr>
            <a:spLocks noGrp="1"/>
          </p:cNvSpPr>
          <p:nvPr>
            <p:ph type="sldNum" sz="quarter" idx="11"/>
          </p:nvPr>
        </p:nvSpPr>
        <p:spPr>
          <a:xfrm>
            <a:off x="5024121" y="8589487"/>
            <a:ext cx="1518920" cy="367983"/>
          </a:xfrm>
          <a:prstGeom prst="rect">
            <a:avLst/>
          </a:prstGeom>
        </p:spPr>
        <p:txBody>
          <a:bodyPr/>
          <a:lstStyle/>
          <a:p>
            <a:pPr>
              <a:defRPr/>
            </a:pPr>
            <a:fld id="{975C7CCA-B034-4ACA-92B8-318F909601AE}" type="slidenum">
              <a:rPr lang="en-US" smtClean="0"/>
              <a:pPr>
                <a:defRPr/>
              </a:pPr>
              <a:t>25</a:t>
            </a:fld>
            <a:endParaRPr lang="en-US" dirty="0"/>
          </a:p>
        </p:txBody>
      </p:sp>
    </p:spTree>
    <p:extLst>
      <p:ext uri="{BB962C8B-B14F-4D97-AF65-F5344CB8AC3E}">
        <p14:creationId xmlns:p14="http://schemas.microsoft.com/office/powerpoint/2010/main" val="2384783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50BEB6-EFE4-B942-A5B9-AEBE7BB96B6E}" type="slidenum">
              <a:rPr lang="en-US" smtClean="0"/>
              <a:t>26</a:t>
            </a:fld>
            <a:endParaRPr lang="en-US"/>
          </a:p>
        </p:txBody>
      </p:sp>
    </p:spTree>
    <p:extLst>
      <p:ext uri="{BB962C8B-B14F-4D97-AF65-F5344CB8AC3E}">
        <p14:creationId xmlns:p14="http://schemas.microsoft.com/office/powerpoint/2010/main" val="1261840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40036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1513" y="1181100"/>
            <a:ext cx="5667375" cy="3187700"/>
          </a:xfrm>
        </p:spPr>
      </p:sp>
      <p:sp>
        <p:nvSpPr>
          <p:cNvPr id="3" name="Notes Placeholder 2"/>
          <p:cNvSpPr>
            <a:spLocks noGrp="1"/>
          </p:cNvSpPr>
          <p:nvPr>
            <p:ph type="body" idx="1"/>
          </p:nvPr>
        </p:nvSpPr>
        <p:spPr/>
        <p:txBody>
          <a:bodyPr/>
          <a:lstStyle/>
          <a:p>
            <a:pPr marL="0" indent="0">
              <a:buNone/>
            </a:pPr>
            <a:r>
              <a:rPr lang="en-US" dirty="0"/>
              <a:t>Demand</a:t>
            </a:r>
            <a:r>
              <a:rPr lang="en-US" baseline="0" dirty="0"/>
              <a:t> Clarity - </a:t>
            </a:r>
            <a:r>
              <a:rPr lang="en-US" dirty="0"/>
              <a:t>These</a:t>
            </a:r>
            <a:r>
              <a:rPr lang="en-US" baseline="0" dirty="0"/>
              <a:t> AI and ML methods are very sophisticated, and often we just rely on what the data scientist tells us… </a:t>
            </a:r>
            <a:r>
              <a:rPr lang="en-US" dirty="0"/>
              <a:t>need clarity</a:t>
            </a:r>
            <a:r>
              <a:rPr lang="en-US" baseline="0" dirty="0"/>
              <a:t> on the ML</a:t>
            </a:r>
          </a:p>
          <a:p>
            <a:pPr marL="0" indent="0">
              <a:buNone/>
            </a:pPr>
            <a:r>
              <a:rPr lang="en-US" baseline="0" dirty="0"/>
              <a:t>ML is the latest trend in technology and yes it will and has been transformative – but the media - </a:t>
            </a:r>
            <a:r>
              <a:rPr lang="en-US" dirty="0"/>
              <a:t>grossly overestimating the progress that has been made – there is no magical recipe for AI and Machine Learning - </a:t>
            </a:r>
            <a:endParaRPr lang="en-US" baseline="0" dirty="0"/>
          </a:p>
          <a:p>
            <a:endParaRPr lang="en-US" baseline="0" dirty="0"/>
          </a:p>
          <a:p>
            <a:r>
              <a:rPr lang="en-US" dirty="0"/>
              <a:t>Machine learning may be transformative technology, but the marketing hype behind it overshadows the reality… the fact is machine learning is still poorly understood… </a:t>
            </a:r>
            <a:r>
              <a:rPr lang="en-US" i="1" dirty="0"/>
              <a:t>like any data intensive technology, it is what you do with the data that is important. </a:t>
            </a:r>
          </a:p>
          <a:p>
            <a:endParaRPr lang="en-US" i="1" dirty="0"/>
          </a:p>
          <a:p>
            <a:r>
              <a:rPr lang="en-US" dirty="0"/>
              <a:t>Machine learning systems are not autonomous, self-replicating or self-optimizing systems</a:t>
            </a:r>
            <a:r>
              <a:rPr lang="en-US" b="1" dirty="0"/>
              <a:t>.  They only know what they have been trained to know… </a:t>
            </a:r>
          </a:p>
          <a:p>
            <a:endParaRPr lang="en-US" b="1" dirty="0"/>
          </a:p>
          <a:p>
            <a:r>
              <a:rPr lang="en-US" b="1" dirty="0"/>
              <a:t>So the idea of just “letting the machines do the work”, for hard problems that’s still a ways off, letting the machines do repeatable things that’s here and now. </a:t>
            </a:r>
          </a:p>
          <a:p>
            <a:endParaRPr lang="en-US" b="1" dirty="0"/>
          </a:p>
        </p:txBody>
      </p:sp>
      <p:sp>
        <p:nvSpPr>
          <p:cNvPr id="4" name="Footer Placeholder 3"/>
          <p:cNvSpPr>
            <a:spLocks noGrp="1"/>
          </p:cNvSpPr>
          <p:nvPr>
            <p:ph type="ftr" sz="quarter" idx="10"/>
          </p:nvPr>
        </p:nvSpPr>
        <p:spPr>
          <a:xfrm>
            <a:off x="1662158" y="8732646"/>
            <a:ext cx="3364125" cy="374116"/>
          </a:xfrm>
          <a:prstGeom prst="rect">
            <a:avLst/>
          </a:prstGeom>
        </p:spPr>
        <p:txBody>
          <a:bodyPr lIns="93177" tIns="46589" rIns="93177" bIns="46589"/>
          <a:lstStyle/>
          <a:p>
            <a:pPr>
              <a:defRPr/>
            </a:pPr>
            <a:r>
              <a:rPr lang="en-US">
                <a:solidFill>
                  <a:srgbClr val="000000"/>
                </a:solidFill>
              </a:rPr>
              <a:t>Copyright © 2014, SAS Institute Inc. All rights reserved.</a:t>
            </a:r>
            <a:endParaRPr lang="en-US" dirty="0">
              <a:solidFill>
                <a:srgbClr val="000000"/>
              </a:solidFill>
              <a:latin typeface="Arial"/>
            </a:endParaRPr>
          </a:p>
        </p:txBody>
      </p:sp>
      <p:sp>
        <p:nvSpPr>
          <p:cNvPr id="5" name="Slide Number Placeholder 4"/>
          <p:cNvSpPr>
            <a:spLocks noGrp="1"/>
          </p:cNvSpPr>
          <p:nvPr>
            <p:ph type="sldNum" sz="quarter" idx="11"/>
          </p:nvPr>
        </p:nvSpPr>
        <p:spPr>
          <a:xfrm>
            <a:off x="5135768" y="8732646"/>
            <a:ext cx="1552674" cy="374116"/>
          </a:xfrm>
          <a:prstGeom prst="rect">
            <a:avLst/>
          </a:prstGeom>
        </p:spPr>
        <p:txBody>
          <a:bodyPr lIns="93177" tIns="46589" rIns="93177" bIns="46589"/>
          <a:lstStyle/>
          <a:p>
            <a:pPr>
              <a:defRPr/>
            </a:pPr>
            <a:fld id="{975C7CCA-B034-4ACA-92B8-318F909601AE}" type="slidenum">
              <a:rPr lang="en-US" smtClean="0">
                <a:solidFill>
                  <a:srgbClr val="000000"/>
                </a:solidFill>
              </a:rPr>
              <a:pPr>
                <a:defRPr/>
              </a:pPr>
              <a:t>28</a:t>
            </a:fld>
            <a:endParaRPr lang="en-US" dirty="0">
              <a:solidFill>
                <a:srgbClr val="000000"/>
              </a:solidFill>
            </a:endParaRPr>
          </a:p>
        </p:txBody>
      </p:sp>
    </p:spTree>
    <p:extLst>
      <p:ext uri="{BB962C8B-B14F-4D97-AF65-F5344CB8AC3E}">
        <p14:creationId xmlns:p14="http://schemas.microsoft.com/office/powerpoint/2010/main" val="1130347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pPr marL="0" indent="0">
              <a:buNone/>
            </a:pPr>
            <a:r>
              <a:rPr lang="en-US" sz="1200" b="1" i="0" kern="1200" baseline="0" dirty="0">
                <a:solidFill>
                  <a:schemeClr val="tx1"/>
                </a:solidFill>
                <a:effectLst/>
                <a:latin typeface="+mn-lt"/>
                <a:ea typeface="+mn-ea"/>
                <a:cs typeface="Arial" pitchFamily="34" charset="0"/>
              </a:rPr>
              <a:t>None of us want to end up on the front page of the WSJ, without governance that is just what happens. </a:t>
            </a:r>
          </a:p>
          <a:p>
            <a:pPr marL="0" indent="0">
              <a:buNone/>
            </a:pPr>
            <a:endParaRPr lang="en-US" sz="1200" b="1" i="0" kern="1200" baseline="0" dirty="0">
              <a:solidFill>
                <a:schemeClr val="tx1"/>
              </a:solidFill>
              <a:effectLst/>
              <a:latin typeface="+mn-lt"/>
              <a:ea typeface="+mn-ea"/>
              <a:cs typeface="Arial" pitchFamily="34" charset="0"/>
            </a:endParaRPr>
          </a:p>
          <a:p>
            <a:r>
              <a:rPr lang="en-US" sz="1200" b="1" i="0" kern="1200" baseline="0" dirty="0">
                <a:solidFill>
                  <a:schemeClr val="tx1"/>
                </a:solidFill>
                <a:effectLst/>
                <a:latin typeface="+mn-lt"/>
                <a:ea typeface="+mn-ea"/>
                <a:cs typeface="Arial" pitchFamily="34" charset="0"/>
              </a:rPr>
              <a:t>Data is a shared asset. </a:t>
            </a:r>
            <a:r>
              <a:rPr lang="en-US" sz="1200" b="0" i="0" kern="1200" baseline="0" dirty="0">
                <a:solidFill>
                  <a:schemeClr val="tx1"/>
                </a:solidFill>
                <a:effectLst/>
                <a:latin typeface="+mn-lt"/>
                <a:ea typeface="+mn-ea"/>
                <a:cs typeface="Arial" pitchFamily="34" charset="0"/>
              </a:rPr>
              <a:t>It is often stated that good fences make good neighbors. This principle applies to data as well. In complex organizations, agreed upon boundaries delineate ownership and areas of responsibility.</a:t>
            </a:r>
          </a:p>
          <a:p>
            <a:endParaRPr lang="en-US" sz="1200" b="0" i="0" kern="1200" baseline="0" dirty="0">
              <a:solidFill>
                <a:schemeClr val="tx1"/>
              </a:solidFill>
              <a:effectLst/>
              <a:latin typeface="+mn-lt"/>
              <a:ea typeface="+mn-ea"/>
              <a:cs typeface="Arial" pitchFamily="34" charset="0"/>
            </a:endParaRPr>
          </a:p>
          <a:p>
            <a:r>
              <a:rPr lang="en-US" sz="1200" b="1" i="0" kern="1200" baseline="0" dirty="0">
                <a:solidFill>
                  <a:schemeClr val="tx1"/>
                </a:solidFill>
                <a:effectLst/>
                <a:latin typeface="+mn-lt"/>
                <a:ea typeface="+mn-ea"/>
                <a:cs typeface="Arial" pitchFamily="34" charset="0"/>
              </a:rPr>
              <a:t>Data is consumed by many. </a:t>
            </a:r>
            <a:r>
              <a:rPr lang="en-US" sz="1200" b="0" i="0" kern="1200" baseline="0" dirty="0">
                <a:solidFill>
                  <a:schemeClr val="tx1"/>
                </a:solidFill>
                <a:effectLst/>
                <a:latin typeface="+mn-lt"/>
                <a:ea typeface="+mn-ea"/>
                <a:cs typeface="Arial" pitchFamily="34" charset="0"/>
              </a:rPr>
              <a:t>For many executives, discussions revolving around data management can seem abstract or arcane. There is general consensus that decision-makers want data that is credible, accurate, reliable, and hopefully predictive and insightful</a:t>
            </a:r>
          </a:p>
          <a:p>
            <a:endParaRPr lang="en-US" sz="1200" b="0" i="0" kern="1200" baseline="0" dirty="0">
              <a:solidFill>
                <a:schemeClr val="tx1"/>
              </a:solidFill>
              <a:effectLst/>
              <a:latin typeface="+mn-lt"/>
              <a:ea typeface="+mn-ea"/>
              <a:cs typeface="Arial" pitchFamily="34" charset="0"/>
            </a:endParaRPr>
          </a:p>
          <a:p>
            <a:r>
              <a:rPr lang="en-US" sz="1200" b="1" i="0" kern="1200" baseline="0" dirty="0">
                <a:solidFill>
                  <a:schemeClr val="tx1"/>
                </a:solidFill>
                <a:effectLst/>
                <a:latin typeface="+mn-lt"/>
                <a:ea typeface="+mn-ea"/>
                <a:cs typeface="Arial" pitchFamily="34" charset="0"/>
              </a:rPr>
              <a:t>Data ownership is a responsibility.</a:t>
            </a:r>
            <a:r>
              <a:rPr lang="en-US" sz="1200" b="0" i="0" kern="1200" baseline="0" dirty="0">
                <a:solidFill>
                  <a:schemeClr val="tx1"/>
                </a:solidFill>
                <a:effectLst/>
                <a:latin typeface="+mn-lt"/>
                <a:ea typeface="+mn-ea"/>
                <a:cs typeface="Arial" pitchFamily="34" charset="0"/>
              </a:rPr>
              <a:t> The data life-cycle process illustrates the various forks along the way where data may be transformed, or where ‘bad data’ may be propagated.</a:t>
            </a:r>
          </a:p>
          <a:p>
            <a:endParaRPr lang="en-US" sz="1200" b="0" i="0" kern="1200" baseline="0" dirty="0">
              <a:solidFill>
                <a:schemeClr val="tx1"/>
              </a:solidFill>
              <a:effectLst/>
              <a:latin typeface="+mn-lt"/>
              <a:ea typeface="+mn-ea"/>
              <a:cs typeface="Arial" pitchFamily="34" charset="0"/>
            </a:endParaRPr>
          </a:p>
          <a:p>
            <a:r>
              <a:rPr lang="en-US" sz="1200" b="1" i="0" kern="1200" baseline="0" dirty="0">
                <a:solidFill>
                  <a:schemeClr val="tx1"/>
                </a:solidFill>
                <a:effectLst/>
                <a:latin typeface="+mn-lt"/>
                <a:ea typeface="+mn-ea"/>
                <a:cs typeface="Arial" pitchFamily="34" charset="0"/>
              </a:rPr>
              <a:t>Data is not just for specialists. </a:t>
            </a:r>
            <a:r>
              <a:rPr lang="en-US" sz="1200" b="0" i="0" kern="1200" baseline="0" dirty="0">
                <a:solidFill>
                  <a:schemeClr val="tx1"/>
                </a:solidFill>
                <a:effectLst/>
                <a:latin typeface="+mn-lt"/>
                <a:ea typeface="+mn-ea"/>
                <a:cs typeface="Arial" pitchFamily="34" charset="0"/>
              </a:rPr>
              <a:t>Like with any specialized field – medicine, military, sports, finance, academia – data is a complex domain that fosters its own specialists with their own jargon – meta-data, master data management, ETL, Hadoop. </a:t>
            </a:r>
            <a:endParaRPr lang="en-US" dirty="0"/>
          </a:p>
        </p:txBody>
      </p:sp>
    </p:spTree>
    <p:extLst>
      <p:ext uri="{BB962C8B-B14F-4D97-AF65-F5344CB8AC3E}">
        <p14:creationId xmlns:p14="http://schemas.microsoft.com/office/powerpoint/2010/main" val="252244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a:t>Reach out to our team, we are here</a:t>
            </a:r>
            <a:r>
              <a:rPr lang="en-US" baseline="0" dirty="0"/>
              <a:t> to serve the rest of product management not just a handful </a:t>
            </a:r>
            <a:endParaRPr lang="en-US" dirty="0"/>
          </a:p>
        </p:txBody>
      </p:sp>
      <p:sp>
        <p:nvSpPr>
          <p:cNvPr id="4" name="Footer Placeholder 3"/>
          <p:cNvSpPr>
            <a:spLocks noGrp="1"/>
          </p:cNvSpPr>
          <p:nvPr>
            <p:ph type="ftr" sz="quarter" idx="10"/>
          </p:nvPr>
        </p:nvSpPr>
        <p:spPr>
          <a:xfrm>
            <a:off x="1626024" y="8589487"/>
            <a:ext cx="3290992" cy="367983"/>
          </a:xfrm>
          <a:prstGeom prst="rect">
            <a:avLst/>
          </a:prstGeom>
        </p:spPr>
        <p:txBody>
          <a:bodyPr/>
          <a:lstStyle/>
          <a:p>
            <a:pPr>
              <a:defRPr/>
            </a:pPr>
            <a:r>
              <a:rPr lang="en-US"/>
              <a:t>Copyright © 2014, SAS Institute Inc. All rights reserved.</a:t>
            </a:r>
            <a:endParaRPr lang="en-US" dirty="0">
              <a:latin typeface="Arial"/>
            </a:endParaRPr>
          </a:p>
        </p:txBody>
      </p:sp>
      <p:sp>
        <p:nvSpPr>
          <p:cNvPr id="5" name="Slide Number Placeholder 4"/>
          <p:cNvSpPr>
            <a:spLocks noGrp="1"/>
          </p:cNvSpPr>
          <p:nvPr>
            <p:ph type="sldNum" sz="quarter" idx="11"/>
          </p:nvPr>
        </p:nvSpPr>
        <p:spPr>
          <a:xfrm>
            <a:off x="5024121" y="8589487"/>
            <a:ext cx="1518920" cy="367983"/>
          </a:xfrm>
          <a:prstGeom prst="rect">
            <a:avLst/>
          </a:prstGeom>
        </p:spPr>
        <p:txBody>
          <a:bodyPr/>
          <a:lstStyle/>
          <a:p>
            <a:pPr>
              <a:defRPr/>
            </a:pPr>
            <a:fld id="{975C7CCA-B034-4ACA-92B8-318F909601AE}" type="slidenum">
              <a:rPr lang="en-US" smtClean="0"/>
              <a:pPr>
                <a:defRPr/>
              </a:pPr>
              <a:t>31</a:t>
            </a:fld>
            <a:endParaRPr lang="en-US" dirty="0"/>
          </a:p>
        </p:txBody>
      </p:sp>
    </p:spTree>
    <p:extLst>
      <p:ext uri="{BB962C8B-B14F-4D97-AF65-F5344CB8AC3E}">
        <p14:creationId xmlns:p14="http://schemas.microsoft.com/office/powerpoint/2010/main" val="298140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50BEB6-EFE4-B942-A5B9-AEBE7BB96B6E}" type="slidenum">
              <a:rPr lang="en-US" smtClean="0"/>
              <a:t>32</a:t>
            </a:fld>
            <a:endParaRPr lang="en-US"/>
          </a:p>
        </p:txBody>
      </p:sp>
    </p:spTree>
    <p:extLst>
      <p:ext uri="{BB962C8B-B14F-4D97-AF65-F5344CB8AC3E}">
        <p14:creationId xmlns:p14="http://schemas.microsoft.com/office/powerpoint/2010/main" val="113806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AC0E66CD-21C0-0C46-9262-75B7BC23CA89}" type="slidenum">
              <a:rPr lang="en-US" smtClean="0"/>
              <a:pPr/>
              <a:t>33</a:t>
            </a:fld>
            <a:endParaRPr lang="en-US" dirty="0"/>
          </a:p>
        </p:txBody>
      </p:sp>
    </p:spTree>
    <p:extLst>
      <p:ext uri="{BB962C8B-B14F-4D97-AF65-F5344CB8AC3E}">
        <p14:creationId xmlns:p14="http://schemas.microsoft.com/office/powerpoint/2010/main" val="2171790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dirty="0"/>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sz="1800" dirty="0">
              <a:solidFill>
                <a:srgbClr val="FFFFFF"/>
              </a:solidFill>
              <a:latin typeface="Franklin Gothic Book"/>
            </a:endParaRPr>
          </a:p>
        </p:txBody>
      </p:sp>
      <p:sp>
        <p:nvSpPr>
          <p:cNvPr id="11" name="Rectangle 10"/>
          <p:cNvSpPr/>
          <p:nvPr/>
        </p:nvSpPr>
        <p:spPr>
          <a:xfrm>
            <a:off x="6165851" y="228600"/>
            <a:ext cx="27432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9069917" y="2377440"/>
            <a:ext cx="27432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6" name="Picture 5"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97954" cy="480425"/>
          </a:xfrm>
          <a:prstGeom prst="rect">
            <a:avLst/>
          </a:prstGeom>
        </p:spPr>
      </p:pic>
    </p:spTree>
    <p:custDataLst>
      <p:tags r:id="rId1"/>
    </p:custDataLst>
    <p:extLst>
      <p:ext uri="{BB962C8B-B14F-4D97-AF65-F5344CB8AC3E}">
        <p14:creationId xmlns:p14="http://schemas.microsoft.com/office/powerpoint/2010/main" val="59535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11127872" y="282574"/>
            <a:ext cx="67565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a:xfrm>
            <a:off x="11166412" y="6426788"/>
            <a:ext cx="738717" cy="365125"/>
          </a:xfrm>
        </p:spPr>
        <p:txBody>
          <a:bodyPr/>
          <a:lstStyle>
            <a:lvl1pPr>
              <a:defRPr>
                <a:solidFill>
                  <a:schemeClr val="tx1">
                    <a:lumMod val="65000"/>
                    <a:lumOff val="35000"/>
                  </a:schemeClr>
                </a:solidFill>
              </a:defRPr>
            </a:lvl1pPr>
          </a:lstStyle>
          <a:p>
            <a:fld id="{02456A73-CB17-B748-BD2A-A20F5DD59EC7}" type="slidenum">
              <a:rPr lang="en-US" smtClean="0"/>
              <a:pPr/>
              <a:t>‹#›</a:t>
            </a:fld>
            <a:endParaRPr lang="en-US" dirty="0"/>
          </a:p>
        </p:txBody>
      </p:sp>
      <p:sp>
        <p:nvSpPr>
          <p:cNvPr id="10" name="Rectangle 9"/>
          <p:cNvSpPr/>
          <p:nvPr/>
        </p:nvSpPr>
        <p:spPr>
          <a:xfrm>
            <a:off x="1095587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60990" y="1400284"/>
            <a:ext cx="409422" cy="356520"/>
          </a:xfrm>
          <a:prstGeom prst="rect">
            <a:avLst/>
          </a:prstGeom>
        </p:spPr>
      </p:pic>
    </p:spTree>
    <p:custDataLst>
      <p:tags r:id="rId1"/>
    </p:custDataLst>
    <p:extLst>
      <p:ext uri="{BB962C8B-B14F-4D97-AF65-F5344CB8AC3E}">
        <p14:creationId xmlns:p14="http://schemas.microsoft.com/office/powerpoint/2010/main" val="392089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4633" y="134471"/>
            <a:ext cx="10075084"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Text Placeholder 3"/>
          <p:cNvSpPr>
            <a:spLocks noGrp="1"/>
          </p:cNvSpPr>
          <p:nvPr>
            <p:ph type="body" sz="half" idx="2"/>
          </p:nvPr>
        </p:nvSpPr>
        <p:spPr>
          <a:xfrm>
            <a:off x="664691" y="1129553"/>
            <a:ext cx="10078613"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pic>
        <p:nvPicPr>
          <p:cNvPr id="14" name="Picture 13"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50201" y="1400284"/>
            <a:ext cx="431515" cy="356520"/>
          </a:xfrm>
          <a:prstGeom prst="rect">
            <a:avLst/>
          </a:prstGeom>
        </p:spPr>
      </p:pic>
    </p:spTree>
    <p:custDataLst>
      <p:tags r:id="rId1"/>
    </p:custDataLst>
    <p:extLst>
      <p:ext uri="{BB962C8B-B14F-4D97-AF65-F5344CB8AC3E}">
        <p14:creationId xmlns:p14="http://schemas.microsoft.com/office/powerpoint/2010/main" val="170184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3" name="Picture Placeholder 12"/>
          <p:cNvSpPr>
            <a:spLocks noGrp="1"/>
          </p:cNvSpPr>
          <p:nvPr>
            <p:ph type="pic" sz="quarter" idx="12"/>
          </p:nvPr>
        </p:nvSpPr>
        <p:spPr>
          <a:xfrm>
            <a:off x="6165851" y="228600"/>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3"/>
          </p:nvPr>
        </p:nvSpPr>
        <p:spPr>
          <a:xfrm>
            <a:off x="9069917" y="2377440"/>
            <a:ext cx="2743200" cy="2039112"/>
          </a:xfrm>
        </p:spPr>
        <p:txBody>
          <a:bodyPr/>
          <a:lstStyle>
            <a:lvl1pPr>
              <a:buNone/>
              <a:defRPr/>
            </a:lvl1pPr>
          </a:lstStyle>
          <a:p>
            <a:r>
              <a:rPr lang="en-US"/>
              <a:t>Click icon to add picture</a:t>
            </a:r>
            <a:endParaRPr dirty="0"/>
          </a:p>
        </p:txBody>
      </p:sp>
      <p:sp>
        <p:nvSpPr>
          <p:cNvPr id="16" name="Text Placeholder 3"/>
          <p:cNvSpPr>
            <a:spLocks noGrp="1"/>
          </p:cNvSpPr>
          <p:nvPr>
            <p:ph type="body" sz="half" idx="2"/>
          </p:nvPr>
        </p:nvSpPr>
        <p:spPr>
          <a:xfrm>
            <a:off x="1143000" y="1779495"/>
            <a:ext cx="4114800" cy="2040905"/>
          </a:xfrm>
        </p:spPr>
        <p:txBody>
          <a:bodyPr lIns="45720" tIns="45720" rIns="45720" anchor="t">
            <a:noAutofit/>
          </a:bodyPr>
          <a:lstStyle>
            <a:lvl1pPr marL="0" indent="0" algn="ctr">
              <a:spcBef>
                <a:spcPts val="600"/>
              </a:spcBef>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pic>
        <p:nvPicPr>
          <p:cNvPr id="17" name="Picture 16"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56858" cy="480425"/>
          </a:xfrm>
          <a:prstGeom prst="rect">
            <a:avLst/>
          </a:prstGeom>
        </p:spPr>
      </p:pic>
    </p:spTree>
    <p:custDataLst>
      <p:tags r:id="rId1"/>
    </p:custDataLst>
    <p:extLst>
      <p:ext uri="{BB962C8B-B14F-4D97-AF65-F5344CB8AC3E}">
        <p14:creationId xmlns:p14="http://schemas.microsoft.com/office/powerpoint/2010/main" val="2070709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878543" y="228600"/>
            <a:ext cx="1093457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3048000" y="3124201"/>
            <a:ext cx="75184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3048000" y="4495801"/>
            <a:ext cx="75184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78541" y="6248775"/>
            <a:ext cx="1966259" cy="365125"/>
          </a:xfrm>
        </p:spPr>
        <p:txBody>
          <a:bodyPr/>
          <a:lstStyle>
            <a:lvl1pPr algn="l">
              <a:defRPr>
                <a:solidFill>
                  <a:schemeClr val="bg1"/>
                </a:solidFill>
              </a:defRPr>
            </a:lvl1pPr>
          </a:lstStyle>
          <a:p>
            <a:endParaRPr lang="en-US" dirty="0">
              <a:solidFill>
                <a:srgbClr val="FFFFFF"/>
              </a:solidFill>
              <a:latin typeface="Franklin Gothic Book"/>
            </a:endParaRPr>
          </a:p>
        </p:txBody>
      </p:sp>
      <p:sp>
        <p:nvSpPr>
          <p:cNvPr id="5" name="Footer Placeholder 4"/>
          <p:cNvSpPr>
            <a:spLocks noGrp="1"/>
          </p:cNvSpPr>
          <p:nvPr>
            <p:ph type="ftr" sz="quarter" idx="11"/>
          </p:nvPr>
        </p:nvSpPr>
        <p:spPr>
          <a:xfrm>
            <a:off x="3048000" y="6248775"/>
            <a:ext cx="7518400"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Slide Number Placeholder 5"/>
          <p:cNvSpPr>
            <a:spLocks noGrp="1"/>
          </p:cNvSpPr>
          <p:nvPr>
            <p:ph type="sldNum" sz="quarter" idx="12"/>
          </p:nvPr>
        </p:nvSpPr>
        <p:spPr>
          <a:xfrm>
            <a:off x="11074400" y="624877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9" name="Rectangle 8"/>
          <p:cNvSpPr/>
          <p:nvPr/>
        </p:nvSpPr>
        <p:spPr>
          <a:xfrm>
            <a:off x="381001" y="228600"/>
            <a:ext cx="283633"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1" name="Picture 10" descr="WFU_Univ_White_Shield-only.eps"/>
          <p:cNvPicPr>
            <a:picLocks noChangeAspect="1"/>
          </p:cNvPicPr>
          <p:nvPr userDrawn="1"/>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69851" y="437071"/>
            <a:ext cx="556208" cy="480425"/>
          </a:xfrm>
          <a:prstGeom prst="rect">
            <a:avLst/>
          </a:prstGeom>
        </p:spPr>
      </p:pic>
    </p:spTree>
    <p:custDataLst>
      <p:tags r:id="rId1"/>
    </p:custDataLst>
    <p:extLst>
      <p:ext uri="{BB962C8B-B14F-4D97-AF65-F5344CB8AC3E}">
        <p14:creationId xmlns:p14="http://schemas.microsoft.com/office/powerpoint/2010/main" val="3973121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11074400" y="282574"/>
            <a:ext cx="72913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1084609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866504"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2917035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11068375" y="282574"/>
            <a:ext cx="735153"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8"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5866504"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3428104" y="1000317"/>
            <a:ext cx="48768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5866504" y="2070848"/>
            <a:ext cx="48768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5" name="Picture 14"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337744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 Col Comparison">
    <p:spTree>
      <p:nvGrpSpPr>
        <p:cNvPr id="1" name=""/>
        <p:cNvGrpSpPr/>
        <p:nvPr/>
      </p:nvGrpSpPr>
      <p:grpSpPr>
        <a:xfrm>
          <a:off x="0" y="0"/>
          <a:ext cx="0" cy="0"/>
          <a:chOff x="0" y="0"/>
          <a:chExt cx="0" cy="0"/>
        </a:xfrm>
      </p:grpSpPr>
      <p:sp>
        <p:nvSpPr>
          <p:cNvPr id="10" name="Rectangle 9"/>
          <p:cNvSpPr/>
          <p:nvPr/>
        </p:nvSpPr>
        <p:spPr>
          <a:xfrm>
            <a:off x="10972799" y="282574"/>
            <a:ext cx="8307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56994" y="1400284"/>
            <a:ext cx="462337" cy="356520"/>
          </a:xfrm>
          <a:prstGeom prst="rect">
            <a:avLst/>
          </a:prstGeom>
        </p:spPr>
      </p:pic>
    </p:spTree>
    <p:custDataLst>
      <p:tags r:id="rId1"/>
    </p:custDataLst>
    <p:extLst>
      <p:ext uri="{BB962C8B-B14F-4D97-AF65-F5344CB8AC3E}">
        <p14:creationId xmlns:p14="http://schemas.microsoft.com/office/powerpoint/2010/main" val="107620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0" y="1985963"/>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13" name="Content Placeholder 2"/>
          <p:cNvSpPr>
            <a:spLocks noGrp="1"/>
          </p:cNvSpPr>
          <p:nvPr>
            <p:ph sz="half" idx="14"/>
          </p:nvPr>
        </p:nvSpPr>
        <p:spPr>
          <a:xfrm>
            <a:off x="664690" y="4164965"/>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Rectangle 13"/>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5" name="Slide Number Placeholder 6"/>
          <p:cNvSpPr>
            <a:spLocks noGrp="1"/>
          </p:cNvSpPr>
          <p:nvPr>
            <p:ph type="sldNum" sz="quarter" idx="12"/>
          </p:nvPr>
        </p:nvSpPr>
        <p:spPr>
          <a:xfrm>
            <a:off x="11074400" y="24223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594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1074400" y="282574"/>
            <a:ext cx="72912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1" name="Content Placeholder 2"/>
          <p:cNvSpPr>
            <a:spLocks noGrp="1"/>
          </p:cNvSpPr>
          <p:nvPr>
            <p:ph sz="half" idx="15"/>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79" y="1400284"/>
            <a:ext cx="441789" cy="356520"/>
          </a:xfrm>
          <a:prstGeom prst="rect">
            <a:avLst/>
          </a:prstGeom>
        </p:spPr>
      </p:pic>
    </p:spTree>
    <p:custDataLst>
      <p:tags r:id="rId1"/>
    </p:custDataLst>
    <p:extLst>
      <p:ext uri="{BB962C8B-B14F-4D97-AF65-F5344CB8AC3E}">
        <p14:creationId xmlns:p14="http://schemas.microsoft.com/office/powerpoint/2010/main" val="250918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2" name="Content Placeholder 2"/>
          <p:cNvSpPr>
            <a:spLocks noGrp="1"/>
          </p:cNvSpPr>
          <p:nvPr>
            <p:ph sz="half" idx="17"/>
          </p:nvPr>
        </p:nvSpPr>
        <p:spPr>
          <a:xfrm>
            <a:off x="670561" y="1985963"/>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ontent Placeholder 2"/>
          <p:cNvSpPr>
            <a:spLocks noGrp="1"/>
          </p:cNvSpPr>
          <p:nvPr>
            <p:ph sz="half" idx="18"/>
          </p:nvPr>
        </p:nvSpPr>
        <p:spPr>
          <a:xfrm>
            <a:off x="670561" y="4164965"/>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6"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2693767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4" name="Footer Placeholder 3"/>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5" name="Slide Number Placeholder 4"/>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1" name="Picture 10"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09105" y="1400284"/>
            <a:ext cx="452063" cy="356520"/>
          </a:xfrm>
          <a:prstGeom prst="rect">
            <a:avLst/>
          </a:prstGeom>
        </p:spPr>
      </p:pic>
    </p:spTree>
    <p:custDataLst>
      <p:tags r:id="rId1"/>
    </p:custDataLst>
    <p:extLst>
      <p:ext uri="{BB962C8B-B14F-4D97-AF65-F5344CB8AC3E}">
        <p14:creationId xmlns:p14="http://schemas.microsoft.com/office/powerpoint/2010/main" val="2582948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Date Placeholder 1"/>
          <p:cNvSpPr>
            <a:spLocks noGrp="1"/>
          </p:cNvSpPr>
          <p:nvPr>
            <p:ph type="dt" sz="half" idx="10"/>
          </p:nvPr>
        </p:nvSpPr>
        <p:spPr/>
        <p:txBody>
          <a:bodyPr/>
          <a:lstStyle>
            <a:lvl1pPr>
              <a:defRPr/>
            </a:lvl1pPr>
          </a:lstStyle>
          <a:p>
            <a:endParaRPr lang="en-US" dirty="0">
              <a:solidFill>
                <a:srgbClr val="000000">
                  <a:lumMod val="65000"/>
                  <a:lumOff val="35000"/>
                </a:srgbClr>
              </a:solidFill>
            </a:endParaRPr>
          </a:p>
        </p:txBody>
      </p:sp>
      <p:sp>
        <p:nvSpPr>
          <p:cNvPr id="3" name="Footer Placeholder 2"/>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pic>
        <p:nvPicPr>
          <p:cNvPr id="6" name="Picture 5"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19379" y="714101"/>
            <a:ext cx="452064" cy="355191"/>
          </a:xfrm>
          <a:prstGeom prst="rect">
            <a:avLst/>
          </a:prstGeom>
        </p:spPr>
      </p:pic>
    </p:spTree>
    <p:custDataLst>
      <p:tags r:id="rId1"/>
    </p:custDataLst>
    <p:extLst>
      <p:ext uri="{BB962C8B-B14F-4D97-AF65-F5344CB8AC3E}">
        <p14:creationId xmlns:p14="http://schemas.microsoft.com/office/powerpoint/2010/main" val="57726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76768" y="228600"/>
            <a:ext cx="460163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7" y="2571750"/>
            <a:ext cx="4340352" cy="1162050"/>
          </a:xfrm>
        </p:spPr>
        <p:txBody>
          <a:bodyPr anchor="b">
            <a:normAutofit/>
          </a:bodyPr>
          <a:lstStyle>
            <a:lvl1pPr algn="l">
              <a:defRPr sz="2600" b="0">
                <a:solidFill>
                  <a:schemeClr val="bg1"/>
                </a:solidFill>
              </a:defRPr>
            </a:lvl1pPr>
          </a:lstStyle>
          <a:p>
            <a:r>
              <a:rPr lang="en-US"/>
              <a:t>Click to edit Master title style</a:t>
            </a:r>
            <a:endParaRPr dirty="0"/>
          </a:p>
        </p:txBody>
      </p:sp>
      <p:sp>
        <p:nvSpPr>
          <p:cNvPr id="3" name="Content Placeholder 2"/>
          <p:cNvSpPr>
            <a:spLocks noGrp="1"/>
          </p:cNvSpPr>
          <p:nvPr>
            <p:ph idx="1"/>
          </p:nvPr>
        </p:nvSpPr>
        <p:spPr>
          <a:xfrm>
            <a:off x="5558368" y="273051"/>
            <a:ext cx="6129865"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08124" y="3733801"/>
            <a:ext cx="4340352"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145741" y="6423586"/>
            <a:ext cx="4422588"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1955076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559205" y="3124200"/>
            <a:ext cx="5197696"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4614211"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559205" y="3995737"/>
            <a:ext cx="5197696"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29653" y="721135"/>
            <a:ext cx="441790" cy="355191"/>
          </a:xfrm>
          <a:prstGeom prst="rect">
            <a:avLst/>
          </a:prstGeom>
        </p:spPr>
      </p:pic>
    </p:spTree>
    <p:custDataLst>
      <p:tags r:id="rId1"/>
    </p:custDataLst>
    <p:extLst>
      <p:ext uri="{BB962C8B-B14F-4D97-AF65-F5344CB8AC3E}">
        <p14:creationId xmlns:p14="http://schemas.microsoft.com/office/powerpoint/2010/main" val="5544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75341" y="4424082"/>
            <a:ext cx="8254876"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85045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75341" y="5257800"/>
            <a:ext cx="8254876"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9" name="Rectangle 8"/>
          <p:cNvSpPr/>
          <p:nvPr/>
        </p:nvSpPr>
        <p:spPr>
          <a:xfrm>
            <a:off x="9069917" y="2377440"/>
            <a:ext cx="27432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3" name="Picture 12"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0983074" y="3738743"/>
            <a:ext cx="554751" cy="480425"/>
          </a:xfrm>
          <a:prstGeom prst="rect">
            <a:avLst/>
          </a:prstGeom>
        </p:spPr>
      </p:pic>
    </p:spTree>
    <p:custDataLst>
      <p:tags r:id="rId1"/>
    </p:custDataLst>
    <p:extLst>
      <p:ext uri="{BB962C8B-B14F-4D97-AF65-F5344CB8AC3E}">
        <p14:creationId xmlns:p14="http://schemas.microsoft.com/office/powerpoint/2010/main" val="1390491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376766" y="228600"/>
            <a:ext cx="851622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8242148"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6" y="3733801"/>
            <a:ext cx="8239421"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949683" y="6235608"/>
            <a:ext cx="1797864" cy="365125"/>
          </a:xfrm>
        </p:spPr>
        <p:txBody>
          <a:bodyPr/>
          <a:lstStyle>
            <a:lvl1pPr>
              <a:defRPr>
                <a:solidFill>
                  <a:schemeClr val="bg1"/>
                </a:solidFill>
              </a:defRPr>
            </a:lvl1pPr>
          </a:lstStyle>
          <a:p>
            <a:endParaRPr lang="en-US" dirty="0">
              <a:solidFill>
                <a:srgbClr val="FFFFFF"/>
              </a:solidFill>
            </a:endParaRPr>
          </a:p>
        </p:txBody>
      </p:sp>
      <p:sp>
        <p:nvSpPr>
          <p:cNvPr id="6" name="Footer Placeholder 5"/>
          <p:cNvSpPr>
            <a:spLocks noGrp="1"/>
          </p:cNvSpPr>
          <p:nvPr>
            <p:ph type="ftr" sz="quarter" idx="11"/>
          </p:nvPr>
        </p:nvSpPr>
        <p:spPr>
          <a:xfrm>
            <a:off x="508128" y="6235608"/>
            <a:ext cx="61974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9069917" y="237494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9069917" y="4535424"/>
            <a:ext cx="2743200" cy="2039112"/>
          </a:xfrm>
        </p:spPr>
        <p:txBody>
          <a:bodyPr/>
          <a:lstStyle>
            <a:lvl1pPr>
              <a:buNone/>
              <a:defRPr/>
            </a:lvl1pPr>
          </a:lstStyle>
          <a:p>
            <a:r>
              <a:rPr lang="en-US"/>
              <a:t>Click icon to add picture</a:t>
            </a:r>
            <a:endParaRPr dirty="0"/>
          </a:p>
        </p:txBody>
      </p:sp>
      <p:pic>
        <p:nvPicPr>
          <p:cNvPr id="14" name="Picture 13"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36309" cy="480425"/>
          </a:xfrm>
          <a:prstGeom prst="rect">
            <a:avLst/>
          </a:prstGeom>
        </p:spPr>
      </p:pic>
    </p:spTree>
    <p:custDataLst>
      <p:tags r:id="rId1"/>
    </p:custDataLst>
    <p:extLst>
      <p:ext uri="{BB962C8B-B14F-4D97-AF65-F5344CB8AC3E}">
        <p14:creationId xmlns:p14="http://schemas.microsoft.com/office/powerpoint/2010/main" val="3722263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376767" y="228600"/>
            <a:ext cx="56472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53555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5" y="3733801"/>
            <a:ext cx="5353739"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064000" y="6235608"/>
            <a:ext cx="1797864"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Footer Placeholder 5"/>
          <p:cNvSpPr>
            <a:spLocks noGrp="1"/>
          </p:cNvSpPr>
          <p:nvPr>
            <p:ph type="ftr" sz="quarter" idx="11"/>
          </p:nvPr>
        </p:nvSpPr>
        <p:spPr>
          <a:xfrm>
            <a:off x="508128" y="6235608"/>
            <a:ext cx="34542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1" name="Rectangle 10"/>
          <p:cNvSpPr/>
          <p:nvPr/>
        </p:nvSpPr>
        <p:spPr>
          <a:xfrm>
            <a:off x="6165851" y="4534726"/>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6165851" y="22860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6165851" y="2381663"/>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5"/>
          </p:nvPr>
        </p:nvSpPr>
        <p:spPr>
          <a:xfrm>
            <a:off x="9070848" y="2381662"/>
            <a:ext cx="2743200" cy="4187952"/>
          </a:xfrm>
        </p:spPr>
        <p:txBody>
          <a:bodyPr/>
          <a:lstStyle>
            <a:lvl1pPr>
              <a:buNone/>
              <a:defRPr/>
            </a:lvl1pPr>
          </a:lstStyle>
          <a:p>
            <a:r>
              <a:rPr lang="en-US"/>
              <a:t>Click icon to add picture</a:t>
            </a:r>
            <a:endParaRPr dirty="0"/>
          </a:p>
        </p:txBody>
      </p:sp>
      <p:pic>
        <p:nvPicPr>
          <p:cNvPr id="15" name="Picture 14"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4099064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11074399" y="282574"/>
            <a:ext cx="729129"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04000" y="3124200"/>
            <a:ext cx="414528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365248"/>
            <a:ext cx="5653492"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604000" y="3995737"/>
            <a:ext cx="4145280"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4" name="Picture Placeholder 12"/>
          <p:cNvSpPr>
            <a:spLocks noGrp="1"/>
          </p:cNvSpPr>
          <p:nvPr>
            <p:ph type="pic" sz="quarter" idx="13"/>
          </p:nvPr>
        </p:nvSpPr>
        <p:spPr>
          <a:xfrm>
            <a:off x="370540" y="228600"/>
            <a:ext cx="2743200" cy="2039112"/>
          </a:xfrm>
        </p:spPr>
        <p:txBody>
          <a:bodyPr/>
          <a:lstStyle>
            <a:lvl1pPr>
              <a:buNone/>
              <a:defRPr/>
            </a:lvl1pPr>
          </a:lstStyle>
          <a:p>
            <a:r>
              <a:rPr lang="en-US"/>
              <a:t>Click icon to add picture</a:t>
            </a:r>
            <a:endParaRPr dirty="0"/>
          </a:p>
        </p:txBody>
      </p:sp>
      <p:sp>
        <p:nvSpPr>
          <p:cNvPr id="15" name="Picture Placeholder 12"/>
          <p:cNvSpPr>
            <a:spLocks noGrp="1"/>
          </p:cNvSpPr>
          <p:nvPr>
            <p:ph type="pic" sz="quarter" idx="14"/>
          </p:nvPr>
        </p:nvSpPr>
        <p:spPr>
          <a:xfrm>
            <a:off x="3280833" y="228600"/>
            <a:ext cx="2743200" cy="2039112"/>
          </a:xfrm>
        </p:spPr>
        <p:txBody>
          <a:bodyPr/>
          <a:lstStyle>
            <a:lvl1pPr>
              <a:buNone/>
              <a:defRPr/>
            </a:lvl1pPr>
          </a:lstStyle>
          <a:p>
            <a:r>
              <a:rPr lang="en-US"/>
              <a:t>Click icon to add picture</a:t>
            </a:r>
            <a:endParaRPr dirty="0"/>
          </a:p>
        </p:txBody>
      </p:sp>
      <p:pic>
        <p:nvPicPr>
          <p:cNvPr id="13" name="Picture 12"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91299" y="707766"/>
            <a:ext cx="400692" cy="355191"/>
          </a:xfrm>
          <a:prstGeom prst="rect">
            <a:avLst/>
          </a:prstGeom>
        </p:spPr>
      </p:pic>
    </p:spTree>
    <p:custDataLst>
      <p:tags r:id="rId1"/>
    </p:custDataLst>
    <p:extLst>
      <p:ext uri="{BB962C8B-B14F-4D97-AF65-F5344CB8AC3E}">
        <p14:creationId xmlns:p14="http://schemas.microsoft.com/office/powerpoint/2010/main" val="17135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3772579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Vertical Title 1"/>
          <p:cNvSpPr>
            <a:spLocks noGrp="1"/>
          </p:cNvSpPr>
          <p:nvPr>
            <p:ph type="title" orient="vert"/>
          </p:nvPr>
        </p:nvSpPr>
        <p:spPr>
          <a:xfrm>
            <a:off x="10661029" y="954742"/>
            <a:ext cx="908424"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958757"/>
            <a:ext cx="9144000" cy="518486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9" name="Picture 8"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rot="5400000">
            <a:off x="10328370" y="252420"/>
            <a:ext cx="355191" cy="381425"/>
          </a:xfrm>
          <a:prstGeom prst="rect">
            <a:avLst/>
          </a:prstGeom>
        </p:spPr>
      </p:pic>
    </p:spTree>
    <p:custDataLst>
      <p:tags r:id="rId1"/>
    </p:custDataLst>
    <p:extLst>
      <p:ext uri="{BB962C8B-B14F-4D97-AF65-F5344CB8AC3E}">
        <p14:creationId xmlns:p14="http://schemas.microsoft.com/office/powerpoint/2010/main" val="2371999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3 Col Comparison">
    <p:spTree>
      <p:nvGrpSpPr>
        <p:cNvPr id="1" name=""/>
        <p:cNvGrpSpPr/>
        <p:nvPr/>
      </p:nvGrpSpPr>
      <p:grpSpPr>
        <a:xfrm>
          <a:off x="0" y="0"/>
          <a:ext cx="0" cy="0"/>
          <a:chOff x="0" y="0"/>
          <a:chExt cx="0" cy="0"/>
        </a:xfrm>
      </p:grpSpPr>
      <p:sp>
        <p:nvSpPr>
          <p:cNvPr id="10" name="Rectangle 9"/>
          <p:cNvSpPr/>
          <p:nvPr/>
        </p:nvSpPr>
        <p:spPr>
          <a:xfrm>
            <a:off x="10993349" y="282574"/>
            <a:ext cx="81018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9126491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3 Col Comparison">
    <p:spTree>
      <p:nvGrpSpPr>
        <p:cNvPr id="1" name=""/>
        <p:cNvGrpSpPr/>
        <p:nvPr/>
      </p:nvGrpSpPr>
      <p:grpSpPr>
        <a:xfrm>
          <a:off x="0" y="0"/>
          <a:ext cx="0" cy="0"/>
          <a:chOff x="0" y="0"/>
          <a:chExt cx="0" cy="0"/>
        </a:xfrm>
      </p:grpSpPr>
      <p:sp>
        <p:nvSpPr>
          <p:cNvPr id="10" name="Rectangle 9"/>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8279109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3638"/>
            <a:ext cx="2844800" cy="457200"/>
          </a:xfrm>
          <a:prstGeom prst="rect">
            <a:avLst/>
          </a:prstGeom>
        </p:spPr>
        <p:txBody>
          <a:bodyPr/>
          <a:lstStyle>
            <a:lvl1pPr>
              <a:defRPr/>
            </a:lvl1pPr>
          </a:lstStyle>
          <a:p>
            <a:endParaRPr lang="en-US" altLang="en-US" dirty="0"/>
          </a:p>
        </p:txBody>
      </p:sp>
      <p:sp>
        <p:nvSpPr>
          <p:cNvPr id="7" name="Footer Placeholder 6"/>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en-US" dirty="0"/>
          </a:p>
        </p:txBody>
      </p:sp>
      <p:sp>
        <p:nvSpPr>
          <p:cNvPr id="8" name="Slide Number Placeholder 7"/>
          <p:cNvSpPr>
            <a:spLocks noGrp="1"/>
          </p:cNvSpPr>
          <p:nvPr>
            <p:ph type="sldNum" sz="quarter" idx="12"/>
          </p:nvPr>
        </p:nvSpPr>
        <p:spPr>
          <a:xfrm>
            <a:off x="8737600" y="6243638"/>
            <a:ext cx="2844800" cy="457200"/>
          </a:xfrm>
          <a:prstGeom prst="rect">
            <a:avLst/>
          </a:prstGeom>
        </p:spPr>
        <p:txBody>
          <a:bodyPr/>
          <a:lstStyle>
            <a:lvl1pPr>
              <a:defRPr/>
            </a:lvl1pPr>
          </a:lstStyle>
          <a:p>
            <a:fld id="{B259E7BA-40A6-4089-A8B6-09F1304A2F69}" type="slidenum">
              <a:rPr lang="en-US" altLang="en-US"/>
              <a:pPr/>
              <a:t>‹#›</a:t>
            </a:fld>
            <a:endParaRPr lang="en-US" altLang="en-US" dirty="0"/>
          </a:p>
        </p:txBody>
      </p:sp>
    </p:spTree>
    <p:custDataLst>
      <p:tags r:id="rId1"/>
    </p:custDataLst>
    <p:extLst>
      <p:ext uri="{BB962C8B-B14F-4D97-AF65-F5344CB8AC3E}">
        <p14:creationId xmlns:p14="http://schemas.microsoft.com/office/powerpoint/2010/main" val="363620074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AS - Content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a:solidFill>
                  <a:schemeClr val="tx2"/>
                </a:solidFill>
              </a:defRPr>
            </a:lvl1pPr>
          </a:lstStyle>
          <a:p>
            <a:r>
              <a:rPr lang="en-US" dirty="0"/>
              <a:t>Click to Edit Title</a:t>
            </a:r>
          </a:p>
        </p:txBody>
      </p:sp>
      <p:sp>
        <p:nvSpPr>
          <p:cNvPr id="6" name="Text Placeholder 2"/>
          <p:cNvSpPr>
            <a:spLocks noGrp="1"/>
          </p:cNvSpPr>
          <p:nvPr>
            <p:ph type="body" sz="quarter" idx="12" hasCustomPrompt="1"/>
          </p:nvPr>
        </p:nvSpPr>
        <p:spPr>
          <a:xfrm flipH="1">
            <a:off x="835152" y="853440"/>
            <a:ext cx="10521696" cy="365760"/>
          </a:xfrm>
        </p:spPr>
        <p:txBody>
          <a:bodyPr wrap="square" anchor="ctr">
            <a:noAutofit/>
          </a:bodyPr>
          <a:lstStyle>
            <a:lvl1pPr marL="0" indent="0" algn="ctr">
              <a:lnSpc>
                <a:spcPct val="100000"/>
              </a:lnSpc>
              <a:spcBef>
                <a:spcPts val="0"/>
              </a:spcBef>
              <a:buFont typeface="Arial" pitchFamily="34" charset="0"/>
              <a:buNone/>
              <a:defRPr sz="2933" b="0" cap="none" baseline="0">
                <a:solidFill>
                  <a:schemeClr val="accent4"/>
                </a:solidFill>
                <a:latin typeface="+mj-lt"/>
              </a:defRPr>
            </a:lvl1pPr>
          </a:lstStyle>
          <a:p>
            <a:pPr lvl="0"/>
            <a:r>
              <a:rPr lang="en-US"/>
              <a:t>Click to edit subtitle</a:t>
            </a:r>
          </a:p>
        </p:txBody>
      </p:sp>
      <p:sp>
        <p:nvSpPr>
          <p:cNvPr id="4" name="Content Placeholder 3"/>
          <p:cNvSpPr>
            <a:spLocks noGrp="1"/>
          </p:cNvSpPr>
          <p:nvPr>
            <p:ph sz="quarter" idx="11" hasCustomPrompt="1"/>
          </p:nvPr>
        </p:nvSpPr>
        <p:spPr>
          <a:xfrm>
            <a:off x="835152" y="1355280"/>
            <a:ext cx="10521696" cy="4857137"/>
          </a:xfrm>
        </p:spPr>
        <p:txBody>
          <a:bodyPr wrap="square" anchor="t" anchorCtr="0">
            <a:normAutofit/>
          </a:bodyPr>
          <a:lstStyle>
            <a:lvl1pPr>
              <a:buClr>
                <a:schemeClr val="accent2"/>
              </a:buClr>
              <a:defRPr baseline="0">
                <a:solidFill>
                  <a:schemeClr val="tx2"/>
                </a:solidFill>
              </a:defRPr>
            </a:lvl1pPr>
            <a:lvl2pPr>
              <a:buClr>
                <a:schemeClr val="accent3">
                  <a:lumMod val="75000"/>
                </a:schemeClr>
              </a:buClr>
              <a:defRPr baseline="0">
                <a:solidFill>
                  <a:schemeClr val="tx1">
                    <a:lumMod val="65000"/>
                    <a:lumOff val="35000"/>
                  </a:schemeClr>
                </a:solidFill>
              </a:defRPr>
            </a:lvl2pPr>
            <a:lvl3pPr>
              <a:buClr>
                <a:schemeClr val="accent3">
                  <a:lumMod val="75000"/>
                </a:schemeClr>
              </a:buClr>
              <a:defRPr baseline="0">
                <a:solidFill>
                  <a:schemeClr val="tx1">
                    <a:lumMod val="65000"/>
                    <a:lumOff val="35000"/>
                  </a:schemeClr>
                </a:solidFill>
              </a:defRPr>
            </a:lvl3pPr>
            <a:lvl4pPr>
              <a:buClr>
                <a:schemeClr val="tx1">
                  <a:lumMod val="65000"/>
                  <a:lumOff val="35000"/>
                </a:schemeClr>
              </a:buClr>
              <a:defRPr baseline="0">
                <a:solidFill>
                  <a:schemeClr val="tx1">
                    <a:lumMod val="65000"/>
                    <a:lumOff val="35000"/>
                  </a:schemeClr>
                </a:solidFill>
              </a:defRPr>
            </a:lvl4pPr>
            <a:lvl5pPr>
              <a:buClr>
                <a:schemeClr val="tx1">
                  <a:lumMod val="65000"/>
                  <a:lumOff val="35000"/>
                </a:schemeClr>
              </a:buClr>
              <a:defRPr baseline="0">
                <a:solidFill>
                  <a:schemeClr val="tx1">
                    <a:lumMod val="65000"/>
                    <a:lumOff val="35000"/>
                  </a:schemeClr>
                </a:solidFill>
              </a:defRPr>
            </a:lvl5pPr>
          </a:lstStyle>
          <a:p>
            <a:pPr lvl="0"/>
            <a:r>
              <a:rPr lang="en-US"/>
              <a:t>Click to add text or click an icon to add other content types.</a:t>
            </a:r>
          </a:p>
          <a:p>
            <a:pPr lvl="1"/>
            <a:r>
              <a:rPr lang="en-US"/>
              <a:t>Second level</a:t>
            </a:r>
          </a:p>
          <a:p>
            <a:pPr lvl="2"/>
            <a:r>
              <a:rPr lang="en-US"/>
              <a:t>Third level</a:t>
            </a:r>
          </a:p>
        </p:txBody>
      </p:sp>
      <p:sp>
        <p:nvSpPr>
          <p:cNvPr id="11" name="Slide Number Placeholder 4"/>
          <p:cNvSpPr>
            <a:spLocks noGrp="1"/>
          </p:cNvSpPr>
          <p:nvPr>
            <p:ph type="sldNum" sz="quarter" idx="14"/>
          </p:nvPr>
        </p:nvSpPr>
        <p:spPr/>
        <p:txBody>
          <a:bodyPr/>
          <a:lstStyle/>
          <a:p>
            <a:fld id="{4976208B-6111-490B-8CEC-FFB249DB2100}" type="slidenum">
              <a:rPr lang="en-US" smtClean="0"/>
              <a:pPr/>
              <a:t>‹#›</a:t>
            </a:fld>
            <a:endParaRPr lang="en-US"/>
          </a:p>
        </p:txBody>
      </p:sp>
    </p:spTree>
    <p:extLst>
      <p:ext uri="{BB962C8B-B14F-4D97-AF65-F5344CB8AC3E}">
        <p14:creationId xmlns:p14="http://schemas.microsoft.com/office/powerpoint/2010/main" val="137705620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SAS - Content - Bllue">
    <p:bg>
      <p:bgPr>
        <a:gradFill>
          <a:gsLst>
            <a:gs pos="0">
              <a:srgbClr val="00517E"/>
            </a:gs>
            <a:gs pos="100000">
              <a:srgbClr val="04304B"/>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a:solidFill>
                  <a:schemeClr val="bg1"/>
                </a:solidFill>
              </a:defRPr>
            </a:lvl1pPr>
          </a:lstStyle>
          <a:p>
            <a:r>
              <a:rPr lang="en-US"/>
              <a:t>Click to Edit Title</a:t>
            </a:r>
          </a:p>
        </p:txBody>
      </p:sp>
      <p:sp>
        <p:nvSpPr>
          <p:cNvPr id="6" name="Text Placeholder 2"/>
          <p:cNvSpPr>
            <a:spLocks noGrp="1"/>
          </p:cNvSpPr>
          <p:nvPr>
            <p:ph type="body" sz="quarter" idx="12" hasCustomPrompt="1"/>
          </p:nvPr>
        </p:nvSpPr>
        <p:spPr>
          <a:xfrm flipH="1">
            <a:off x="835152" y="853440"/>
            <a:ext cx="10521696" cy="365760"/>
          </a:xfrm>
        </p:spPr>
        <p:txBody>
          <a:bodyPr wrap="square" anchor="ctr">
            <a:noAutofit/>
          </a:bodyPr>
          <a:lstStyle>
            <a:lvl1pPr marL="0" indent="0" algn="ctr">
              <a:lnSpc>
                <a:spcPct val="100000"/>
              </a:lnSpc>
              <a:spcBef>
                <a:spcPts val="0"/>
              </a:spcBef>
              <a:buFont typeface="Arial" pitchFamily="34" charset="0"/>
              <a:buNone/>
              <a:defRPr sz="2933" b="0" cap="none" baseline="0">
                <a:solidFill>
                  <a:schemeClr val="accent1">
                    <a:lumMod val="40000"/>
                    <a:lumOff val="60000"/>
                  </a:schemeClr>
                </a:solidFill>
                <a:latin typeface="+mj-lt"/>
              </a:defRPr>
            </a:lvl1pPr>
          </a:lstStyle>
          <a:p>
            <a:pPr lvl="0"/>
            <a:r>
              <a:rPr lang="en-US"/>
              <a:t>Click to edit subtitle</a:t>
            </a:r>
          </a:p>
        </p:txBody>
      </p:sp>
      <p:sp>
        <p:nvSpPr>
          <p:cNvPr id="4" name="Content Placeholder 3"/>
          <p:cNvSpPr>
            <a:spLocks noGrp="1"/>
          </p:cNvSpPr>
          <p:nvPr>
            <p:ph sz="quarter" idx="11" hasCustomPrompt="1"/>
          </p:nvPr>
        </p:nvSpPr>
        <p:spPr>
          <a:xfrm>
            <a:off x="835152" y="1355281"/>
            <a:ext cx="10521696" cy="4857137"/>
          </a:xfrm>
        </p:spPr>
        <p:txBody>
          <a:bodyPr wrap="square" anchor="t" anchorCtr="0">
            <a:normAutofit/>
          </a:bodyPr>
          <a:lstStyle>
            <a:lvl1pPr>
              <a:buClr>
                <a:schemeClr val="accent2"/>
              </a:buClr>
              <a:defRPr baseline="0">
                <a:solidFill>
                  <a:schemeClr val="bg1"/>
                </a:solidFill>
              </a:defRPr>
            </a:lvl1pPr>
            <a:lvl2pPr>
              <a:buClr>
                <a:schemeClr val="bg1">
                  <a:lumMod val="75000"/>
                </a:schemeClr>
              </a:buClr>
              <a:defRPr baseline="0">
                <a:solidFill>
                  <a:schemeClr val="bg1">
                    <a:lumMod val="75000"/>
                  </a:schemeClr>
                </a:solidFill>
              </a:defRPr>
            </a:lvl2pPr>
            <a:lvl3pPr>
              <a:buClr>
                <a:schemeClr val="bg1">
                  <a:lumMod val="75000"/>
                </a:schemeClr>
              </a:buClr>
              <a:defRPr baseline="0">
                <a:solidFill>
                  <a:schemeClr val="bg1">
                    <a:lumMod val="75000"/>
                  </a:schemeClr>
                </a:solidFill>
              </a:defRPr>
            </a:lvl3pPr>
            <a:lvl4pPr>
              <a:buClr>
                <a:schemeClr val="tx1">
                  <a:lumMod val="65000"/>
                  <a:lumOff val="35000"/>
                </a:schemeClr>
              </a:buClr>
              <a:defRPr baseline="0">
                <a:solidFill>
                  <a:schemeClr val="tx1">
                    <a:lumMod val="65000"/>
                    <a:lumOff val="35000"/>
                  </a:schemeClr>
                </a:solidFill>
              </a:defRPr>
            </a:lvl4pPr>
            <a:lvl5pPr>
              <a:buClr>
                <a:schemeClr val="tx1">
                  <a:lumMod val="65000"/>
                  <a:lumOff val="35000"/>
                </a:schemeClr>
              </a:buClr>
              <a:defRPr baseline="0">
                <a:solidFill>
                  <a:schemeClr val="tx1">
                    <a:lumMod val="65000"/>
                    <a:lumOff val="35000"/>
                  </a:schemeClr>
                </a:solidFill>
              </a:defRPr>
            </a:lvl5pPr>
          </a:lstStyle>
          <a:p>
            <a:pPr lvl="0"/>
            <a:r>
              <a:rPr lang="en-US"/>
              <a:t>Click to add text or click an icon to add other content types.</a:t>
            </a:r>
          </a:p>
          <a:p>
            <a:pPr lvl="1"/>
            <a:r>
              <a:rPr lang="en-US"/>
              <a:t>Second level</a:t>
            </a:r>
          </a:p>
          <a:p>
            <a:pPr lvl="2"/>
            <a:r>
              <a:rPr lang="en-US"/>
              <a:t>Third level</a:t>
            </a:r>
          </a:p>
        </p:txBody>
      </p:sp>
      <p:sp>
        <p:nvSpPr>
          <p:cNvPr id="11" name="Slide Number Placeholder 4"/>
          <p:cNvSpPr>
            <a:spLocks noGrp="1"/>
          </p:cNvSpPr>
          <p:nvPr>
            <p:ph type="sldNum" sz="quarter" idx="14"/>
          </p:nvPr>
        </p:nvSpPr>
        <p:spPr/>
        <p:txBody>
          <a:bodyPr/>
          <a:lstStyle/>
          <a:p>
            <a:fld id="{4976208B-6111-490B-8CEC-FFB249DB2100}" type="slidenum">
              <a:rPr lang="en-US" smtClean="0"/>
              <a:pPr/>
              <a:t>‹#›</a:t>
            </a:fld>
            <a:endParaRPr lang="en-US"/>
          </a:p>
        </p:txBody>
      </p:sp>
    </p:spTree>
    <p:extLst>
      <p:ext uri="{BB962C8B-B14F-4D97-AF65-F5344CB8AC3E}">
        <p14:creationId xmlns:p14="http://schemas.microsoft.com/office/powerpoint/2010/main" val="14099959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AS - Title Only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baseline="0">
                <a:solidFill>
                  <a:schemeClr val="tx2"/>
                </a:solidFill>
              </a:defRPr>
            </a:lvl1pPr>
          </a:lstStyle>
          <a:p>
            <a:r>
              <a:rPr lang="en-US"/>
              <a:t>Click to Edit Title</a:t>
            </a:r>
          </a:p>
        </p:txBody>
      </p:sp>
      <p:sp>
        <p:nvSpPr>
          <p:cNvPr id="4" name="Slide Number Placeholder 2"/>
          <p:cNvSpPr>
            <a:spLocks noGrp="1"/>
          </p:cNvSpPr>
          <p:nvPr>
            <p:ph type="sldNum" sz="quarter" idx="11"/>
          </p:nvPr>
        </p:nvSpPr>
        <p:spPr/>
        <p:txBody>
          <a:bodyPr/>
          <a:lstStyle/>
          <a:p>
            <a:fld id="{4976208B-6111-490B-8CEC-FFB249DB2100}" type="slidenum">
              <a:rPr lang="en-US" smtClean="0"/>
              <a:pPr/>
              <a:t>‹#›</a:t>
            </a:fld>
            <a:endParaRPr lang="en-US"/>
          </a:p>
        </p:txBody>
      </p:sp>
    </p:spTree>
    <p:extLst>
      <p:ext uri="{BB962C8B-B14F-4D97-AF65-F5344CB8AC3E}">
        <p14:creationId xmlns:p14="http://schemas.microsoft.com/office/powerpoint/2010/main" val="355432363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baseline="0">
                <a:solidFill>
                  <a:schemeClr val="tx2"/>
                </a:solidFill>
              </a:defRPr>
            </a:lvl1pPr>
          </a:lstStyle>
          <a:p>
            <a:r>
              <a:rPr lang="en-US" dirty="0"/>
              <a:t>Click to Edit Title</a:t>
            </a:r>
          </a:p>
        </p:txBody>
      </p:sp>
      <p:sp>
        <p:nvSpPr>
          <p:cNvPr id="5" name="Text Placeholder 2"/>
          <p:cNvSpPr>
            <a:spLocks noGrp="1"/>
          </p:cNvSpPr>
          <p:nvPr>
            <p:ph type="body" sz="quarter" idx="11" hasCustomPrompt="1"/>
          </p:nvPr>
        </p:nvSpPr>
        <p:spPr>
          <a:xfrm flipH="1">
            <a:off x="835152" y="853440"/>
            <a:ext cx="10521696" cy="365760"/>
          </a:xfrm>
        </p:spPr>
        <p:txBody>
          <a:bodyPr wrap="square" anchor="ctr" anchorCtr="0">
            <a:noAutofit/>
          </a:bodyPr>
          <a:lstStyle>
            <a:lvl1pPr marL="0" indent="0" algn="ctr">
              <a:lnSpc>
                <a:spcPct val="100000"/>
              </a:lnSpc>
              <a:spcBef>
                <a:spcPts val="0"/>
              </a:spcBef>
              <a:buFont typeface="Arial" pitchFamily="34" charset="0"/>
              <a:buNone/>
              <a:defRPr sz="2933" b="0" cap="none" baseline="0">
                <a:solidFill>
                  <a:schemeClr val="accent1"/>
                </a:solidFill>
                <a:latin typeface="+mj-lt"/>
              </a:defRPr>
            </a:lvl1pPr>
          </a:lstStyle>
          <a:p>
            <a:pPr lvl="0"/>
            <a:r>
              <a:rPr lang="en-US" dirty="0"/>
              <a:t>Click to edit subtitle</a:t>
            </a:r>
          </a:p>
        </p:txBody>
      </p:sp>
      <p:sp>
        <p:nvSpPr>
          <p:cNvPr id="4" name="Slide Number Placeholder 3"/>
          <p:cNvSpPr>
            <a:spLocks noGrp="1"/>
          </p:cNvSpPr>
          <p:nvPr>
            <p:ph type="sldNum" sz="quarter" idx="13"/>
          </p:nvPr>
        </p:nvSpPr>
        <p:spPr/>
        <p:txBody>
          <a:bodyPr/>
          <a:lstStyle/>
          <a:p>
            <a:fld id="{4976208B-6111-490B-8CEC-FFB249DB2100}" type="slidenum">
              <a:rPr lang="en-US" smtClean="0">
                <a:solidFill>
                  <a:srgbClr val="FFFFFF">
                    <a:lumMod val="65000"/>
                  </a:srgbClr>
                </a:solidFill>
              </a:rPr>
              <a:pPr/>
              <a:t>‹#›</a:t>
            </a:fld>
            <a:endParaRPr lang="en-US" dirty="0">
              <a:solidFill>
                <a:srgbClr val="FFFFFF">
                  <a:lumMod val="65000"/>
                </a:srgbClr>
              </a:solidFill>
            </a:endParaRPr>
          </a:p>
        </p:txBody>
      </p:sp>
    </p:spTree>
    <p:extLst>
      <p:ext uri="{BB962C8B-B14F-4D97-AF65-F5344CB8AC3E}">
        <p14:creationId xmlns:p14="http://schemas.microsoft.com/office/powerpoint/2010/main" val="36643334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and Subtitl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baseline="0">
                <a:solidFill>
                  <a:schemeClr val="tx2"/>
                </a:solidFill>
              </a:defRPr>
            </a:lvl1pPr>
          </a:lstStyle>
          <a:p>
            <a:r>
              <a:rPr lang="en-US"/>
              <a:t>Click to Edit Title</a:t>
            </a:r>
          </a:p>
        </p:txBody>
      </p:sp>
      <p:sp>
        <p:nvSpPr>
          <p:cNvPr id="5" name="Text Placeholder 2"/>
          <p:cNvSpPr>
            <a:spLocks noGrp="1"/>
          </p:cNvSpPr>
          <p:nvPr>
            <p:ph type="body" sz="quarter" idx="11" hasCustomPrompt="1"/>
          </p:nvPr>
        </p:nvSpPr>
        <p:spPr>
          <a:xfrm flipH="1">
            <a:off x="835152" y="853440"/>
            <a:ext cx="10521696" cy="365760"/>
          </a:xfrm>
        </p:spPr>
        <p:txBody>
          <a:bodyPr wrap="square" anchor="ctr" anchorCtr="0">
            <a:noAutofit/>
          </a:bodyPr>
          <a:lstStyle>
            <a:lvl1pPr marL="0" indent="0" algn="ctr">
              <a:lnSpc>
                <a:spcPct val="100000"/>
              </a:lnSpc>
              <a:spcBef>
                <a:spcPts val="0"/>
              </a:spcBef>
              <a:buFont typeface="Arial" pitchFamily="34" charset="0"/>
              <a:buNone/>
              <a:defRPr sz="2933" b="0" cap="none" baseline="0">
                <a:solidFill>
                  <a:schemeClr val="accent4"/>
                </a:solidFill>
                <a:latin typeface="+mj-lt"/>
              </a:defRPr>
            </a:lvl1pPr>
          </a:lstStyle>
          <a:p>
            <a:pPr lvl="0"/>
            <a:r>
              <a:rPr lang="en-US"/>
              <a:t>Click to edit subtitle</a:t>
            </a:r>
          </a:p>
        </p:txBody>
      </p:sp>
      <p:sp>
        <p:nvSpPr>
          <p:cNvPr id="4" name="Slide Number Placeholder 3"/>
          <p:cNvSpPr>
            <a:spLocks noGrp="1"/>
          </p:cNvSpPr>
          <p:nvPr>
            <p:ph type="sldNum" sz="quarter" idx="13"/>
          </p:nvPr>
        </p:nvSpPr>
        <p:spPr/>
        <p:txBody>
          <a:bodyPr/>
          <a:lstStyle/>
          <a:p>
            <a:fld id="{4976208B-6111-490B-8CEC-FFB249DB2100}" type="slidenum">
              <a:rPr lang="en-US" smtClean="0"/>
              <a:pPr/>
              <a:t>‹#›</a:t>
            </a:fld>
            <a:endParaRPr lang="en-US"/>
          </a:p>
        </p:txBody>
      </p:sp>
      <p:sp>
        <p:nvSpPr>
          <p:cNvPr id="6" name="TextBox 5">
            <a:extLst>
              <a:ext uri="{FF2B5EF4-FFF2-40B4-BE49-F238E27FC236}">
                <a16:creationId xmlns:a16="http://schemas.microsoft.com/office/drawing/2014/main" id="{182168E2-FF2A-44C5-8ADA-CBFF17E9A8AA}"/>
              </a:ext>
            </a:extLst>
          </p:cNvPr>
          <p:cNvSpPr txBox="1"/>
          <p:nvPr userDrawn="1"/>
        </p:nvSpPr>
        <p:spPr>
          <a:xfrm>
            <a:off x="157655" y="6379780"/>
            <a:ext cx="2249215" cy="400110"/>
          </a:xfrm>
          <a:prstGeom prst="rect">
            <a:avLst/>
          </a:prstGeom>
          <a:noFill/>
        </p:spPr>
        <p:txBody>
          <a:bodyPr wrap="square" rtlCol="0">
            <a:spAutoFit/>
          </a:bodyPr>
          <a:lstStyle/>
          <a:p>
            <a:r>
              <a:rPr lang="en-US" sz="2000" dirty="0">
                <a:solidFill>
                  <a:schemeClr val="tx2"/>
                </a:solidFill>
              </a:rPr>
              <a:t>#ROAD</a:t>
            </a:r>
            <a:r>
              <a:rPr lang="en-US" sz="2000" b="1" dirty="0">
                <a:solidFill>
                  <a:schemeClr val="tx2"/>
                </a:solidFill>
              </a:rPr>
              <a:t>2AI</a:t>
            </a:r>
          </a:p>
        </p:txBody>
      </p:sp>
      <p:grpSp>
        <p:nvGrpSpPr>
          <p:cNvPr id="7" name="Group 6">
            <a:extLst>
              <a:ext uri="{FF2B5EF4-FFF2-40B4-BE49-F238E27FC236}">
                <a16:creationId xmlns:a16="http://schemas.microsoft.com/office/drawing/2014/main" id="{C7A6CCA9-9761-441E-8BFC-FEFEB76DA49D}"/>
              </a:ext>
            </a:extLst>
          </p:cNvPr>
          <p:cNvGrpSpPr/>
          <p:nvPr userDrawn="1"/>
        </p:nvGrpSpPr>
        <p:grpSpPr>
          <a:xfrm>
            <a:off x="11291659" y="6423160"/>
            <a:ext cx="702523" cy="294037"/>
            <a:chOff x="6145213" y="4384676"/>
            <a:chExt cx="1582738" cy="649287"/>
          </a:xfrm>
          <a:solidFill>
            <a:schemeClr val="bg2">
              <a:lumMod val="25000"/>
            </a:schemeClr>
          </a:solidFill>
        </p:grpSpPr>
        <p:sp>
          <p:nvSpPr>
            <p:cNvPr id="8" name="Freeform 6">
              <a:extLst>
                <a:ext uri="{FF2B5EF4-FFF2-40B4-BE49-F238E27FC236}">
                  <a16:creationId xmlns:a16="http://schemas.microsoft.com/office/drawing/2014/main" id="{01A6C608-86C5-4801-9C92-D070CDA5F3DC}"/>
                </a:ext>
              </a:extLst>
            </p:cNvPr>
            <p:cNvSpPr>
              <a:spLocks/>
            </p:cNvSpPr>
            <p:nvPr userDrawn="1"/>
          </p:nvSpPr>
          <p:spPr bwMode="auto">
            <a:xfrm>
              <a:off x="6640513" y="4454526"/>
              <a:ext cx="341313" cy="449263"/>
            </a:xfrm>
            <a:custGeom>
              <a:avLst/>
              <a:gdLst>
                <a:gd name="T0" fmla="*/ 485 w 859"/>
                <a:gd name="T1" fmla="*/ 5 h 1132"/>
                <a:gd name="T2" fmla="*/ 603 w 859"/>
                <a:gd name="T3" fmla="*/ 31 h 1132"/>
                <a:gd name="T4" fmla="*/ 699 w 859"/>
                <a:gd name="T5" fmla="*/ 82 h 1132"/>
                <a:gd name="T6" fmla="*/ 771 w 859"/>
                <a:gd name="T7" fmla="*/ 167 h 1132"/>
                <a:gd name="T8" fmla="*/ 810 w 859"/>
                <a:gd name="T9" fmla="*/ 290 h 1132"/>
                <a:gd name="T10" fmla="*/ 642 w 859"/>
                <a:gd name="T11" fmla="*/ 307 h 1132"/>
                <a:gd name="T12" fmla="*/ 606 w 859"/>
                <a:gd name="T13" fmla="*/ 231 h 1132"/>
                <a:gd name="T14" fmla="*/ 544 w 859"/>
                <a:gd name="T15" fmla="*/ 184 h 1132"/>
                <a:gd name="T16" fmla="*/ 467 w 859"/>
                <a:gd name="T17" fmla="*/ 162 h 1132"/>
                <a:gd name="T18" fmla="*/ 385 w 859"/>
                <a:gd name="T19" fmla="*/ 158 h 1132"/>
                <a:gd name="T20" fmla="*/ 304 w 859"/>
                <a:gd name="T21" fmla="*/ 172 h 1132"/>
                <a:gd name="T22" fmla="*/ 236 w 859"/>
                <a:gd name="T23" fmla="*/ 207 h 1132"/>
                <a:gd name="T24" fmla="*/ 200 w 859"/>
                <a:gd name="T25" fmla="*/ 268 h 1132"/>
                <a:gd name="T26" fmla="*/ 207 w 859"/>
                <a:gd name="T27" fmla="*/ 344 h 1132"/>
                <a:gd name="T28" fmla="*/ 256 w 859"/>
                <a:gd name="T29" fmla="*/ 397 h 1132"/>
                <a:gd name="T30" fmla="*/ 334 w 859"/>
                <a:gd name="T31" fmla="*/ 434 h 1132"/>
                <a:gd name="T32" fmla="*/ 428 w 859"/>
                <a:gd name="T33" fmla="*/ 460 h 1132"/>
                <a:gd name="T34" fmla="*/ 528 w 859"/>
                <a:gd name="T35" fmla="*/ 484 h 1132"/>
                <a:gd name="T36" fmla="*/ 634 w 859"/>
                <a:gd name="T37" fmla="*/ 513 h 1132"/>
                <a:gd name="T38" fmla="*/ 728 w 859"/>
                <a:gd name="T39" fmla="*/ 556 h 1132"/>
                <a:gd name="T40" fmla="*/ 804 w 859"/>
                <a:gd name="T41" fmla="*/ 620 h 1132"/>
                <a:gd name="T42" fmla="*/ 850 w 859"/>
                <a:gd name="T43" fmla="*/ 711 h 1132"/>
                <a:gd name="T44" fmla="*/ 857 w 859"/>
                <a:gd name="T45" fmla="*/ 838 h 1132"/>
                <a:gd name="T46" fmla="*/ 821 w 859"/>
                <a:gd name="T47" fmla="*/ 954 h 1132"/>
                <a:gd name="T48" fmla="*/ 750 w 859"/>
                <a:gd name="T49" fmla="*/ 1037 h 1132"/>
                <a:gd name="T50" fmla="*/ 655 w 859"/>
                <a:gd name="T51" fmla="*/ 1093 h 1132"/>
                <a:gd name="T52" fmla="*/ 545 w 859"/>
                <a:gd name="T53" fmla="*/ 1124 h 1132"/>
                <a:gd name="T54" fmla="*/ 428 w 859"/>
                <a:gd name="T55" fmla="*/ 1132 h 1132"/>
                <a:gd name="T56" fmla="*/ 297 w 859"/>
                <a:gd name="T57" fmla="*/ 1120 h 1132"/>
                <a:gd name="T58" fmla="*/ 182 w 859"/>
                <a:gd name="T59" fmla="*/ 1081 h 1132"/>
                <a:gd name="T60" fmla="*/ 89 w 859"/>
                <a:gd name="T61" fmla="*/ 1012 h 1132"/>
                <a:gd name="T62" fmla="*/ 26 w 859"/>
                <a:gd name="T63" fmla="*/ 908 h 1132"/>
                <a:gd name="T64" fmla="*/ 0 w 859"/>
                <a:gd name="T65" fmla="*/ 767 h 1132"/>
                <a:gd name="T66" fmla="*/ 178 w 859"/>
                <a:gd name="T67" fmla="*/ 838 h 1132"/>
                <a:gd name="T68" fmla="*/ 229 w 859"/>
                <a:gd name="T69" fmla="*/ 913 h 1132"/>
                <a:gd name="T70" fmla="*/ 308 w 859"/>
                <a:gd name="T71" fmla="*/ 957 h 1132"/>
                <a:gd name="T72" fmla="*/ 404 w 859"/>
                <a:gd name="T73" fmla="*/ 974 h 1132"/>
                <a:gd name="T74" fmla="*/ 488 w 859"/>
                <a:gd name="T75" fmla="*/ 974 h 1132"/>
                <a:gd name="T76" fmla="*/ 564 w 859"/>
                <a:gd name="T77" fmla="*/ 960 h 1132"/>
                <a:gd name="T78" fmla="*/ 630 w 859"/>
                <a:gd name="T79" fmla="*/ 927 h 1132"/>
                <a:gd name="T80" fmla="*/ 674 w 859"/>
                <a:gd name="T81" fmla="*/ 871 h 1132"/>
                <a:gd name="T82" fmla="*/ 681 w 859"/>
                <a:gd name="T83" fmla="*/ 787 h 1132"/>
                <a:gd name="T84" fmla="*/ 647 w 859"/>
                <a:gd name="T85" fmla="*/ 722 h 1132"/>
                <a:gd name="T86" fmla="*/ 580 w 859"/>
                <a:gd name="T87" fmla="*/ 677 h 1132"/>
                <a:gd name="T88" fmla="*/ 490 w 859"/>
                <a:gd name="T89" fmla="*/ 647 h 1132"/>
                <a:gd name="T90" fmla="*/ 387 w 859"/>
                <a:gd name="T91" fmla="*/ 622 h 1132"/>
                <a:gd name="T92" fmla="*/ 281 w 859"/>
                <a:gd name="T93" fmla="*/ 595 h 1132"/>
                <a:gd name="T94" fmla="*/ 183 w 859"/>
                <a:gd name="T95" fmla="*/ 558 h 1132"/>
                <a:gd name="T96" fmla="*/ 99 w 859"/>
                <a:gd name="T97" fmla="*/ 504 h 1132"/>
                <a:gd name="T98" fmla="*/ 42 w 859"/>
                <a:gd name="T99" fmla="*/ 423 h 1132"/>
                <a:gd name="T100" fmla="*/ 21 w 859"/>
                <a:gd name="T101" fmla="*/ 308 h 1132"/>
                <a:gd name="T102" fmla="*/ 43 w 859"/>
                <a:gd name="T103" fmla="*/ 193 h 1132"/>
                <a:gd name="T104" fmla="*/ 103 w 859"/>
                <a:gd name="T105" fmla="*/ 107 h 1132"/>
                <a:gd name="T106" fmla="*/ 190 w 859"/>
                <a:gd name="T107" fmla="*/ 46 h 1132"/>
                <a:gd name="T108" fmla="*/ 292 w 859"/>
                <a:gd name="T109" fmla="*/ 12 h 1132"/>
                <a:gd name="T110" fmla="*/ 399 w 859"/>
                <a:gd name="T111" fmla="*/ 0 h 1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9" h="1132">
                  <a:moveTo>
                    <a:pt x="399" y="0"/>
                  </a:moveTo>
                  <a:lnTo>
                    <a:pt x="443" y="2"/>
                  </a:lnTo>
                  <a:lnTo>
                    <a:pt x="485" y="5"/>
                  </a:lnTo>
                  <a:lnTo>
                    <a:pt x="527" y="11"/>
                  </a:lnTo>
                  <a:lnTo>
                    <a:pt x="566" y="20"/>
                  </a:lnTo>
                  <a:lnTo>
                    <a:pt x="603" y="31"/>
                  </a:lnTo>
                  <a:lnTo>
                    <a:pt x="637" y="44"/>
                  </a:lnTo>
                  <a:lnTo>
                    <a:pt x="670" y="62"/>
                  </a:lnTo>
                  <a:lnTo>
                    <a:pt x="699" y="82"/>
                  </a:lnTo>
                  <a:lnTo>
                    <a:pt x="726" y="107"/>
                  </a:lnTo>
                  <a:lnTo>
                    <a:pt x="750" y="134"/>
                  </a:lnTo>
                  <a:lnTo>
                    <a:pt x="771" y="167"/>
                  </a:lnTo>
                  <a:lnTo>
                    <a:pt x="787" y="203"/>
                  </a:lnTo>
                  <a:lnTo>
                    <a:pt x="800" y="244"/>
                  </a:lnTo>
                  <a:lnTo>
                    <a:pt x="810" y="290"/>
                  </a:lnTo>
                  <a:lnTo>
                    <a:pt x="815" y="339"/>
                  </a:lnTo>
                  <a:lnTo>
                    <a:pt x="648" y="339"/>
                  </a:lnTo>
                  <a:lnTo>
                    <a:pt x="642" y="307"/>
                  </a:lnTo>
                  <a:lnTo>
                    <a:pt x="634" y="278"/>
                  </a:lnTo>
                  <a:lnTo>
                    <a:pt x="621" y="254"/>
                  </a:lnTo>
                  <a:lnTo>
                    <a:pt x="606" y="231"/>
                  </a:lnTo>
                  <a:lnTo>
                    <a:pt x="587" y="213"/>
                  </a:lnTo>
                  <a:lnTo>
                    <a:pt x="567" y="197"/>
                  </a:lnTo>
                  <a:lnTo>
                    <a:pt x="544" y="184"/>
                  </a:lnTo>
                  <a:lnTo>
                    <a:pt x="519" y="174"/>
                  </a:lnTo>
                  <a:lnTo>
                    <a:pt x="494" y="167"/>
                  </a:lnTo>
                  <a:lnTo>
                    <a:pt x="467" y="162"/>
                  </a:lnTo>
                  <a:lnTo>
                    <a:pt x="440" y="158"/>
                  </a:lnTo>
                  <a:lnTo>
                    <a:pt x="412" y="157"/>
                  </a:lnTo>
                  <a:lnTo>
                    <a:pt x="385" y="158"/>
                  </a:lnTo>
                  <a:lnTo>
                    <a:pt x="358" y="161"/>
                  </a:lnTo>
                  <a:lnTo>
                    <a:pt x="330" y="166"/>
                  </a:lnTo>
                  <a:lnTo>
                    <a:pt x="304" y="172"/>
                  </a:lnTo>
                  <a:lnTo>
                    <a:pt x="279" y="180"/>
                  </a:lnTo>
                  <a:lnTo>
                    <a:pt x="257" y="192"/>
                  </a:lnTo>
                  <a:lnTo>
                    <a:pt x="236" y="207"/>
                  </a:lnTo>
                  <a:lnTo>
                    <a:pt x="221" y="224"/>
                  </a:lnTo>
                  <a:lnTo>
                    <a:pt x="208" y="244"/>
                  </a:lnTo>
                  <a:lnTo>
                    <a:pt x="200" y="268"/>
                  </a:lnTo>
                  <a:lnTo>
                    <a:pt x="198" y="296"/>
                  </a:lnTo>
                  <a:lnTo>
                    <a:pt x="200" y="321"/>
                  </a:lnTo>
                  <a:lnTo>
                    <a:pt x="207" y="344"/>
                  </a:lnTo>
                  <a:lnTo>
                    <a:pt x="219" y="365"/>
                  </a:lnTo>
                  <a:lnTo>
                    <a:pt x="236" y="382"/>
                  </a:lnTo>
                  <a:lnTo>
                    <a:pt x="256" y="397"/>
                  </a:lnTo>
                  <a:lnTo>
                    <a:pt x="279" y="411"/>
                  </a:lnTo>
                  <a:lnTo>
                    <a:pt x="304" y="423"/>
                  </a:lnTo>
                  <a:lnTo>
                    <a:pt x="334" y="434"/>
                  </a:lnTo>
                  <a:lnTo>
                    <a:pt x="363" y="443"/>
                  </a:lnTo>
                  <a:lnTo>
                    <a:pt x="395" y="452"/>
                  </a:lnTo>
                  <a:lnTo>
                    <a:pt x="428" y="460"/>
                  </a:lnTo>
                  <a:lnTo>
                    <a:pt x="461" y="467"/>
                  </a:lnTo>
                  <a:lnTo>
                    <a:pt x="495" y="476"/>
                  </a:lnTo>
                  <a:lnTo>
                    <a:pt x="528" y="484"/>
                  </a:lnTo>
                  <a:lnTo>
                    <a:pt x="564" y="493"/>
                  </a:lnTo>
                  <a:lnTo>
                    <a:pt x="600" y="502"/>
                  </a:lnTo>
                  <a:lnTo>
                    <a:pt x="634" y="513"/>
                  </a:lnTo>
                  <a:lnTo>
                    <a:pt x="666" y="527"/>
                  </a:lnTo>
                  <a:lnTo>
                    <a:pt x="698" y="540"/>
                  </a:lnTo>
                  <a:lnTo>
                    <a:pt x="728" y="556"/>
                  </a:lnTo>
                  <a:lnTo>
                    <a:pt x="756" y="575"/>
                  </a:lnTo>
                  <a:lnTo>
                    <a:pt x="782" y="595"/>
                  </a:lnTo>
                  <a:lnTo>
                    <a:pt x="804" y="620"/>
                  </a:lnTo>
                  <a:lnTo>
                    <a:pt x="823" y="646"/>
                  </a:lnTo>
                  <a:lnTo>
                    <a:pt x="838" y="676"/>
                  </a:lnTo>
                  <a:lnTo>
                    <a:pt x="850" y="711"/>
                  </a:lnTo>
                  <a:lnTo>
                    <a:pt x="857" y="750"/>
                  </a:lnTo>
                  <a:lnTo>
                    <a:pt x="859" y="792"/>
                  </a:lnTo>
                  <a:lnTo>
                    <a:pt x="857" y="838"/>
                  </a:lnTo>
                  <a:lnTo>
                    <a:pt x="849" y="880"/>
                  </a:lnTo>
                  <a:lnTo>
                    <a:pt x="838" y="919"/>
                  </a:lnTo>
                  <a:lnTo>
                    <a:pt x="821" y="954"/>
                  </a:lnTo>
                  <a:lnTo>
                    <a:pt x="801" y="985"/>
                  </a:lnTo>
                  <a:lnTo>
                    <a:pt x="777" y="1013"/>
                  </a:lnTo>
                  <a:lnTo>
                    <a:pt x="750" y="1037"/>
                  </a:lnTo>
                  <a:lnTo>
                    <a:pt x="721" y="1059"/>
                  </a:lnTo>
                  <a:lnTo>
                    <a:pt x="689" y="1077"/>
                  </a:lnTo>
                  <a:lnTo>
                    <a:pt x="655" y="1093"/>
                  </a:lnTo>
                  <a:lnTo>
                    <a:pt x="619" y="1106"/>
                  </a:lnTo>
                  <a:lnTo>
                    <a:pt x="583" y="1116"/>
                  </a:lnTo>
                  <a:lnTo>
                    <a:pt x="545" y="1124"/>
                  </a:lnTo>
                  <a:lnTo>
                    <a:pt x="506" y="1129"/>
                  </a:lnTo>
                  <a:lnTo>
                    <a:pt x="467" y="1132"/>
                  </a:lnTo>
                  <a:lnTo>
                    <a:pt x="428" y="1132"/>
                  </a:lnTo>
                  <a:lnTo>
                    <a:pt x="383" y="1131"/>
                  </a:lnTo>
                  <a:lnTo>
                    <a:pt x="340" y="1128"/>
                  </a:lnTo>
                  <a:lnTo>
                    <a:pt x="297" y="1120"/>
                  </a:lnTo>
                  <a:lnTo>
                    <a:pt x="257" y="1111"/>
                  </a:lnTo>
                  <a:lnTo>
                    <a:pt x="218" y="1097"/>
                  </a:lnTo>
                  <a:lnTo>
                    <a:pt x="182" y="1081"/>
                  </a:lnTo>
                  <a:lnTo>
                    <a:pt x="148" y="1061"/>
                  </a:lnTo>
                  <a:lnTo>
                    <a:pt x="117" y="1038"/>
                  </a:lnTo>
                  <a:lnTo>
                    <a:pt x="89" y="1012"/>
                  </a:lnTo>
                  <a:lnTo>
                    <a:pt x="65" y="980"/>
                  </a:lnTo>
                  <a:lnTo>
                    <a:pt x="43" y="947"/>
                  </a:lnTo>
                  <a:lnTo>
                    <a:pt x="26" y="908"/>
                  </a:lnTo>
                  <a:lnTo>
                    <a:pt x="13" y="865"/>
                  </a:lnTo>
                  <a:lnTo>
                    <a:pt x="4" y="819"/>
                  </a:lnTo>
                  <a:lnTo>
                    <a:pt x="0" y="767"/>
                  </a:lnTo>
                  <a:lnTo>
                    <a:pt x="166" y="767"/>
                  </a:lnTo>
                  <a:lnTo>
                    <a:pt x="170" y="804"/>
                  </a:lnTo>
                  <a:lnTo>
                    <a:pt x="178" y="838"/>
                  </a:lnTo>
                  <a:lnTo>
                    <a:pt x="191" y="867"/>
                  </a:lnTo>
                  <a:lnTo>
                    <a:pt x="208" y="891"/>
                  </a:lnTo>
                  <a:lnTo>
                    <a:pt x="229" y="913"/>
                  </a:lnTo>
                  <a:lnTo>
                    <a:pt x="253" y="931"/>
                  </a:lnTo>
                  <a:lnTo>
                    <a:pt x="279" y="945"/>
                  </a:lnTo>
                  <a:lnTo>
                    <a:pt x="308" y="957"/>
                  </a:lnTo>
                  <a:lnTo>
                    <a:pt x="338" y="966"/>
                  </a:lnTo>
                  <a:lnTo>
                    <a:pt x="371" y="972"/>
                  </a:lnTo>
                  <a:lnTo>
                    <a:pt x="404" y="974"/>
                  </a:lnTo>
                  <a:lnTo>
                    <a:pt x="438" y="976"/>
                  </a:lnTo>
                  <a:lnTo>
                    <a:pt x="462" y="976"/>
                  </a:lnTo>
                  <a:lnTo>
                    <a:pt x="488" y="974"/>
                  </a:lnTo>
                  <a:lnTo>
                    <a:pt x="513" y="971"/>
                  </a:lnTo>
                  <a:lnTo>
                    <a:pt x="539" y="966"/>
                  </a:lnTo>
                  <a:lnTo>
                    <a:pt x="564" y="960"/>
                  </a:lnTo>
                  <a:lnTo>
                    <a:pt x="589" y="951"/>
                  </a:lnTo>
                  <a:lnTo>
                    <a:pt x="610" y="941"/>
                  </a:lnTo>
                  <a:lnTo>
                    <a:pt x="630" y="927"/>
                  </a:lnTo>
                  <a:lnTo>
                    <a:pt x="648" y="912"/>
                  </a:lnTo>
                  <a:lnTo>
                    <a:pt x="663" y="892"/>
                  </a:lnTo>
                  <a:lnTo>
                    <a:pt x="674" y="871"/>
                  </a:lnTo>
                  <a:lnTo>
                    <a:pt x="681" y="844"/>
                  </a:lnTo>
                  <a:lnTo>
                    <a:pt x="683" y="815"/>
                  </a:lnTo>
                  <a:lnTo>
                    <a:pt x="681" y="787"/>
                  </a:lnTo>
                  <a:lnTo>
                    <a:pt x="674" y="762"/>
                  </a:lnTo>
                  <a:lnTo>
                    <a:pt x="661" y="740"/>
                  </a:lnTo>
                  <a:lnTo>
                    <a:pt x="647" y="722"/>
                  </a:lnTo>
                  <a:lnTo>
                    <a:pt x="627" y="705"/>
                  </a:lnTo>
                  <a:lnTo>
                    <a:pt x="606" y="691"/>
                  </a:lnTo>
                  <a:lnTo>
                    <a:pt x="580" y="677"/>
                  </a:lnTo>
                  <a:lnTo>
                    <a:pt x="552" y="667"/>
                  </a:lnTo>
                  <a:lnTo>
                    <a:pt x="522" y="656"/>
                  </a:lnTo>
                  <a:lnTo>
                    <a:pt x="490" y="647"/>
                  </a:lnTo>
                  <a:lnTo>
                    <a:pt x="457" y="639"/>
                  </a:lnTo>
                  <a:lnTo>
                    <a:pt x="422" y="630"/>
                  </a:lnTo>
                  <a:lnTo>
                    <a:pt x="387" y="622"/>
                  </a:lnTo>
                  <a:lnTo>
                    <a:pt x="352" y="613"/>
                  </a:lnTo>
                  <a:lnTo>
                    <a:pt x="317" y="605"/>
                  </a:lnTo>
                  <a:lnTo>
                    <a:pt x="281" y="595"/>
                  </a:lnTo>
                  <a:lnTo>
                    <a:pt x="247" y="585"/>
                  </a:lnTo>
                  <a:lnTo>
                    <a:pt x="215" y="572"/>
                  </a:lnTo>
                  <a:lnTo>
                    <a:pt x="183" y="558"/>
                  </a:lnTo>
                  <a:lnTo>
                    <a:pt x="153" y="542"/>
                  </a:lnTo>
                  <a:lnTo>
                    <a:pt x="125" y="524"/>
                  </a:lnTo>
                  <a:lnTo>
                    <a:pt x="99" y="504"/>
                  </a:lnTo>
                  <a:lnTo>
                    <a:pt x="77" y="480"/>
                  </a:lnTo>
                  <a:lnTo>
                    <a:pt x="58" y="453"/>
                  </a:lnTo>
                  <a:lnTo>
                    <a:pt x="42" y="423"/>
                  </a:lnTo>
                  <a:lnTo>
                    <a:pt x="31" y="389"/>
                  </a:lnTo>
                  <a:lnTo>
                    <a:pt x="24" y="350"/>
                  </a:lnTo>
                  <a:lnTo>
                    <a:pt x="21" y="308"/>
                  </a:lnTo>
                  <a:lnTo>
                    <a:pt x="24" y="267"/>
                  </a:lnTo>
                  <a:lnTo>
                    <a:pt x="31" y="228"/>
                  </a:lnTo>
                  <a:lnTo>
                    <a:pt x="43" y="193"/>
                  </a:lnTo>
                  <a:lnTo>
                    <a:pt x="60" y="161"/>
                  </a:lnTo>
                  <a:lnTo>
                    <a:pt x="80" y="132"/>
                  </a:lnTo>
                  <a:lnTo>
                    <a:pt x="103" y="107"/>
                  </a:lnTo>
                  <a:lnTo>
                    <a:pt x="130" y="84"/>
                  </a:lnTo>
                  <a:lnTo>
                    <a:pt x="159" y="63"/>
                  </a:lnTo>
                  <a:lnTo>
                    <a:pt x="190" y="46"/>
                  </a:lnTo>
                  <a:lnTo>
                    <a:pt x="223" y="32"/>
                  </a:lnTo>
                  <a:lnTo>
                    <a:pt x="257" y="21"/>
                  </a:lnTo>
                  <a:lnTo>
                    <a:pt x="292" y="12"/>
                  </a:lnTo>
                  <a:lnTo>
                    <a:pt x="327" y="6"/>
                  </a:lnTo>
                  <a:lnTo>
                    <a:pt x="364" y="2"/>
                  </a:lnTo>
                  <a:lnTo>
                    <a:pt x="39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sp>
          <p:nvSpPr>
            <p:cNvPr id="9" name="Freeform 7">
              <a:extLst>
                <a:ext uri="{FF2B5EF4-FFF2-40B4-BE49-F238E27FC236}">
                  <a16:creationId xmlns:a16="http://schemas.microsoft.com/office/drawing/2014/main" id="{14F415B3-4120-4C84-9E23-C4D3E98F90E1}"/>
                </a:ext>
              </a:extLst>
            </p:cNvPr>
            <p:cNvSpPr>
              <a:spLocks noEditPoints="1"/>
            </p:cNvSpPr>
            <p:nvPr userDrawn="1"/>
          </p:nvSpPr>
          <p:spPr bwMode="auto">
            <a:xfrm>
              <a:off x="6994526" y="4454526"/>
              <a:ext cx="377825" cy="449263"/>
            </a:xfrm>
            <a:custGeom>
              <a:avLst/>
              <a:gdLst>
                <a:gd name="T0" fmla="*/ 629 w 951"/>
                <a:gd name="T1" fmla="*/ 576 h 1132"/>
                <a:gd name="T2" fmla="*/ 530 w 951"/>
                <a:gd name="T3" fmla="*/ 600 h 1132"/>
                <a:gd name="T4" fmla="*/ 417 w 951"/>
                <a:gd name="T5" fmla="*/ 616 h 1132"/>
                <a:gd name="T6" fmla="*/ 322 w 951"/>
                <a:gd name="T7" fmla="*/ 636 h 1132"/>
                <a:gd name="T8" fmla="*/ 247 w 951"/>
                <a:gd name="T9" fmla="*/ 670 h 1132"/>
                <a:gd name="T10" fmla="*/ 196 w 951"/>
                <a:gd name="T11" fmla="*/ 728 h 1132"/>
                <a:gd name="T12" fmla="*/ 176 w 951"/>
                <a:gd name="T13" fmla="*/ 817 h 1132"/>
                <a:gd name="T14" fmla="*/ 194 w 951"/>
                <a:gd name="T15" fmla="*/ 897 h 1132"/>
                <a:gd name="T16" fmla="*/ 245 w 951"/>
                <a:gd name="T17" fmla="*/ 947 h 1132"/>
                <a:gd name="T18" fmla="*/ 317 w 951"/>
                <a:gd name="T19" fmla="*/ 972 h 1132"/>
                <a:gd name="T20" fmla="*/ 417 w 951"/>
                <a:gd name="T21" fmla="*/ 974 h 1132"/>
                <a:gd name="T22" fmla="*/ 528 w 951"/>
                <a:gd name="T23" fmla="*/ 944 h 1132"/>
                <a:gd name="T24" fmla="*/ 609 w 951"/>
                <a:gd name="T25" fmla="*/ 890 h 1132"/>
                <a:gd name="T26" fmla="*/ 658 w 951"/>
                <a:gd name="T27" fmla="*/ 822 h 1132"/>
                <a:gd name="T28" fmla="*/ 679 w 951"/>
                <a:gd name="T29" fmla="*/ 753 h 1132"/>
                <a:gd name="T30" fmla="*/ 468 w 951"/>
                <a:gd name="T31" fmla="*/ 0 h 1132"/>
                <a:gd name="T32" fmla="*/ 570 w 951"/>
                <a:gd name="T33" fmla="*/ 6 h 1132"/>
                <a:gd name="T34" fmla="*/ 668 w 951"/>
                <a:gd name="T35" fmla="*/ 28 h 1132"/>
                <a:gd name="T36" fmla="*/ 752 w 951"/>
                <a:gd name="T37" fmla="*/ 72 h 1132"/>
                <a:gd name="T38" fmla="*/ 814 w 951"/>
                <a:gd name="T39" fmla="*/ 145 h 1132"/>
                <a:gd name="T40" fmla="*/ 845 w 951"/>
                <a:gd name="T41" fmla="*/ 253 h 1132"/>
                <a:gd name="T42" fmla="*/ 848 w 951"/>
                <a:gd name="T43" fmla="*/ 884 h 1132"/>
                <a:gd name="T44" fmla="*/ 854 w 951"/>
                <a:gd name="T45" fmla="*/ 947 h 1132"/>
                <a:gd name="T46" fmla="*/ 883 w 951"/>
                <a:gd name="T47" fmla="*/ 974 h 1132"/>
                <a:gd name="T48" fmla="*/ 932 w 951"/>
                <a:gd name="T49" fmla="*/ 972 h 1132"/>
                <a:gd name="T50" fmla="*/ 933 w 951"/>
                <a:gd name="T51" fmla="*/ 1114 h 1132"/>
                <a:gd name="T52" fmla="*/ 861 w 951"/>
                <a:gd name="T53" fmla="*/ 1131 h 1132"/>
                <a:gd name="T54" fmla="*/ 779 w 951"/>
                <a:gd name="T55" fmla="*/ 1125 h 1132"/>
                <a:gd name="T56" fmla="*/ 721 w 951"/>
                <a:gd name="T57" fmla="*/ 1083 h 1132"/>
                <a:gd name="T58" fmla="*/ 692 w 951"/>
                <a:gd name="T59" fmla="*/ 1002 h 1132"/>
                <a:gd name="T60" fmla="*/ 616 w 951"/>
                <a:gd name="T61" fmla="*/ 1041 h 1132"/>
                <a:gd name="T62" fmla="*/ 485 w 951"/>
                <a:gd name="T63" fmla="*/ 1111 h 1132"/>
                <a:gd name="T64" fmla="*/ 334 w 951"/>
                <a:gd name="T65" fmla="*/ 1132 h 1132"/>
                <a:gd name="T66" fmla="*/ 222 w 951"/>
                <a:gd name="T67" fmla="*/ 1120 h 1132"/>
                <a:gd name="T68" fmla="*/ 125 w 951"/>
                <a:gd name="T69" fmla="*/ 1082 h 1132"/>
                <a:gd name="T70" fmla="*/ 52 w 951"/>
                <a:gd name="T71" fmla="*/ 1013 h 1132"/>
                <a:gd name="T72" fmla="*/ 9 w 951"/>
                <a:gd name="T73" fmla="*/ 914 h 1132"/>
                <a:gd name="T74" fmla="*/ 1 w 951"/>
                <a:gd name="T75" fmla="*/ 784 h 1132"/>
                <a:gd name="T76" fmla="*/ 33 w 951"/>
                <a:gd name="T77" fmla="*/ 671 h 1132"/>
                <a:gd name="T78" fmla="*/ 94 w 951"/>
                <a:gd name="T79" fmla="*/ 594 h 1132"/>
                <a:gd name="T80" fmla="*/ 176 w 951"/>
                <a:gd name="T81" fmla="*/ 545 h 1132"/>
                <a:gd name="T82" fmla="*/ 273 w 951"/>
                <a:gd name="T83" fmla="*/ 512 h 1132"/>
                <a:gd name="T84" fmla="*/ 381 w 951"/>
                <a:gd name="T85" fmla="*/ 489 h 1132"/>
                <a:gd name="T86" fmla="*/ 491 w 951"/>
                <a:gd name="T87" fmla="*/ 472 h 1132"/>
                <a:gd name="T88" fmla="*/ 582 w 951"/>
                <a:gd name="T89" fmla="*/ 453 h 1132"/>
                <a:gd name="T90" fmla="*/ 647 w 951"/>
                <a:gd name="T91" fmla="*/ 422 h 1132"/>
                <a:gd name="T92" fmla="*/ 680 w 951"/>
                <a:gd name="T93" fmla="*/ 365 h 1132"/>
                <a:gd name="T94" fmla="*/ 675 w 951"/>
                <a:gd name="T95" fmla="*/ 276 h 1132"/>
                <a:gd name="T96" fmla="*/ 638 w 951"/>
                <a:gd name="T97" fmla="*/ 210 h 1132"/>
                <a:gd name="T98" fmla="*/ 578 w 951"/>
                <a:gd name="T99" fmla="*/ 175 h 1132"/>
                <a:gd name="T100" fmla="*/ 506 w 951"/>
                <a:gd name="T101" fmla="*/ 160 h 1132"/>
                <a:gd name="T102" fmla="*/ 423 w 951"/>
                <a:gd name="T103" fmla="*/ 158 h 1132"/>
                <a:gd name="T104" fmla="*/ 332 w 951"/>
                <a:gd name="T105" fmla="*/ 175 h 1132"/>
                <a:gd name="T106" fmla="*/ 261 w 951"/>
                <a:gd name="T107" fmla="*/ 218 h 1132"/>
                <a:gd name="T108" fmla="*/ 216 w 951"/>
                <a:gd name="T109" fmla="*/ 292 h 1132"/>
                <a:gd name="T110" fmla="*/ 39 w 951"/>
                <a:gd name="T111" fmla="*/ 362 h 1132"/>
                <a:gd name="T112" fmla="*/ 66 w 951"/>
                <a:gd name="T113" fmla="*/ 222 h 1132"/>
                <a:gd name="T114" fmla="*/ 129 w 951"/>
                <a:gd name="T115" fmla="*/ 120 h 1132"/>
                <a:gd name="T116" fmla="*/ 222 w 951"/>
                <a:gd name="T117" fmla="*/ 51 h 1132"/>
                <a:gd name="T118" fmla="*/ 338 w 951"/>
                <a:gd name="T119" fmla="*/ 12 h 1132"/>
                <a:gd name="T120" fmla="*/ 468 w 951"/>
                <a:gd name="T121" fmla="*/ 0 h 1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51" h="1132">
                  <a:moveTo>
                    <a:pt x="681" y="550"/>
                  </a:moveTo>
                  <a:lnTo>
                    <a:pt x="657" y="564"/>
                  </a:lnTo>
                  <a:lnTo>
                    <a:pt x="629" y="576"/>
                  </a:lnTo>
                  <a:lnTo>
                    <a:pt x="599" y="586"/>
                  </a:lnTo>
                  <a:lnTo>
                    <a:pt x="565" y="593"/>
                  </a:lnTo>
                  <a:lnTo>
                    <a:pt x="530" y="600"/>
                  </a:lnTo>
                  <a:lnTo>
                    <a:pt x="493" y="605"/>
                  </a:lnTo>
                  <a:lnTo>
                    <a:pt x="455" y="611"/>
                  </a:lnTo>
                  <a:lnTo>
                    <a:pt x="417" y="616"/>
                  </a:lnTo>
                  <a:lnTo>
                    <a:pt x="379" y="622"/>
                  </a:lnTo>
                  <a:lnTo>
                    <a:pt x="350" y="629"/>
                  </a:lnTo>
                  <a:lnTo>
                    <a:pt x="322" y="636"/>
                  </a:lnTo>
                  <a:lnTo>
                    <a:pt x="295" y="646"/>
                  </a:lnTo>
                  <a:lnTo>
                    <a:pt x="270" y="657"/>
                  </a:lnTo>
                  <a:lnTo>
                    <a:pt x="247" y="670"/>
                  </a:lnTo>
                  <a:lnTo>
                    <a:pt x="227" y="686"/>
                  </a:lnTo>
                  <a:lnTo>
                    <a:pt x="209" y="705"/>
                  </a:lnTo>
                  <a:lnTo>
                    <a:pt x="196" y="728"/>
                  </a:lnTo>
                  <a:lnTo>
                    <a:pt x="185" y="753"/>
                  </a:lnTo>
                  <a:lnTo>
                    <a:pt x="177" y="784"/>
                  </a:lnTo>
                  <a:lnTo>
                    <a:pt x="176" y="817"/>
                  </a:lnTo>
                  <a:lnTo>
                    <a:pt x="177" y="848"/>
                  </a:lnTo>
                  <a:lnTo>
                    <a:pt x="185" y="874"/>
                  </a:lnTo>
                  <a:lnTo>
                    <a:pt x="194" y="897"/>
                  </a:lnTo>
                  <a:lnTo>
                    <a:pt x="209" y="916"/>
                  </a:lnTo>
                  <a:lnTo>
                    <a:pt x="226" y="933"/>
                  </a:lnTo>
                  <a:lnTo>
                    <a:pt x="245" y="947"/>
                  </a:lnTo>
                  <a:lnTo>
                    <a:pt x="267" y="957"/>
                  </a:lnTo>
                  <a:lnTo>
                    <a:pt x="292" y="966"/>
                  </a:lnTo>
                  <a:lnTo>
                    <a:pt x="317" y="972"/>
                  </a:lnTo>
                  <a:lnTo>
                    <a:pt x="344" y="974"/>
                  </a:lnTo>
                  <a:lnTo>
                    <a:pt x="372" y="976"/>
                  </a:lnTo>
                  <a:lnTo>
                    <a:pt x="417" y="974"/>
                  </a:lnTo>
                  <a:lnTo>
                    <a:pt x="458" y="967"/>
                  </a:lnTo>
                  <a:lnTo>
                    <a:pt x="496" y="957"/>
                  </a:lnTo>
                  <a:lnTo>
                    <a:pt x="528" y="944"/>
                  </a:lnTo>
                  <a:lnTo>
                    <a:pt x="559" y="929"/>
                  </a:lnTo>
                  <a:lnTo>
                    <a:pt x="585" y="910"/>
                  </a:lnTo>
                  <a:lnTo>
                    <a:pt x="609" y="890"/>
                  </a:lnTo>
                  <a:lnTo>
                    <a:pt x="628" y="869"/>
                  </a:lnTo>
                  <a:lnTo>
                    <a:pt x="645" y="846"/>
                  </a:lnTo>
                  <a:lnTo>
                    <a:pt x="658" y="822"/>
                  </a:lnTo>
                  <a:lnTo>
                    <a:pt x="668" y="799"/>
                  </a:lnTo>
                  <a:lnTo>
                    <a:pt x="675" y="775"/>
                  </a:lnTo>
                  <a:lnTo>
                    <a:pt x="679" y="753"/>
                  </a:lnTo>
                  <a:lnTo>
                    <a:pt x="681" y="732"/>
                  </a:lnTo>
                  <a:lnTo>
                    <a:pt x="681" y="550"/>
                  </a:lnTo>
                  <a:close/>
                  <a:moveTo>
                    <a:pt x="468" y="0"/>
                  </a:moveTo>
                  <a:lnTo>
                    <a:pt x="502" y="2"/>
                  </a:lnTo>
                  <a:lnTo>
                    <a:pt x="536" y="3"/>
                  </a:lnTo>
                  <a:lnTo>
                    <a:pt x="570" y="6"/>
                  </a:lnTo>
                  <a:lnTo>
                    <a:pt x="604" y="11"/>
                  </a:lnTo>
                  <a:lnTo>
                    <a:pt x="636" y="18"/>
                  </a:lnTo>
                  <a:lnTo>
                    <a:pt x="668" y="28"/>
                  </a:lnTo>
                  <a:lnTo>
                    <a:pt x="697" y="40"/>
                  </a:lnTo>
                  <a:lnTo>
                    <a:pt x="725" y="55"/>
                  </a:lnTo>
                  <a:lnTo>
                    <a:pt x="752" y="72"/>
                  </a:lnTo>
                  <a:lnTo>
                    <a:pt x="775" y="93"/>
                  </a:lnTo>
                  <a:lnTo>
                    <a:pt x="796" y="117"/>
                  </a:lnTo>
                  <a:lnTo>
                    <a:pt x="814" y="145"/>
                  </a:lnTo>
                  <a:lnTo>
                    <a:pt x="828" y="177"/>
                  </a:lnTo>
                  <a:lnTo>
                    <a:pt x="838" y="213"/>
                  </a:lnTo>
                  <a:lnTo>
                    <a:pt x="845" y="253"/>
                  </a:lnTo>
                  <a:lnTo>
                    <a:pt x="848" y="298"/>
                  </a:lnTo>
                  <a:lnTo>
                    <a:pt x="848" y="855"/>
                  </a:lnTo>
                  <a:lnTo>
                    <a:pt x="848" y="884"/>
                  </a:lnTo>
                  <a:lnTo>
                    <a:pt x="848" y="909"/>
                  </a:lnTo>
                  <a:lnTo>
                    <a:pt x="850" y="930"/>
                  </a:lnTo>
                  <a:lnTo>
                    <a:pt x="854" y="947"/>
                  </a:lnTo>
                  <a:lnTo>
                    <a:pt x="860" y="960"/>
                  </a:lnTo>
                  <a:lnTo>
                    <a:pt x="870" y="968"/>
                  </a:lnTo>
                  <a:lnTo>
                    <a:pt x="883" y="974"/>
                  </a:lnTo>
                  <a:lnTo>
                    <a:pt x="900" y="976"/>
                  </a:lnTo>
                  <a:lnTo>
                    <a:pt x="915" y="976"/>
                  </a:lnTo>
                  <a:lnTo>
                    <a:pt x="932" y="972"/>
                  </a:lnTo>
                  <a:lnTo>
                    <a:pt x="951" y="966"/>
                  </a:lnTo>
                  <a:lnTo>
                    <a:pt x="951" y="1104"/>
                  </a:lnTo>
                  <a:lnTo>
                    <a:pt x="933" y="1114"/>
                  </a:lnTo>
                  <a:lnTo>
                    <a:pt x="911" y="1122"/>
                  </a:lnTo>
                  <a:lnTo>
                    <a:pt x="888" y="1128"/>
                  </a:lnTo>
                  <a:lnTo>
                    <a:pt x="861" y="1131"/>
                  </a:lnTo>
                  <a:lnTo>
                    <a:pt x="832" y="1132"/>
                  </a:lnTo>
                  <a:lnTo>
                    <a:pt x="804" y="1131"/>
                  </a:lnTo>
                  <a:lnTo>
                    <a:pt x="779" y="1125"/>
                  </a:lnTo>
                  <a:lnTo>
                    <a:pt x="757" y="1116"/>
                  </a:lnTo>
                  <a:lnTo>
                    <a:pt x="737" y="1101"/>
                  </a:lnTo>
                  <a:lnTo>
                    <a:pt x="721" y="1083"/>
                  </a:lnTo>
                  <a:lnTo>
                    <a:pt x="708" y="1061"/>
                  </a:lnTo>
                  <a:lnTo>
                    <a:pt x="698" y="1034"/>
                  </a:lnTo>
                  <a:lnTo>
                    <a:pt x="692" y="1002"/>
                  </a:lnTo>
                  <a:lnTo>
                    <a:pt x="691" y="966"/>
                  </a:lnTo>
                  <a:lnTo>
                    <a:pt x="655" y="1006"/>
                  </a:lnTo>
                  <a:lnTo>
                    <a:pt x="616" y="1041"/>
                  </a:lnTo>
                  <a:lnTo>
                    <a:pt x="575" y="1069"/>
                  </a:lnTo>
                  <a:lnTo>
                    <a:pt x="531" y="1093"/>
                  </a:lnTo>
                  <a:lnTo>
                    <a:pt x="485" y="1111"/>
                  </a:lnTo>
                  <a:lnTo>
                    <a:pt x="436" y="1123"/>
                  </a:lnTo>
                  <a:lnTo>
                    <a:pt x="386" y="1130"/>
                  </a:lnTo>
                  <a:lnTo>
                    <a:pt x="334" y="1132"/>
                  </a:lnTo>
                  <a:lnTo>
                    <a:pt x="295" y="1131"/>
                  </a:lnTo>
                  <a:lnTo>
                    <a:pt x="258" y="1128"/>
                  </a:lnTo>
                  <a:lnTo>
                    <a:pt x="222" y="1120"/>
                  </a:lnTo>
                  <a:lnTo>
                    <a:pt x="187" y="1111"/>
                  </a:lnTo>
                  <a:lnTo>
                    <a:pt x="155" y="1097"/>
                  </a:lnTo>
                  <a:lnTo>
                    <a:pt x="125" y="1082"/>
                  </a:lnTo>
                  <a:lnTo>
                    <a:pt x="98" y="1062"/>
                  </a:lnTo>
                  <a:lnTo>
                    <a:pt x="73" y="1040"/>
                  </a:lnTo>
                  <a:lnTo>
                    <a:pt x="52" y="1013"/>
                  </a:lnTo>
                  <a:lnTo>
                    <a:pt x="34" y="984"/>
                  </a:lnTo>
                  <a:lnTo>
                    <a:pt x="19" y="951"/>
                  </a:lnTo>
                  <a:lnTo>
                    <a:pt x="9" y="914"/>
                  </a:lnTo>
                  <a:lnTo>
                    <a:pt x="1" y="874"/>
                  </a:lnTo>
                  <a:lnTo>
                    <a:pt x="0" y="830"/>
                  </a:lnTo>
                  <a:lnTo>
                    <a:pt x="1" y="784"/>
                  </a:lnTo>
                  <a:lnTo>
                    <a:pt x="9" y="741"/>
                  </a:lnTo>
                  <a:lnTo>
                    <a:pt x="18" y="704"/>
                  </a:lnTo>
                  <a:lnTo>
                    <a:pt x="33" y="671"/>
                  </a:lnTo>
                  <a:lnTo>
                    <a:pt x="50" y="642"/>
                  </a:lnTo>
                  <a:lnTo>
                    <a:pt x="70" y="617"/>
                  </a:lnTo>
                  <a:lnTo>
                    <a:pt x="94" y="594"/>
                  </a:lnTo>
                  <a:lnTo>
                    <a:pt x="119" y="575"/>
                  </a:lnTo>
                  <a:lnTo>
                    <a:pt x="147" y="559"/>
                  </a:lnTo>
                  <a:lnTo>
                    <a:pt x="176" y="545"/>
                  </a:lnTo>
                  <a:lnTo>
                    <a:pt x="208" y="533"/>
                  </a:lnTo>
                  <a:lnTo>
                    <a:pt x="241" y="522"/>
                  </a:lnTo>
                  <a:lnTo>
                    <a:pt x="273" y="512"/>
                  </a:lnTo>
                  <a:lnTo>
                    <a:pt x="307" y="505"/>
                  </a:lnTo>
                  <a:lnTo>
                    <a:pt x="343" y="496"/>
                  </a:lnTo>
                  <a:lnTo>
                    <a:pt x="381" y="489"/>
                  </a:lnTo>
                  <a:lnTo>
                    <a:pt x="419" y="483"/>
                  </a:lnTo>
                  <a:lnTo>
                    <a:pt x="455" y="477"/>
                  </a:lnTo>
                  <a:lnTo>
                    <a:pt x="491" y="472"/>
                  </a:lnTo>
                  <a:lnTo>
                    <a:pt x="523" y="466"/>
                  </a:lnTo>
                  <a:lnTo>
                    <a:pt x="554" y="460"/>
                  </a:lnTo>
                  <a:lnTo>
                    <a:pt x="582" y="453"/>
                  </a:lnTo>
                  <a:lnTo>
                    <a:pt x="606" y="445"/>
                  </a:lnTo>
                  <a:lnTo>
                    <a:pt x="629" y="434"/>
                  </a:lnTo>
                  <a:lnTo>
                    <a:pt x="647" y="422"/>
                  </a:lnTo>
                  <a:lnTo>
                    <a:pt x="662" y="406"/>
                  </a:lnTo>
                  <a:lnTo>
                    <a:pt x="674" y="387"/>
                  </a:lnTo>
                  <a:lnTo>
                    <a:pt x="680" y="365"/>
                  </a:lnTo>
                  <a:lnTo>
                    <a:pt x="683" y="338"/>
                  </a:lnTo>
                  <a:lnTo>
                    <a:pt x="680" y="304"/>
                  </a:lnTo>
                  <a:lnTo>
                    <a:pt x="675" y="276"/>
                  </a:lnTo>
                  <a:lnTo>
                    <a:pt x="666" y="250"/>
                  </a:lnTo>
                  <a:lnTo>
                    <a:pt x="652" y="228"/>
                  </a:lnTo>
                  <a:lnTo>
                    <a:pt x="638" y="210"/>
                  </a:lnTo>
                  <a:lnTo>
                    <a:pt x="619" y="196"/>
                  </a:lnTo>
                  <a:lnTo>
                    <a:pt x="600" y="184"/>
                  </a:lnTo>
                  <a:lnTo>
                    <a:pt x="578" y="175"/>
                  </a:lnTo>
                  <a:lnTo>
                    <a:pt x="555" y="168"/>
                  </a:lnTo>
                  <a:lnTo>
                    <a:pt x="532" y="163"/>
                  </a:lnTo>
                  <a:lnTo>
                    <a:pt x="506" y="160"/>
                  </a:lnTo>
                  <a:lnTo>
                    <a:pt x="482" y="158"/>
                  </a:lnTo>
                  <a:lnTo>
                    <a:pt x="458" y="157"/>
                  </a:lnTo>
                  <a:lnTo>
                    <a:pt x="423" y="158"/>
                  </a:lnTo>
                  <a:lnTo>
                    <a:pt x="391" y="162"/>
                  </a:lnTo>
                  <a:lnTo>
                    <a:pt x="360" y="168"/>
                  </a:lnTo>
                  <a:lnTo>
                    <a:pt x="332" y="175"/>
                  </a:lnTo>
                  <a:lnTo>
                    <a:pt x="305" y="186"/>
                  </a:lnTo>
                  <a:lnTo>
                    <a:pt x="282" y="201"/>
                  </a:lnTo>
                  <a:lnTo>
                    <a:pt x="261" y="218"/>
                  </a:lnTo>
                  <a:lnTo>
                    <a:pt x="243" y="239"/>
                  </a:lnTo>
                  <a:lnTo>
                    <a:pt x="228" y="263"/>
                  </a:lnTo>
                  <a:lnTo>
                    <a:pt x="216" y="292"/>
                  </a:lnTo>
                  <a:lnTo>
                    <a:pt x="209" y="325"/>
                  </a:lnTo>
                  <a:lnTo>
                    <a:pt x="205" y="362"/>
                  </a:lnTo>
                  <a:lnTo>
                    <a:pt x="39" y="362"/>
                  </a:lnTo>
                  <a:lnTo>
                    <a:pt x="43" y="312"/>
                  </a:lnTo>
                  <a:lnTo>
                    <a:pt x="52" y="265"/>
                  </a:lnTo>
                  <a:lnTo>
                    <a:pt x="66" y="222"/>
                  </a:lnTo>
                  <a:lnTo>
                    <a:pt x="83" y="184"/>
                  </a:lnTo>
                  <a:lnTo>
                    <a:pt x="104" y="150"/>
                  </a:lnTo>
                  <a:lnTo>
                    <a:pt x="129" y="120"/>
                  </a:lnTo>
                  <a:lnTo>
                    <a:pt x="157" y="93"/>
                  </a:lnTo>
                  <a:lnTo>
                    <a:pt x="188" y="70"/>
                  </a:lnTo>
                  <a:lnTo>
                    <a:pt x="222" y="51"/>
                  </a:lnTo>
                  <a:lnTo>
                    <a:pt x="259" y="35"/>
                  </a:lnTo>
                  <a:lnTo>
                    <a:pt x="296" y="22"/>
                  </a:lnTo>
                  <a:lnTo>
                    <a:pt x="338" y="12"/>
                  </a:lnTo>
                  <a:lnTo>
                    <a:pt x="379" y="6"/>
                  </a:lnTo>
                  <a:lnTo>
                    <a:pt x="423" y="3"/>
                  </a:lnTo>
                  <a:lnTo>
                    <a:pt x="46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sp>
          <p:nvSpPr>
            <p:cNvPr id="10" name="Freeform 8">
              <a:extLst>
                <a:ext uri="{FF2B5EF4-FFF2-40B4-BE49-F238E27FC236}">
                  <a16:creationId xmlns:a16="http://schemas.microsoft.com/office/drawing/2014/main" id="{BC817C49-20A7-4261-9A77-FC6CAD6B5318}"/>
                </a:ext>
              </a:extLst>
            </p:cNvPr>
            <p:cNvSpPr>
              <a:spLocks/>
            </p:cNvSpPr>
            <p:nvPr userDrawn="1"/>
          </p:nvSpPr>
          <p:spPr bwMode="auto">
            <a:xfrm>
              <a:off x="7367588" y="4454526"/>
              <a:ext cx="341313" cy="449263"/>
            </a:xfrm>
            <a:custGeom>
              <a:avLst/>
              <a:gdLst>
                <a:gd name="T0" fmla="*/ 486 w 860"/>
                <a:gd name="T1" fmla="*/ 5 h 1132"/>
                <a:gd name="T2" fmla="*/ 604 w 860"/>
                <a:gd name="T3" fmla="*/ 31 h 1132"/>
                <a:gd name="T4" fmla="*/ 701 w 860"/>
                <a:gd name="T5" fmla="*/ 82 h 1132"/>
                <a:gd name="T6" fmla="*/ 771 w 860"/>
                <a:gd name="T7" fmla="*/ 167 h 1132"/>
                <a:gd name="T8" fmla="*/ 810 w 860"/>
                <a:gd name="T9" fmla="*/ 290 h 1132"/>
                <a:gd name="T10" fmla="*/ 644 w 860"/>
                <a:gd name="T11" fmla="*/ 307 h 1132"/>
                <a:gd name="T12" fmla="*/ 606 w 860"/>
                <a:gd name="T13" fmla="*/ 231 h 1132"/>
                <a:gd name="T14" fmla="*/ 545 w 860"/>
                <a:gd name="T15" fmla="*/ 184 h 1132"/>
                <a:gd name="T16" fmla="*/ 467 w 860"/>
                <a:gd name="T17" fmla="*/ 162 h 1132"/>
                <a:gd name="T18" fmla="*/ 386 w 860"/>
                <a:gd name="T19" fmla="*/ 158 h 1132"/>
                <a:gd name="T20" fmla="*/ 305 w 860"/>
                <a:gd name="T21" fmla="*/ 172 h 1132"/>
                <a:gd name="T22" fmla="*/ 238 w 860"/>
                <a:gd name="T23" fmla="*/ 207 h 1132"/>
                <a:gd name="T24" fmla="*/ 200 w 860"/>
                <a:gd name="T25" fmla="*/ 268 h 1132"/>
                <a:gd name="T26" fmla="*/ 208 w 860"/>
                <a:gd name="T27" fmla="*/ 344 h 1132"/>
                <a:gd name="T28" fmla="*/ 256 w 860"/>
                <a:gd name="T29" fmla="*/ 397 h 1132"/>
                <a:gd name="T30" fmla="*/ 334 w 860"/>
                <a:gd name="T31" fmla="*/ 434 h 1132"/>
                <a:gd name="T32" fmla="*/ 429 w 860"/>
                <a:gd name="T33" fmla="*/ 460 h 1132"/>
                <a:gd name="T34" fmla="*/ 528 w 860"/>
                <a:gd name="T35" fmla="*/ 484 h 1132"/>
                <a:gd name="T36" fmla="*/ 634 w 860"/>
                <a:gd name="T37" fmla="*/ 513 h 1132"/>
                <a:gd name="T38" fmla="*/ 729 w 860"/>
                <a:gd name="T39" fmla="*/ 556 h 1132"/>
                <a:gd name="T40" fmla="*/ 804 w 860"/>
                <a:gd name="T41" fmla="*/ 620 h 1132"/>
                <a:gd name="T42" fmla="*/ 850 w 860"/>
                <a:gd name="T43" fmla="*/ 711 h 1132"/>
                <a:gd name="T44" fmla="*/ 857 w 860"/>
                <a:gd name="T45" fmla="*/ 838 h 1132"/>
                <a:gd name="T46" fmla="*/ 821 w 860"/>
                <a:gd name="T47" fmla="*/ 954 h 1132"/>
                <a:gd name="T48" fmla="*/ 750 w 860"/>
                <a:gd name="T49" fmla="*/ 1037 h 1132"/>
                <a:gd name="T50" fmla="*/ 656 w 860"/>
                <a:gd name="T51" fmla="*/ 1093 h 1132"/>
                <a:gd name="T52" fmla="*/ 545 w 860"/>
                <a:gd name="T53" fmla="*/ 1124 h 1132"/>
                <a:gd name="T54" fmla="*/ 429 w 860"/>
                <a:gd name="T55" fmla="*/ 1132 h 1132"/>
                <a:gd name="T56" fmla="*/ 299 w 860"/>
                <a:gd name="T57" fmla="*/ 1120 h 1132"/>
                <a:gd name="T58" fmla="*/ 182 w 860"/>
                <a:gd name="T59" fmla="*/ 1081 h 1132"/>
                <a:gd name="T60" fmla="*/ 90 w 860"/>
                <a:gd name="T61" fmla="*/ 1012 h 1132"/>
                <a:gd name="T62" fmla="*/ 27 w 860"/>
                <a:gd name="T63" fmla="*/ 908 h 1132"/>
                <a:gd name="T64" fmla="*/ 0 w 860"/>
                <a:gd name="T65" fmla="*/ 767 h 1132"/>
                <a:gd name="T66" fmla="*/ 180 w 860"/>
                <a:gd name="T67" fmla="*/ 838 h 1132"/>
                <a:gd name="T68" fmla="*/ 229 w 860"/>
                <a:gd name="T69" fmla="*/ 913 h 1132"/>
                <a:gd name="T70" fmla="*/ 308 w 860"/>
                <a:gd name="T71" fmla="*/ 957 h 1132"/>
                <a:gd name="T72" fmla="*/ 404 w 860"/>
                <a:gd name="T73" fmla="*/ 974 h 1132"/>
                <a:gd name="T74" fmla="*/ 488 w 860"/>
                <a:gd name="T75" fmla="*/ 974 h 1132"/>
                <a:gd name="T76" fmla="*/ 565 w 860"/>
                <a:gd name="T77" fmla="*/ 960 h 1132"/>
                <a:gd name="T78" fmla="*/ 631 w 860"/>
                <a:gd name="T79" fmla="*/ 927 h 1132"/>
                <a:gd name="T80" fmla="*/ 674 w 860"/>
                <a:gd name="T81" fmla="*/ 871 h 1132"/>
                <a:gd name="T82" fmla="*/ 681 w 860"/>
                <a:gd name="T83" fmla="*/ 787 h 1132"/>
                <a:gd name="T84" fmla="*/ 647 w 860"/>
                <a:gd name="T85" fmla="*/ 722 h 1132"/>
                <a:gd name="T86" fmla="*/ 580 w 860"/>
                <a:gd name="T87" fmla="*/ 677 h 1132"/>
                <a:gd name="T88" fmla="*/ 491 w 860"/>
                <a:gd name="T89" fmla="*/ 647 h 1132"/>
                <a:gd name="T90" fmla="*/ 389 w 860"/>
                <a:gd name="T91" fmla="*/ 622 h 1132"/>
                <a:gd name="T92" fmla="*/ 283 w 860"/>
                <a:gd name="T93" fmla="*/ 595 h 1132"/>
                <a:gd name="T94" fmla="*/ 183 w 860"/>
                <a:gd name="T95" fmla="*/ 558 h 1132"/>
                <a:gd name="T96" fmla="*/ 99 w 860"/>
                <a:gd name="T97" fmla="*/ 504 h 1132"/>
                <a:gd name="T98" fmla="*/ 42 w 860"/>
                <a:gd name="T99" fmla="*/ 423 h 1132"/>
                <a:gd name="T100" fmla="*/ 22 w 860"/>
                <a:gd name="T101" fmla="*/ 308 h 1132"/>
                <a:gd name="T102" fmla="*/ 44 w 860"/>
                <a:gd name="T103" fmla="*/ 193 h 1132"/>
                <a:gd name="T104" fmla="*/ 104 w 860"/>
                <a:gd name="T105" fmla="*/ 107 h 1132"/>
                <a:gd name="T106" fmla="*/ 191 w 860"/>
                <a:gd name="T107" fmla="*/ 46 h 1132"/>
                <a:gd name="T108" fmla="*/ 293 w 860"/>
                <a:gd name="T109" fmla="*/ 12 h 1132"/>
                <a:gd name="T110" fmla="*/ 399 w 860"/>
                <a:gd name="T111" fmla="*/ 0 h 1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60" h="1132">
                  <a:moveTo>
                    <a:pt x="399" y="0"/>
                  </a:moveTo>
                  <a:lnTo>
                    <a:pt x="443" y="2"/>
                  </a:lnTo>
                  <a:lnTo>
                    <a:pt x="486" y="5"/>
                  </a:lnTo>
                  <a:lnTo>
                    <a:pt x="527" y="11"/>
                  </a:lnTo>
                  <a:lnTo>
                    <a:pt x="566" y="20"/>
                  </a:lnTo>
                  <a:lnTo>
                    <a:pt x="604" y="31"/>
                  </a:lnTo>
                  <a:lnTo>
                    <a:pt x="639" y="44"/>
                  </a:lnTo>
                  <a:lnTo>
                    <a:pt x="670" y="62"/>
                  </a:lnTo>
                  <a:lnTo>
                    <a:pt x="701" y="82"/>
                  </a:lnTo>
                  <a:lnTo>
                    <a:pt x="727" y="107"/>
                  </a:lnTo>
                  <a:lnTo>
                    <a:pt x="750" y="134"/>
                  </a:lnTo>
                  <a:lnTo>
                    <a:pt x="771" y="167"/>
                  </a:lnTo>
                  <a:lnTo>
                    <a:pt x="788" y="203"/>
                  </a:lnTo>
                  <a:lnTo>
                    <a:pt x="800" y="244"/>
                  </a:lnTo>
                  <a:lnTo>
                    <a:pt x="810" y="290"/>
                  </a:lnTo>
                  <a:lnTo>
                    <a:pt x="815" y="339"/>
                  </a:lnTo>
                  <a:lnTo>
                    <a:pt x="648" y="339"/>
                  </a:lnTo>
                  <a:lnTo>
                    <a:pt x="644" y="307"/>
                  </a:lnTo>
                  <a:lnTo>
                    <a:pt x="634" y="278"/>
                  </a:lnTo>
                  <a:lnTo>
                    <a:pt x="622" y="254"/>
                  </a:lnTo>
                  <a:lnTo>
                    <a:pt x="606" y="231"/>
                  </a:lnTo>
                  <a:lnTo>
                    <a:pt x="588" y="213"/>
                  </a:lnTo>
                  <a:lnTo>
                    <a:pt x="567" y="197"/>
                  </a:lnTo>
                  <a:lnTo>
                    <a:pt x="545" y="184"/>
                  </a:lnTo>
                  <a:lnTo>
                    <a:pt x="520" y="174"/>
                  </a:lnTo>
                  <a:lnTo>
                    <a:pt x="494" y="167"/>
                  </a:lnTo>
                  <a:lnTo>
                    <a:pt x="467" y="162"/>
                  </a:lnTo>
                  <a:lnTo>
                    <a:pt x="441" y="158"/>
                  </a:lnTo>
                  <a:lnTo>
                    <a:pt x="413" y="157"/>
                  </a:lnTo>
                  <a:lnTo>
                    <a:pt x="386" y="158"/>
                  </a:lnTo>
                  <a:lnTo>
                    <a:pt x="358" y="161"/>
                  </a:lnTo>
                  <a:lnTo>
                    <a:pt x="330" y="166"/>
                  </a:lnTo>
                  <a:lnTo>
                    <a:pt x="305" y="172"/>
                  </a:lnTo>
                  <a:lnTo>
                    <a:pt x="279" y="180"/>
                  </a:lnTo>
                  <a:lnTo>
                    <a:pt x="257" y="192"/>
                  </a:lnTo>
                  <a:lnTo>
                    <a:pt x="238" y="207"/>
                  </a:lnTo>
                  <a:lnTo>
                    <a:pt x="221" y="224"/>
                  </a:lnTo>
                  <a:lnTo>
                    <a:pt x="209" y="244"/>
                  </a:lnTo>
                  <a:lnTo>
                    <a:pt x="200" y="268"/>
                  </a:lnTo>
                  <a:lnTo>
                    <a:pt x="198" y="296"/>
                  </a:lnTo>
                  <a:lnTo>
                    <a:pt x="200" y="321"/>
                  </a:lnTo>
                  <a:lnTo>
                    <a:pt x="208" y="344"/>
                  </a:lnTo>
                  <a:lnTo>
                    <a:pt x="220" y="365"/>
                  </a:lnTo>
                  <a:lnTo>
                    <a:pt x="237" y="382"/>
                  </a:lnTo>
                  <a:lnTo>
                    <a:pt x="256" y="397"/>
                  </a:lnTo>
                  <a:lnTo>
                    <a:pt x="279" y="411"/>
                  </a:lnTo>
                  <a:lnTo>
                    <a:pt x="305" y="423"/>
                  </a:lnTo>
                  <a:lnTo>
                    <a:pt x="334" y="434"/>
                  </a:lnTo>
                  <a:lnTo>
                    <a:pt x="364" y="443"/>
                  </a:lnTo>
                  <a:lnTo>
                    <a:pt x="396" y="452"/>
                  </a:lnTo>
                  <a:lnTo>
                    <a:pt x="429" y="460"/>
                  </a:lnTo>
                  <a:lnTo>
                    <a:pt x="461" y="467"/>
                  </a:lnTo>
                  <a:lnTo>
                    <a:pt x="495" y="476"/>
                  </a:lnTo>
                  <a:lnTo>
                    <a:pt x="528" y="484"/>
                  </a:lnTo>
                  <a:lnTo>
                    <a:pt x="565" y="493"/>
                  </a:lnTo>
                  <a:lnTo>
                    <a:pt x="600" y="502"/>
                  </a:lnTo>
                  <a:lnTo>
                    <a:pt x="634" y="513"/>
                  </a:lnTo>
                  <a:lnTo>
                    <a:pt x="667" y="527"/>
                  </a:lnTo>
                  <a:lnTo>
                    <a:pt x="699" y="540"/>
                  </a:lnTo>
                  <a:lnTo>
                    <a:pt x="729" y="556"/>
                  </a:lnTo>
                  <a:lnTo>
                    <a:pt x="757" y="575"/>
                  </a:lnTo>
                  <a:lnTo>
                    <a:pt x="782" y="595"/>
                  </a:lnTo>
                  <a:lnTo>
                    <a:pt x="804" y="620"/>
                  </a:lnTo>
                  <a:lnTo>
                    <a:pt x="823" y="646"/>
                  </a:lnTo>
                  <a:lnTo>
                    <a:pt x="839" y="676"/>
                  </a:lnTo>
                  <a:lnTo>
                    <a:pt x="850" y="711"/>
                  </a:lnTo>
                  <a:lnTo>
                    <a:pt x="857" y="750"/>
                  </a:lnTo>
                  <a:lnTo>
                    <a:pt x="860" y="792"/>
                  </a:lnTo>
                  <a:lnTo>
                    <a:pt x="857" y="838"/>
                  </a:lnTo>
                  <a:lnTo>
                    <a:pt x="850" y="880"/>
                  </a:lnTo>
                  <a:lnTo>
                    <a:pt x="838" y="919"/>
                  </a:lnTo>
                  <a:lnTo>
                    <a:pt x="821" y="954"/>
                  </a:lnTo>
                  <a:lnTo>
                    <a:pt x="801" y="985"/>
                  </a:lnTo>
                  <a:lnTo>
                    <a:pt x="777" y="1013"/>
                  </a:lnTo>
                  <a:lnTo>
                    <a:pt x="750" y="1037"/>
                  </a:lnTo>
                  <a:lnTo>
                    <a:pt x="721" y="1059"/>
                  </a:lnTo>
                  <a:lnTo>
                    <a:pt x="690" y="1077"/>
                  </a:lnTo>
                  <a:lnTo>
                    <a:pt x="656" y="1093"/>
                  </a:lnTo>
                  <a:lnTo>
                    <a:pt x="621" y="1106"/>
                  </a:lnTo>
                  <a:lnTo>
                    <a:pt x="583" y="1116"/>
                  </a:lnTo>
                  <a:lnTo>
                    <a:pt x="545" y="1124"/>
                  </a:lnTo>
                  <a:lnTo>
                    <a:pt x="506" y="1129"/>
                  </a:lnTo>
                  <a:lnTo>
                    <a:pt x="467" y="1132"/>
                  </a:lnTo>
                  <a:lnTo>
                    <a:pt x="429" y="1132"/>
                  </a:lnTo>
                  <a:lnTo>
                    <a:pt x="384" y="1131"/>
                  </a:lnTo>
                  <a:lnTo>
                    <a:pt x="340" y="1128"/>
                  </a:lnTo>
                  <a:lnTo>
                    <a:pt x="299" y="1120"/>
                  </a:lnTo>
                  <a:lnTo>
                    <a:pt x="257" y="1111"/>
                  </a:lnTo>
                  <a:lnTo>
                    <a:pt x="218" y="1097"/>
                  </a:lnTo>
                  <a:lnTo>
                    <a:pt x="182" y="1081"/>
                  </a:lnTo>
                  <a:lnTo>
                    <a:pt x="149" y="1061"/>
                  </a:lnTo>
                  <a:lnTo>
                    <a:pt x="118" y="1038"/>
                  </a:lnTo>
                  <a:lnTo>
                    <a:pt x="90" y="1012"/>
                  </a:lnTo>
                  <a:lnTo>
                    <a:pt x="65" y="980"/>
                  </a:lnTo>
                  <a:lnTo>
                    <a:pt x="44" y="947"/>
                  </a:lnTo>
                  <a:lnTo>
                    <a:pt x="27" y="908"/>
                  </a:lnTo>
                  <a:lnTo>
                    <a:pt x="13" y="865"/>
                  </a:lnTo>
                  <a:lnTo>
                    <a:pt x="5" y="819"/>
                  </a:lnTo>
                  <a:lnTo>
                    <a:pt x="0" y="767"/>
                  </a:lnTo>
                  <a:lnTo>
                    <a:pt x="166" y="767"/>
                  </a:lnTo>
                  <a:lnTo>
                    <a:pt x="171" y="804"/>
                  </a:lnTo>
                  <a:lnTo>
                    <a:pt x="180" y="838"/>
                  </a:lnTo>
                  <a:lnTo>
                    <a:pt x="192" y="867"/>
                  </a:lnTo>
                  <a:lnTo>
                    <a:pt x="209" y="891"/>
                  </a:lnTo>
                  <a:lnTo>
                    <a:pt x="229" y="913"/>
                  </a:lnTo>
                  <a:lnTo>
                    <a:pt x="254" y="931"/>
                  </a:lnTo>
                  <a:lnTo>
                    <a:pt x="279" y="945"/>
                  </a:lnTo>
                  <a:lnTo>
                    <a:pt x="308" y="957"/>
                  </a:lnTo>
                  <a:lnTo>
                    <a:pt x="339" y="966"/>
                  </a:lnTo>
                  <a:lnTo>
                    <a:pt x="372" y="972"/>
                  </a:lnTo>
                  <a:lnTo>
                    <a:pt x="404" y="974"/>
                  </a:lnTo>
                  <a:lnTo>
                    <a:pt x="438" y="976"/>
                  </a:lnTo>
                  <a:lnTo>
                    <a:pt x="463" y="976"/>
                  </a:lnTo>
                  <a:lnTo>
                    <a:pt x="488" y="974"/>
                  </a:lnTo>
                  <a:lnTo>
                    <a:pt x="515" y="971"/>
                  </a:lnTo>
                  <a:lnTo>
                    <a:pt x="540" y="966"/>
                  </a:lnTo>
                  <a:lnTo>
                    <a:pt x="565" y="960"/>
                  </a:lnTo>
                  <a:lnTo>
                    <a:pt x="589" y="951"/>
                  </a:lnTo>
                  <a:lnTo>
                    <a:pt x="611" y="941"/>
                  </a:lnTo>
                  <a:lnTo>
                    <a:pt x="631" y="927"/>
                  </a:lnTo>
                  <a:lnTo>
                    <a:pt x="648" y="912"/>
                  </a:lnTo>
                  <a:lnTo>
                    <a:pt x="663" y="892"/>
                  </a:lnTo>
                  <a:lnTo>
                    <a:pt x="674" y="871"/>
                  </a:lnTo>
                  <a:lnTo>
                    <a:pt x="681" y="844"/>
                  </a:lnTo>
                  <a:lnTo>
                    <a:pt x="684" y="815"/>
                  </a:lnTo>
                  <a:lnTo>
                    <a:pt x="681" y="787"/>
                  </a:lnTo>
                  <a:lnTo>
                    <a:pt x="674" y="762"/>
                  </a:lnTo>
                  <a:lnTo>
                    <a:pt x="662" y="740"/>
                  </a:lnTo>
                  <a:lnTo>
                    <a:pt x="647" y="722"/>
                  </a:lnTo>
                  <a:lnTo>
                    <a:pt x="628" y="705"/>
                  </a:lnTo>
                  <a:lnTo>
                    <a:pt x="606" y="691"/>
                  </a:lnTo>
                  <a:lnTo>
                    <a:pt x="580" y="677"/>
                  </a:lnTo>
                  <a:lnTo>
                    <a:pt x="552" y="667"/>
                  </a:lnTo>
                  <a:lnTo>
                    <a:pt x="523" y="656"/>
                  </a:lnTo>
                  <a:lnTo>
                    <a:pt x="491" y="647"/>
                  </a:lnTo>
                  <a:lnTo>
                    <a:pt x="458" y="639"/>
                  </a:lnTo>
                  <a:lnTo>
                    <a:pt x="424" y="630"/>
                  </a:lnTo>
                  <a:lnTo>
                    <a:pt x="389" y="622"/>
                  </a:lnTo>
                  <a:lnTo>
                    <a:pt x="352" y="613"/>
                  </a:lnTo>
                  <a:lnTo>
                    <a:pt x="317" y="605"/>
                  </a:lnTo>
                  <a:lnTo>
                    <a:pt x="283" y="595"/>
                  </a:lnTo>
                  <a:lnTo>
                    <a:pt x="248" y="585"/>
                  </a:lnTo>
                  <a:lnTo>
                    <a:pt x="215" y="572"/>
                  </a:lnTo>
                  <a:lnTo>
                    <a:pt x="183" y="558"/>
                  </a:lnTo>
                  <a:lnTo>
                    <a:pt x="153" y="542"/>
                  </a:lnTo>
                  <a:lnTo>
                    <a:pt x="125" y="524"/>
                  </a:lnTo>
                  <a:lnTo>
                    <a:pt x="99" y="504"/>
                  </a:lnTo>
                  <a:lnTo>
                    <a:pt x="78" y="480"/>
                  </a:lnTo>
                  <a:lnTo>
                    <a:pt x="58" y="453"/>
                  </a:lnTo>
                  <a:lnTo>
                    <a:pt x="42" y="423"/>
                  </a:lnTo>
                  <a:lnTo>
                    <a:pt x="31" y="389"/>
                  </a:lnTo>
                  <a:lnTo>
                    <a:pt x="24" y="350"/>
                  </a:lnTo>
                  <a:lnTo>
                    <a:pt x="22" y="308"/>
                  </a:lnTo>
                  <a:lnTo>
                    <a:pt x="24" y="267"/>
                  </a:lnTo>
                  <a:lnTo>
                    <a:pt x="31" y="228"/>
                  </a:lnTo>
                  <a:lnTo>
                    <a:pt x="44" y="193"/>
                  </a:lnTo>
                  <a:lnTo>
                    <a:pt x="61" y="161"/>
                  </a:lnTo>
                  <a:lnTo>
                    <a:pt x="80" y="132"/>
                  </a:lnTo>
                  <a:lnTo>
                    <a:pt x="104" y="107"/>
                  </a:lnTo>
                  <a:lnTo>
                    <a:pt x="130" y="84"/>
                  </a:lnTo>
                  <a:lnTo>
                    <a:pt x="159" y="63"/>
                  </a:lnTo>
                  <a:lnTo>
                    <a:pt x="191" y="46"/>
                  </a:lnTo>
                  <a:lnTo>
                    <a:pt x="223" y="32"/>
                  </a:lnTo>
                  <a:lnTo>
                    <a:pt x="257" y="21"/>
                  </a:lnTo>
                  <a:lnTo>
                    <a:pt x="293" y="12"/>
                  </a:lnTo>
                  <a:lnTo>
                    <a:pt x="328" y="6"/>
                  </a:lnTo>
                  <a:lnTo>
                    <a:pt x="364" y="2"/>
                  </a:lnTo>
                  <a:lnTo>
                    <a:pt x="39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sp>
          <p:nvSpPr>
            <p:cNvPr id="11" name="Freeform 9">
              <a:extLst>
                <a:ext uri="{FF2B5EF4-FFF2-40B4-BE49-F238E27FC236}">
                  <a16:creationId xmlns:a16="http://schemas.microsoft.com/office/drawing/2014/main" id="{EF41A0ED-5674-413E-AA09-9B23CE6F803F}"/>
                </a:ext>
              </a:extLst>
            </p:cNvPr>
            <p:cNvSpPr>
              <a:spLocks/>
            </p:cNvSpPr>
            <p:nvPr userDrawn="1"/>
          </p:nvSpPr>
          <p:spPr bwMode="auto">
            <a:xfrm>
              <a:off x="6146801" y="4554538"/>
              <a:ext cx="434975" cy="479425"/>
            </a:xfrm>
            <a:custGeom>
              <a:avLst/>
              <a:gdLst>
                <a:gd name="T0" fmla="*/ 621 w 1095"/>
                <a:gd name="T1" fmla="*/ 1 h 1208"/>
                <a:gd name="T2" fmla="*/ 664 w 1095"/>
                <a:gd name="T3" fmla="*/ 18 h 1208"/>
                <a:gd name="T4" fmla="*/ 709 w 1095"/>
                <a:gd name="T5" fmla="*/ 67 h 1208"/>
                <a:gd name="T6" fmla="*/ 947 w 1095"/>
                <a:gd name="T7" fmla="*/ 353 h 1208"/>
                <a:gd name="T8" fmla="*/ 1027 w 1095"/>
                <a:gd name="T9" fmla="*/ 469 h 1208"/>
                <a:gd name="T10" fmla="*/ 1076 w 1095"/>
                <a:gd name="T11" fmla="*/ 580 h 1208"/>
                <a:gd name="T12" fmla="*/ 1095 w 1095"/>
                <a:gd name="T13" fmla="*/ 687 h 1208"/>
                <a:gd name="T14" fmla="*/ 1090 w 1095"/>
                <a:gd name="T15" fmla="*/ 786 h 1208"/>
                <a:gd name="T16" fmla="*/ 1064 w 1095"/>
                <a:gd name="T17" fmla="*/ 877 h 1208"/>
                <a:gd name="T18" fmla="*/ 1020 w 1095"/>
                <a:gd name="T19" fmla="*/ 959 h 1208"/>
                <a:gd name="T20" fmla="*/ 962 w 1095"/>
                <a:gd name="T21" fmla="*/ 1032 h 1208"/>
                <a:gd name="T22" fmla="*/ 892 w 1095"/>
                <a:gd name="T23" fmla="*/ 1093 h 1208"/>
                <a:gd name="T24" fmla="*/ 817 w 1095"/>
                <a:gd name="T25" fmla="*/ 1142 h 1208"/>
                <a:gd name="T26" fmla="*/ 738 w 1095"/>
                <a:gd name="T27" fmla="*/ 1177 h 1208"/>
                <a:gd name="T28" fmla="*/ 630 w 1095"/>
                <a:gd name="T29" fmla="*/ 1202 h 1208"/>
                <a:gd name="T30" fmla="*/ 498 w 1095"/>
                <a:gd name="T31" fmla="*/ 1207 h 1208"/>
                <a:gd name="T32" fmla="*/ 374 w 1095"/>
                <a:gd name="T33" fmla="*/ 1187 h 1208"/>
                <a:gd name="T34" fmla="*/ 261 w 1095"/>
                <a:gd name="T35" fmla="*/ 1144 h 1208"/>
                <a:gd name="T36" fmla="*/ 162 w 1095"/>
                <a:gd name="T37" fmla="*/ 1080 h 1208"/>
                <a:gd name="T38" fmla="*/ 82 w 1095"/>
                <a:gd name="T39" fmla="*/ 998 h 1208"/>
                <a:gd name="T40" fmla="*/ 22 w 1095"/>
                <a:gd name="T41" fmla="*/ 901 h 1208"/>
                <a:gd name="T42" fmla="*/ 25 w 1095"/>
                <a:gd name="T43" fmla="*/ 883 h 1208"/>
                <a:gd name="T44" fmla="*/ 90 w 1095"/>
                <a:gd name="T45" fmla="*/ 940 h 1208"/>
                <a:gd name="T46" fmla="*/ 170 w 1095"/>
                <a:gd name="T47" fmla="*/ 982 h 1208"/>
                <a:gd name="T48" fmla="*/ 258 w 1095"/>
                <a:gd name="T49" fmla="*/ 1009 h 1208"/>
                <a:gd name="T50" fmla="*/ 353 w 1095"/>
                <a:gd name="T51" fmla="*/ 1020 h 1208"/>
                <a:gd name="T52" fmla="*/ 447 w 1095"/>
                <a:gd name="T53" fmla="*/ 1015 h 1208"/>
                <a:gd name="T54" fmla="*/ 534 w 1095"/>
                <a:gd name="T55" fmla="*/ 994 h 1208"/>
                <a:gd name="T56" fmla="*/ 612 w 1095"/>
                <a:gd name="T57" fmla="*/ 958 h 1208"/>
                <a:gd name="T58" fmla="*/ 694 w 1095"/>
                <a:gd name="T59" fmla="*/ 894 h 1208"/>
                <a:gd name="T60" fmla="*/ 756 w 1095"/>
                <a:gd name="T61" fmla="*/ 821 h 1208"/>
                <a:gd name="T62" fmla="*/ 796 w 1095"/>
                <a:gd name="T63" fmla="*/ 738 h 1208"/>
                <a:gd name="T64" fmla="*/ 811 w 1095"/>
                <a:gd name="T65" fmla="*/ 652 h 1208"/>
                <a:gd name="T66" fmla="*/ 800 w 1095"/>
                <a:gd name="T67" fmla="*/ 563 h 1208"/>
                <a:gd name="T68" fmla="*/ 761 w 1095"/>
                <a:gd name="T69" fmla="*/ 478 h 1208"/>
                <a:gd name="T70" fmla="*/ 728 w 1095"/>
                <a:gd name="T71" fmla="*/ 433 h 1208"/>
                <a:gd name="T72" fmla="*/ 714 w 1095"/>
                <a:gd name="T73" fmla="*/ 415 h 1208"/>
                <a:gd name="T74" fmla="*/ 687 w 1095"/>
                <a:gd name="T75" fmla="*/ 382 h 1208"/>
                <a:gd name="T76" fmla="*/ 651 w 1095"/>
                <a:gd name="T77" fmla="*/ 340 h 1208"/>
                <a:gd name="T78" fmla="*/ 609 w 1095"/>
                <a:gd name="T79" fmla="*/ 291 h 1208"/>
                <a:gd name="T80" fmla="*/ 567 w 1095"/>
                <a:gd name="T81" fmla="*/ 239 h 1208"/>
                <a:gd name="T82" fmla="*/ 524 w 1095"/>
                <a:gd name="T83" fmla="*/ 188 h 1208"/>
                <a:gd name="T84" fmla="*/ 521 w 1095"/>
                <a:gd name="T85" fmla="*/ 184 h 1208"/>
                <a:gd name="T86" fmla="*/ 515 w 1095"/>
                <a:gd name="T87" fmla="*/ 177 h 1208"/>
                <a:gd name="T88" fmla="*/ 512 w 1095"/>
                <a:gd name="T89" fmla="*/ 175 h 1208"/>
                <a:gd name="T90" fmla="*/ 492 w 1095"/>
                <a:gd name="T91" fmla="*/ 131 h 1208"/>
                <a:gd name="T92" fmla="*/ 494 w 1095"/>
                <a:gd name="T93" fmla="*/ 87 h 1208"/>
                <a:gd name="T94" fmla="*/ 517 w 1095"/>
                <a:gd name="T95" fmla="*/ 44 h 1208"/>
                <a:gd name="T96" fmla="*/ 555 w 1095"/>
                <a:gd name="T97" fmla="*/ 13 h 1208"/>
                <a:gd name="T98" fmla="*/ 600 w 1095"/>
                <a:gd name="T99" fmla="*/ 0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5" h="1208">
                  <a:moveTo>
                    <a:pt x="600" y="0"/>
                  </a:moveTo>
                  <a:lnTo>
                    <a:pt x="621" y="1"/>
                  </a:lnTo>
                  <a:lnTo>
                    <a:pt x="643" y="7"/>
                  </a:lnTo>
                  <a:lnTo>
                    <a:pt x="664" y="18"/>
                  </a:lnTo>
                  <a:lnTo>
                    <a:pt x="682" y="35"/>
                  </a:lnTo>
                  <a:lnTo>
                    <a:pt x="709" y="67"/>
                  </a:lnTo>
                  <a:lnTo>
                    <a:pt x="694" y="50"/>
                  </a:lnTo>
                  <a:lnTo>
                    <a:pt x="947" y="353"/>
                  </a:lnTo>
                  <a:lnTo>
                    <a:pt x="991" y="411"/>
                  </a:lnTo>
                  <a:lnTo>
                    <a:pt x="1027" y="469"/>
                  </a:lnTo>
                  <a:lnTo>
                    <a:pt x="1055" y="525"/>
                  </a:lnTo>
                  <a:lnTo>
                    <a:pt x="1076" y="580"/>
                  </a:lnTo>
                  <a:lnTo>
                    <a:pt x="1088" y="633"/>
                  </a:lnTo>
                  <a:lnTo>
                    <a:pt x="1095" y="687"/>
                  </a:lnTo>
                  <a:lnTo>
                    <a:pt x="1095" y="737"/>
                  </a:lnTo>
                  <a:lnTo>
                    <a:pt x="1090" y="786"/>
                  </a:lnTo>
                  <a:lnTo>
                    <a:pt x="1079" y="833"/>
                  </a:lnTo>
                  <a:lnTo>
                    <a:pt x="1064" y="877"/>
                  </a:lnTo>
                  <a:lnTo>
                    <a:pt x="1044" y="920"/>
                  </a:lnTo>
                  <a:lnTo>
                    <a:pt x="1020" y="959"/>
                  </a:lnTo>
                  <a:lnTo>
                    <a:pt x="992" y="998"/>
                  </a:lnTo>
                  <a:lnTo>
                    <a:pt x="962" y="1032"/>
                  </a:lnTo>
                  <a:lnTo>
                    <a:pt x="929" y="1064"/>
                  </a:lnTo>
                  <a:lnTo>
                    <a:pt x="892" y="1093"/>
                  </a:lnTo>
                  <a:lnTo>
                    <a:pt x="856" y="1119"/>
                  </a:lnTo>
                  <a:lnTo>
                    <a:pt x="817" y="1142"/>
                  </a:lnTo>
                  <a:lnTo>
                    <a:pt x="778" y="1161"/>
                  </a:lnTo>
                  <a:lnTo>
                    <a:pt x="738" y="1177"/>
                  </a:lnTo>
                  <a:lnTo>
                    <a:pt x="698" y="1189"/>
                  </a:lnTo>
                  <a:lnTo>
                    <a:pt x="630" y="1202"/>
                  </a:lnTo>
                  <a:lnTo>
                    <a:pt x="563" y="1208"/>
                  </a:lnTo>
                  <a:lnTo>
                    <a:pt x="498" y="1207"/>
                  </a:lnTo>
                  <a:lnTo>
                    <a:pt x="434" y="1201"/>
                  </a:lnTo>
                  <a:lnTo>
                    <a:pt x="374" y="1187"/>
                  </a:lnTo>
                  <a:lnTo>
                    <a:pt x="315" y="1168"/>
                  </a:lnTo>
                  <a:lnTo>
                    <a:pt x="261" y="1144"/>
                  </a:lnTo>
                  <a:lnTo>
                    <a:pt x="210" y="1114"/>
                  </a:lnTo>
                  <a:lnTo>
                    <a:pt x="162" y="1080"/>
                  </a:lnTo>
                  <a:lnTo>
                    <a:pt x="120" y="1040"/>
                  </a:lnTo>
                  <a:lnTo>
                    <a:pt x="82" y="998"/>
                  </a:lnTo>
                  <a:lnTo>
                    <a:pt x="49" y="951"/>
                  </a:lnTo>
                  <a:lnTo>
                    <a:pt x="22" y="901"/>
                  </a:lnTo>
                  <a:lnTo>
                    <a:pt x="0" y="848"/>
                  </a:lnTo>
                  <a:lnTo>
                    <a:pt x="25" y="883"/>
                  </a:lnTo>
                  <a:lnTo>
                    <a:pt x="56" y="913"/>
                  </a:lnTo>
                  <a:lnTo>
                    <a:pt x="90" y="940"/>
                  </a:lnTo>
                  <a:lnTo>
                    <a:pt x="128" y="963"/>
                  </a:lnTo>
                  <a:lnTo>
                    <a:pt x="170" y="982"/>
                  </a:lnTo>
                  <a:lnTo>
                    <a:pt x="213" y="997"/>
                  </a:lnTo>
                  <a:lnTo>
                    <a:pt x="258" y="1009"/>
                  </a:lnTo>
                  <a:lnTo>
                    <a:pt x="306" y="1016"/>
                  </a:lnTo>
                  <a:lnTo>
                    <a:pt x="353" y="1020"/>
                  </a:lnTo>
                  <a:lnTo>
                    <a:pt x="399" y="1019"/>
                  </a:lnTo>
                  <a:lnTo>
                    <a:pt x="447" y="1015"/>
                  </a:lnTo>
                  <a:lnTo>
                    <a:pt x="492" y="1006"/>
                  </a:lnTo>
                  <a:lnTo>
                    <a:pt x="534" y="994"/>
                  </a:lnTo>
                  <a:lnTo>
                    <a:pt x="575" y="979"/>
                  </a:lnTo>
                  <a:lnTo>
                    <a:pt x="612" y="958"/>
                  </a:lnTo>
                  <a:lnTo>
                    <a:pt x="655" y="928"/>
                  </a:lnTo>
                  <a:lnTo>
                    <a:pt x="694" y="894"/>
                  </a:lnTo>
                  <a:lnTo>
                    <a:pt x="728" y="858"/>
                  </a:lnTo>
                  <a:lnTo>
                    <a:pt x="756" y="821"/>
                  </a:lnTo>
                  <a:lnTo>
                    <a:pt x="779" y="780"/>
                  </a:lnTo>
                  <a:lnTo>
                    <a:pt x="796" y="738"/>
                  </a:lnTo>
                  <a:lnTo>
                    <a:pt x="806" y="695"/>
                  </a:lnTo>
                  <a:lnTo>
                    <a:pt x="811" y="652"/>
                  </a:lnTo>
                  <a:lnTo>
                    <a:pt x="809" y="608"/>
                  </a:lnTo>
                  <a:lnTo>
                    <a:pt x="800" y="563"/>
                  </a:lnTo>
                  <a:lnTo>
                    <a:pt x="784" y="520"/>
                  </a:lnTo>
                  <a:lnTo>
                    <a:pt x="761" y="478"/>
                  </a:lnTo>
                  <a:lnTo>
                    <a:pt x="731" y="436"/>
                  </a:lnTo>
                  <a:lnTo>
                    <a:pt x="728" y="433"/>
                  </a:lnTo>
                  <a:lnTo>
                    <a:pt x="724" y="426"/>
                  </a:lnTo>
                  <a:lnTo>
                    <a:pt x="714" y="415"/>
                  </a:lnTo>
                  <a:lnTo>
                    <a:pt x="702" y="401"/>
                  </a:lnTo>
                  <a:lnTo>
                    <a:pt x="687" y="382"/>
                  </a:lnTo>
                  <a:lnTo>
                    <a:pt x="670" y="363"/>
                  </a:lnTo>
                  <a:lnTo>
                    <a:pt x="651" y="340"/>
                  </a:lnTo>
                  <a:lnTo>
                    <a:pt x="631" y="316"/>
                  </a:lnTo>
                  <a:lnTo>
                    <a:pt x="609" y="291"/>
                  </a:lnTo>
                  <a:lnTo>
                    <a:pt x="589" y="265"/>
                  </a:lnTo>
                  <a:lnTo>
                    <a:pt x="567" y="239"/>
                  </a:lnTo>
                  <a:lnTo>
                    <a:pt x="545" y="213"/>
                  </a:lnTo>
                  <a:lnTo>
                    <a:pt x="524" y="188"/>
                  </a:lnTo>
                  <a:lnTo>
                    <a:pt x="526" y="189"/>
                  </a:lnTo>
                  <a:lnTo>
                    <a:pt x="521" y="184"/>
                  </a:lnTo>
                  <a:lnTo>
                    <a:pt x="517" y="180"/>
                  </a:lnTo>
                  <a:lnTo>
                    <a:pt x="515" y="177"/>
                  </a:lnTo>
                  <a:lnTo>
                    <a:pt x="513" y="175"/>
                  </a:lnTo>
                  <a:lnTo>
                    <a:pt x="512" y="175"/>
                  </a:lnTo>
                  <a:lnTo>
                    <a:pt x="499" y="154"/>
                  </a:lnTo>
                  <a:lnTo>
                    <a:pt x="492" y="131"/>
                  </a:lnTo>
                  <a:lnTo>
                    <a:pt x="490" y="110"/>
                  </a:lnTo>
                  <a:lnTo>
                    <a:pt x="494" y="87"/>
                  </a:lnTo>
                  <a:lnTo>
                    <a:pt x="502" y="65"/>
                  </a:lnTo>
                  <a:lnTo>
                    <a:pt x="517" y="44"/>
                  </a:lnTo>
                  <a:lnTo>
                    <a:pt x="534" y="28"/>
                  </a:lnTo>
                  <a:lnTo>
                    <a:pt x="555" y="13"/>
                  </a:lnTo>
                  <a:lnTo>
                    <a:pt x="577" y="5"/>
                  </a:lnTo>
                  <a:lnTo>
                    <a:pt x="6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sp>
          <p:nvSpPr>
            <p:cNvPr id="12" name="Freeform 10">
              <a:extLst>
                <a:ext uri="{FF2B5EF4-FFF2-40B4-BE49-F238E27FC236}">
                  <a16:creationId xmlns:a16="http://schemas.microsoft.com/office/drawing/2014/main" id="{8AA944FA-3F00-4BB4-9DE1-4C9F29167928}"/>
                </a:ext>
              </a:extLst>
            </p:cNvPr>
            <p:cNvSpPr>
              <a:spLocks/>
            </p:cNvSpPr>
            <p:nvPr userDrawn="1"/>
          </p:nvSpPr>
          <p:spPr bwMode="auto">
            <a:xfrm>
              <a:off x="6145213" y="4384676"/>
              <a:ext cx="434975" cy="476250"/>
            </a:xfrm>
            <a:custGeom>
              <a:avLst/>
              <a:gdLst>
                <a:gd name="T0" fmla="*/ 599 w 1096"/>
                <a:gd name="T1" fmla="*/ 0 h 1202"/>
                <a:gd name="T2" fmla="*/ 723 w 1096"/>
                <a:gd name="T3" fmla="*/ 21 h 1202"/>
                <a:gd name="T4" fmla="*/ 834 w 1096"/>
                <a:gd name="T5" fmla="*/ 64 h 1202"/>
                <a:gd name="T6" fmla="*/ 933 w 1096"/>
                <a:gd name="T7" fmla="*/ 128 h 1202"/>
                <a:gd name="T8" fmla="*/ 1014 w 1096"/>
                <a:gd name="T9" fmla="*/ 210 h 1202"/>
                <a:gd name="T10" fmla="*/ 1075 w 1096"/>
                <a:gd name="T11" fmla="*/ 307 h 1202"/>
                <a:gd name="T12" fmla="*/ 1071 w 1096"/>
                <a:gd name="T13" fmla="*/ 325 h 1202"/>
                <a:gd name="T14" fmla="*/ 1007 w 1096"/>
                <a:gd name="T15" fmla="*/ 268 h 1202"/>
                <a:gd name="T16" fmla="*/ 927 w 1096"/>
                <a:gd name="T17" fmla="*/ 226 h 1202"/>
                <a:gd name="T18" fmla="*/ 838 w 1096"/>
                <a:gd name="T19" fmla="*/ 199 h 1202"/>
                <a:gd name="T20" fmla="*/ 743 w 1096"/>
                <a:gd name="T21" fmla="*/ 188 h 1202"/>
                <a:gd name="T22" fmla="*/ 650 w 1096"/>
                <a:gd name="T23" fmla="*/ 193 h 1202"/>
                <a:gd name="T24" fmla="*/ 561 w 1096"/>
                <a:gd name="T25" fmla="*/ 214 h 1202"/>
                <a:gd name="T26" fmla="*/ 483 w 1096"/>
                <a:gd name="T27" fmla="*/ 249 h 1202"/>
                <a:gd name="T28" fmla="*/ 401 w 1096"/>
                <a:gd name="T29" fmla="*/ 313 h 1202"/>
                <a:gd name="T30" fmla="*/ 339 w 1096"/>
                <a:gd name="T31" fmla="*/ 388 h 1202"/>
                <a:gd name="T32" fmla="*/ 300 w 1096"/>
                <a:gd name="T33" fmla="*/ 470 h 1202"/>
                <a:gd name="T34" fmla="*/ 285 w 1096"/>
                <a:gd name="T35" fmla="*/ 555 h 1202"/>
                <a:gd name="T36" fmla="*/ 296 w 1096"/>
                <a:gd name="T37" fmla="*/ 643 h 1202"/>
                <a:gd name="T38" fmla="*/ 335 w 1096"/>
                <a:gd name="T39" fmla="*/ 730 h 1202"/>
                <a:gd name="T40" fmla="*/ 367 w 1096"/>
                <a:gd name="T41" fmla="*/ 775 h 1202"/>
                <a:gd name="T42" fmla="*/ 383 w 1096"/>
                <a:gd name="T43" fmla="*/ 793 h 1202"/>
                <a:gd name="T44" fmla="*/ 411 w 1096"/>
                <a:gd name="T45" fmla="*/ 827 h 1202"/>
                <a:gd name="T46" fmla="*/ 447 w 1096"/>
                <a:gd name="T47" fmla="*/ 870 h 1202"/>
                <a:gd name="T48" fmla="*/ 489 w 1096"/>
                <a:gd name="T49" fmla="*/ 921 h 1202"/>
                <a:gd name="T50" fmla="*/ 534 w 1096"/>
                <a:gd name="T51" fmla="*/ 974 h 1202"/>
                <a:gd name="T52" fmla="*/ 523 w 1096"/>
                <a:gd name="T53" fmla="*/ 962 h 1202"/>
                <a:gd name="T54" fmla="*/ 551 w 1096"/>
                <a:gd name="T55" fmla="*/ 996 h 1202"/>
                <a:gd name="T56" fmla="*/ 571 w 1096"/>
                <a:gd name="T57" fmla="*/ 1020 h 1202"/>
                <a:gd name="T58" fmla="*/ 578 w 1096"/>
                <a:gd name="T59" fmla="*/ 1028 h 1202"/>
                <a:gd name="T60" fmla="*/ 599 w 1096"/>
                <a:gd name="T61" fmla="*/ 1071 h 1202"/>
                <a:gd name="T62" fmla="*/ 596 w 1096"/>
                <a:gd name="T63" fmla="*/ 1115 h 1202"/>
                <a:gd name="T64" fmla="*/ 574 w 1096"/>
                <a:gd name="T65" fmla="*/ 1158 h 1202"/>
                <a:gd name="T66" fmla="*/ 536 w 1096"/>
                <a:gd name="T67" fmla="*/ 1189 h 1202"/>
                <a:gd name="T68" fmla="*/ 491 w 1096"/>
                <a:gd name="T69" fmla="*/ 1202 h 1202"/>
                <a:gd name="T70" fmla="*/ 447 w 1096"/>
                <a:gd name="T71" fmla="*/ 1196 h 1202"/>
                <a:gd name="T72" fmla="*/ 409 w 1096"/>
                <a:gd name="T73" fmla="*/ 1168 h 1202"/>
                <a:gd name="T74" fmla="*/ 390 w 1096"/>
                <a:gd name="T75" fmla="*/ 1143 h 1202"/>
                <a:gd name="T76" fmla="*/ 104 w 1096"/>
                <a:gd name="T77" fmla="*/ 796 h 1202"/>
                <a:gd name="T78" fmla="*/ 41 w 1096"/>
                <a:gd name="T79" fmla="*/ 682 h 1202"/>
                <a:gd name="T80" fmla="*/ 7 w 1096"/>
                <a:gd name="T81" fmla="*/ 573 h 1202"/>
                <a:gd name="T82" fmla="*/ 0 w 1096"/>
                <a:gd name="T83" fmla="*/ 471 h 1202"/>
                <a:gd name="T84" fmla="*/ 17 w 1096"/>
                <a:gd name="T85" fmla="*/ 375 h 1202"/>
                <a:gd name="T86" fmla="*/ 52 w 1096"/>
                <a:gd name="T87" fmla="*/ 287 h 1202"/>
                <a:gd name="T88" fmla="*/ 103 w 1096"/>
                <a:gd name="T89" fmla="*/ 210 h 1202"/>
                <a:gd name="T90" fmla="*/ 168 w 1096"/>
                <a:gd name="T91" fmla="*/ 144 h 1202"/>
                <a:gd name="T92" fmla="*/ 240 w 1096"/>
                <a:gd name="T93" fmla="*/ 88 h 1202"/>
                <a:gd name="T94" fmla="*/ 318 w 1096"/>
                <a:gd name="T95" fmla="*/ 47 h 1202"/>
                <a:gd name="T96" fmla="*/ 398 w 1096"/>
                <a:gd name="T97" fmla="*/ 19 h 1202"/>
                <a:gd name="T98" fmla="*/ 533 w 1096"/>
                <a:gd name="T99" fmla="*/ 0 h 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6" h="1202">
                  <a:moveTo>
                    <a:pt x="533" y="0"/>
                  </a:moveTo>
                  <a:lnTo>
                    <a:pt x="599" y="0"/>
                  </a:lnTo>
                  <a:lnTo>
                    <a:pt x="662" y="7"/>
                  </a:lnTo>
                  <a:lnTo>
                    <a:pt x="723" y="21"/>
                  </a:lnTo>
                  <a:lnTo>
                    <a:pt x="780" y="40"/>
                  </a:lnTo>
                  <a:lnTo>
                    <a:pt x="834" y="64"/>
                  </a:lnTo>
                  <a:lnTo>
                    <a:pt x="887" y="94"/>
                  </a:lnTo>
                  <a:lnTo>
                    <a:pt x="933" y="128"/>
                  </a:lnTo>
                  <a:lnTo>
                    <a:pt x="976" y="167"/>
                  </a:lnTo>
                  <a:lnTo>
                    <a:pt x="1014" y="210"/>
                  </a:lnTo>
                  <a:lnTo>
                    <a:pt x="1047" y="256"/>
                  </a:lnTo>
                  <a:lnTo>
                    <a:pt x="1075" y="307"/>
                  </a:lnTo>
                  <a:lnTo>
                    <a:pt x="1096" y="360"/>
                  </a:lnTo>
                  <a:lnTo>
                    <a:pt x="1071" y="325"/>
                  </a:lnTo>
                  <a:lnTo>
                    <a:pt x="1041" y="295"/>
                  </a:lnTo>
                  <a:lnTo>
                    <a:pt x="1007" y="268"/>
                  </a:lnTo>
                  <a:lnTo>
                    <a:pt x="968" y="245"/>
                  </a:lnTo>
                  <a:lnTo>
                    <a:pt x="927" y="226"/>
                  </a:lnTo>
                  <a:lnTo>
                    <a:pt x="883" y="210"/>
                  </a:lnTo>
                  <a:lnTo>
                    <a:pt x="838" y="199"/>
                  </a:lnTo>
                  <a:lnTo>
                    <a:pt x="791" y="192"/>
                  </a:lnTo>
                  <a:lnTo>
                    <a:pt x="743" y="188"/>
                  </a:lnTo>
                  <a:lnTo>
                    <a:pt x="696" y="188"/>
                  </a:lnTo>
                  <a:lnTo>
                    <a:pt x="650" y="193"/>
                  </a:lnTo>
                  <a:lnTo>
                    <a:pt x="605" y="202"/>
                  </a:lnTo>
                  <a:lnTo>
                    <a:pt x="561" y="214"/>
                  </a:lnTo>
                  <a:lnTo>
                    <a:pt x="521" y="229"/>
                  </a:lnTo>
                  <a:lnTo>
                    <a:pt x="483" y="249"/>
                  </a:lnTo>
                  <a:lnTo>
                    <a:pt x="440" y="280"/>
                  </a:lnTo>
                  <a:lnTo>
                    <a:pt x="401" y="313"/>
                  </a:lnTo>
                  <a:lnTo>
                    <a:pt x="368" y="349"/>
                  </a:lnTo>
                  <a:lnTo>
                    <a:pt x="339" y="388"/>
                  </a:lnTo>
                  <a:lnTo>
                    <a:pt x="317" y="427"/>
                  </a:lnTo>
                  <a:lnTo>
                    <a:pt x="300" y="470"/>
                  </a:lnTo>
                  <a:lnTo>
                    <a:pt x="289" y="512"/>
                  </a:lnTo>
                  <a:lnTo>
                    <a:pt x="285" y="555"/>
                  </a:lnTo>
                  <a:lnTo>
                    <a:pt x="287" y="600"/>
                  </a:lnTo>
                  <a:lnTo>
                    <a:pt x="296" y="643"/>
                  </a:lnTo>
                  <a:lnTo>
                    <a:pt x="312" y="687"/>
                  </a:lnTo>
                  <a:lnTo>
                    <a:pt x="335" y="730"/>
                  </a:lnTo>
                  <a:lnTo>
                    <a:pt x="366" y="773"/>
                  </a:lnTo>
                  <a:lnTo>
                    <a:pt x="367" y="775"/>
                  </a:lnTo>
                  <a:lnTo>
                    <a:pt x="373" y="782"/>
                  </a:lnTo>
                  <a:lnTo>
                    <a:pt x="383" y="793"/>
                  </a:lnTo>
                  <a:lnTo>
                    <a:pt x="396" y="809"/>
                  </a:lnTo>
                  <a:lnTo>
                    <a:pt x="411" y="827"/>
                  </a:lnTo>
                  <a:lnTo>
                    <a:pt x="429" y="847"/>
                  </a:lnTo>
                  <a:lnTo>
                    <a:pt x="447" y="870"/>
                  </a:lnTo>
                  <a:lnTo>
                    <a:pt x="468" y="896"/>
                  </a:lnTo>
                  <a:lnTo>
                    <a:pt x="489" y="921"/>
                  </a:lnTo>
                  <a:lnTo>
                    <a:pt x="511" y="948"/>
                  </a:lnTo>
                  <a:lnTo>
                    <a:pt x="534" y="974"/>
                  </a:lnTo>
                  <a:lnTo>
                    <a:pt x="556" y="999"/>
                  </a:lnTo>
                  <a:lnTo>
                    <a:pt x="523" y="962"/>
                  </a:lnTo>
                  <a:lnTo>
                    <a:pt x="538" y="980"/>
                  </a:lnTo>
                  <a:lnTo>
                    <a:pt x="551" y="996"/>
                  </a:lnTo>
                  <a:lnTo>
                    <a:pt x="562" y="1009"/>
                  </a:lnTo>
                  <a:lnTo>
                    <a:pt x="571" y="1020"/>
                  </a:lnTo>
                  <a:lnTo>
                    <a:pt x="577" y="1026"/>
                  </a:lnTo>
                  <a:lnTo>
                    <a:pt x="578" y="1028"/>
                  </a:lnTo>
                  <a:lnTo>
                    <a:pt x="591" y="1049"/>
                  </a:lnTo>
                  <a:lnTo>
                    <a:pt x="599" y="1071"/>
                  </a:lnTo>
                  <a:lnTo>
                    <a:pt x="600" y="1094"/>
                  </a:lnTo>
                  <a:lnTo>
                    <a:pt x="596" y="1115"/>
                  </a:lnTo>
                  <a:lnTo>
                    <a:pt x="588" y="1137"/>
                  </a:lnTo>
                  <a:lnTo>
                    <a:pt x="574" y="1158"/>
                  </a:lnTo>
                  <a:lnTo>
                    <a:pt x="556" y="1176"/>
                  </a:lnTo>
                  <a:lnTo>
                    <a:pt x="536" y="1189"/>
                  </a:lnTo>
                  <a:lnTo>
                    <a:pt x="514" y="1199"/>
                  </a:lnTo>
                  <a:lnTo>
                    <a:pt x="491" y="1202"/>
                  </a:lnTo>
                  <a:lnTo>
                    <a:pt x="469" y="1202"/>
                  </a:lnTo>
                  <a:lnTo>
                    <a:pt x="447" y="1196"/>
                  </a:lnTo>
                  <a:lnTo>
                    <a:pt x="428" y="1184"/>
                  </a:lnTo>
                  <a:lnTo>
                    <a:pt x="409" y="1168"/>
                  </a:lnTo>
                  <a:lnTo>
                    <a:pt x="352" y="1098"/>
                  </a:lnTo>
                  <a:lnTo>
                    <a:pt x="390" y="1143"/>
                  </a:lnTo>
                  <a:lnTo>
                    <a:pt x="149" y="855"/>
                  </a:lnTo>
                  <a:lnTo>
                    <a:pt x="104" y="796"/>
                  </a:lnTo>
                  <a:lnTo>
                    <a:pt x="69" y="739"/>
                  </a:lnTo>
                  <a:lnTo>
                    <a:pt x="41" y="682"/>
                  </a:lnTo>
                  <a:lnTo>
                    <a:pt x="21" y="628"/>
                  </a:lnTo>
                  <a:lnTo>
                    <a:pt x="7" y="573"/>
                  </a:lnTo>
                  <a:lnTo>
                    <a:pt x="1" y="522"/>
                  </a:lnTo>
                  <a:lnTo>
                    <a:pt x="0" y="471"/>
                  </a:lnTo>
                  <a:lnTo>
                    <a:pt x="6" y="421"/>
                  </a:lnTo>
                  <a:lnTo>
                    <a:pt x="17" y="375"/>
                  </a:lnTo>
                  <a:lnTo>
                    <a:pt x="33" y="331"/>
                  </a:lnTo>
                  <a:lnTo>
                    <a:pt x="52" y="287"/>
                  </a:lnTo>
                  <a:lnTo>
                    <a:pt x="77" y="248"/>
                  </a:lnTo>
                  <a:lnTo>
                    <a:pt x="103" y="210"/>
                  </a:lnTo>
                  <a:lnTo>
                    <a:pt x="135" y="175"/>
                  </a:lnTo>
                  <a:lnTo>
                    <a:pt x="168" y="144"/>
                  </a:lnTo>
                  <a:lnTo>
                    <a:pt x="203" y="115"/>
                  </a:lnTo>
                  <a:lnTo>
                    <a:pt x="240" y="88"/>
                  </a:lnTo>
                  <a:lnTo>
                    <a:pt x="279" y="65"/>
                  </a:lnTo>
                  <a:lnTo>
                    <a:pt x="318" y="47"/>
                  </a:lnTo>
                  <a:lnTo>
                    <a:pt x="358" y="31"/>
                  </a:lnTo>
                  <a:lnTo>
                    <a:pt x="398" y="19"/>
                  </a:lnTo>
                  <a:lnTo>
                    <a:pt x="466" y="6"/>
                  </a:lnTo>
                  <a:lnTo>
                    <a:pt x="53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sp>
          <p:nvSpPr>
            <p:cNvPr id="13" name="Freeform 11">
              <a:extLst>
                <a:ext uri="{FF2B5EF4-FFF2-40B4-BE49-F238E27FC236}">
                  <a16:creationId xmlns:a16="http://schemas.microsoft.com/office/drawing/2014/main" id="{F1D47B0E-0F42-4700-862F-0A195151DE4F}"/>
                </a:ext>
              </a:extLst>
            </p:cNvPr>
            <p:cNvSpPr>
              <a:spLocks noEditPoints="1"/>
            </p:cNvSpPr>
            <p:nvPr userDrawn="1"/>
          </p:nvSpPr>
          <p:spPr bwMode="auto">
            <a:xfrm>
              <a:off x="7675563" y="4867276"/>
              <a:ext cx="52388" cy="50800"/>
            </a:xfrm>
            <a:custGeom>
              <a:avLst/>
              <a:gdLst>
                <a:gd name="T0" fmla="*/ 51 w 130"/>
                <a:gd name="T1" fmla="*/ 60 h 128"/>
                <a:gd name="T2" fmla="*/ 70 w 130"/>
                <a:gd name="T3" fmla="*/ 60 h 128"/>
                <a:gd name="T4" fmla="*/ 77 w 130"/>
                <a:gd name="T5" fmla="*/ 59 h 128"/>
                <a:gd name="T6" fmla="*/ 82 w 130"/>
                <a:gd name="T7" fmla="*/ 55 h 128"/>
                <a:gd name="T8" fmla="*/ 83 w 130"/>
                <a:gd name="T9" fmla="*/ 48 h 128"/>
                <a:gd name="T10" fmla="*/ 82 w 130"/>
                <a:gd name="T11" fmla="*/ 42 h 128"/>
                <a:gd name="T12" fmla="*/ 77 w 130"/>
                <a:gd name="T13" fmla="*/ 38 h 128"/>
                <a:gd name="T14" fmla="*/ 71 w 130"/>
                <a:gd name="T15" fmla="*/ 37 h 128"/>
                <a:gd name="T16" fmla="*/ 51 w 130"/>
                <a:gd name="T17" fmla="*/ 37 h 128"/>
                <a:gd name="T18" fmla="*/ 68 w 130"/>
                <a:gd name="T19" fmla="*/ 28 h 128"/>
                <a:gd name="T20" fmla="*/ 89 w 130"/>
                <a:gd name="T21" fmla="*/ 32 h 128"/>
                <a:gd name="T22" fmla="*/ 95 w 130"/>
                <a:gd name="T23" fmla="*/ 48 h 128"/>
                <a:gd name="T24" fmla="*/ 90 w 130"/>
                <a:gd name="T25" fmla="*/ 63 h 128"/>
                <a:gd name="T26" fmla="*/ 76 w 130"/>
                <a:gd name="T27" fmla="*/ 69 h 128"/>
                <a:gd name="T28" fmla="*/ 84 w 130"/>
                <a:gd name="T29" fmla="*/ 101 h 128"/>
                <a:gd name="T30" fmla="*/ 51 w 130"/>
                <a:gd name="T31" fmla="*/ 69 h 128"/>
                <a:gd name="T32" fmla="*/ 40 w 130"/>
                <a:gd name="T33" fmla="*/ 101 h 128"/>
                <a:gd name="T34" fmla="*/ 66 w 130"/>
                <a:gd name="T35" fmla="*/ 11 h 128"/>
                <a:gd name="T36" fmla="*/ 34 w 130"/>
                <a:gd name="T37" fmla="*/ 20 h 128"/>
                <a:gd name="T38" fmla="*/ 16 w 130"/>
                <a:gd name="T39" fmla="*/ 47 h 128"/>
                <a:gd name="T40" fmla="*/ 16 w 130"/>
                <a:gd name="T41" fmla="*/ 82 h 128"/>
                <a:gd name="T42" fmla="*/ 34 w 130"/>
                <a:gd name="T43" fmla="*/ 107 h 128"/>
                <a:gd name="T44" fmla="*/ 66 w 130"/>
                <a:gd name="T45" fmla="*/ 117 h 128"/>
                <a:gd name="T46" fmla="*/ 96 w 130"/>
                <a:gd name="T47" fmla="*/ 107 h 128"/>
                <a:gd name="T48" fmla="*/ 115 w 130"/>
                <a:gd name="T49" fmla="*/ 82 h 128"/>
                <a:gd name="T50" fmla="*/ 115 w 130"/>
                <a:gd name="T51" fmla="*/ 47 h 128"/>
                <a:gd name="T52" fmla="*/ 96 w 130"/>
                <a:gd name="T53" fmla="*/ 20 h 128"/>
                <a:gd name="T54" fmla="*/ 66 w 130"/>
                <a:gd name="T55" fmla="*/ 11 h 128"/>
                <a:gd name="T56" fmla="*/ 85 w 130"/>
                <a:gd name="T57" fmla="*/ 3 h 128"/>
                <a:gd name="T58" fmla="*/ 118 w 130"/>
                <a:gd name="T59" fmla="*/ 25 h 128"/>
                <a:gd name="T60" fmla="*/ 130 w 130"/>
                <a:gd name="T61" fmla="*/ 64 h 128"/>
                <a:gd name="T62" fmla="*/ 118 w 130"/>
                <a:gd name="T63" fmla="*/ 102 h 128"/>
                <a:gd name="T64" fmla="*/ 85 w 130"/>
                <a:gd name="T65" fmla="*/ 125 h 128"/>
                <a:gd name="T66" fmla="*/ 45 w 130"/>
                <a:gd name="T67" fmla="*/ 125 h 128"/>
                <a:gd name="T68" fmla="*/ 13 w 130"/>
                <a:gd name="T69" fmla="*/ 102 h 128"/>
                <a:gd name="T70" fmla="*/ 0 w 130"/>
                <a:gd name="T71" fmla="*/ 64 h 128"/>
                <a:gd name="T72" fmla="*/ 13 w 130"/>
                <a:gd name="T73" fmla="*/ 25 h 128"/>
                <a:gd name="T74" fmla="*/ 45 w 130"/>
                <a:gd name="T75" fmla="*/ 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0" h="128">
                  <a:moveTo>
                    <a:pt x="51" y="37"/>
                  </a:moveTo>
                  <a:lnTo>
                    <a:pt x="51" y="60"/>
                  </a:lnTo>
                  <a:lnTo>
                    <a:pt x="66" y="60"/>
                  </a:lnTo>
                  <a:lnTo>
                    <a:pt x="70" y="60"/>
                  </a:lnTo>
                  <a:lnTo>
                    <a:pt x="73" y="59"/>
                  </a:lnTo>
                  <a:lnTo>
                    <a:pt x="77" y="59"/>
                  </a:lnTo>
                  <a:lnTo>
                    <a:pt x="79" y="56"/>
                  </a:lnTo>
                  <a:lnTo>
                    <a:pt x="82" y="55"/>
                  </a:lnTo>
                  <a:lnTo>
                    <a:pt x="83" y="52"/>
                  </a:lnTo>
                  <a:lnTo>
                    <a:pt x="83" y="48"/>
                  </a:lnTo>
                  <a:lnTo>
                    <a:pt x="83" y="44"/>
                  </a:lnTo>
                  <a:lnTo>
                    <a:pt x="82" y="42"/>
                  </a:lnTo>
                  <a:lnTo>
                    <a:pt x="79" y="40"/>
                  </a:lnTo>
                  <a:lnTo>
                    <a:pt x="77" y="38"/>
                  </a:lnTo>
                  <a:lnTo>
                    <a:pt x="73" y="37"/>
                  </a:lnTo>
                  <a:lnTo>
                    <a:pt x="71" y="37"/>
                  </a:lnTo>
                  <a:lnTo>
                    <a:pt x="67" y="37"/>
                  </a:lnTo>
                  <a:lnTo>
                    <a:pt x="51" y="37"/>
                  </a:lnTo>
                  <a:close/>
                  <a:moveTo>
                    <a:pt x="40" y="28"/>
                  </a:moveTo>
                  <a:lnTo>
                    <a:pt x="68" y="28"/>
                  </a:lnTo>
                  <a:lnTo>
                    <a:pt x="81" y="29"/>
                  </a:lnTo>
                  <a:lnTo>
                    <a:pt x="89" y="32"/>
                  </a:lnTo>
                  <a:lnTo>
                    <a:pt x="94" y="38"/>
                  </a:lnTo>
                  <a:lnTo>
                    <a:pt x="95" y="48"/>
                  </a:lnTo>
                  <a:lnTo>
                    <a:pt x="94" y="56"/>
                  </a:lnTo>
                  <a:lnTo>
                    <a:pt x="90" y="63"/>
                  </a:lnTo>
                  <a:lnTo>
                    <a:pt x="83" y="66"/>
                  </a:lnTo>
                  <a:lnTo>
                    <a:pt x="76" y="69"/>
                  </a:lnTo>
                  <a:lnTo>
                    <a:pt x="98" y="101"/>
                  </a:lnTo>
                  <a:lnTo>
                    <a:pt x="84" y="101"/>
                  </a:lnTo>
                  <a:lnTo>
                    <a:pt x="65" y="69"/>
                  </a:lnTo>
                  <a:lnTo>
                    <a:pt x="51" y="69"/>
                  </a:lnTo>
                  <a:lnTo>
                    <a:pt x="51" y="101"/>
                  </a:lnTo>
                  <a:lnTo>
                    <a:pt x="40" y="101"/>
                  </a:lnTo>
                  <a:lnTo>
                    <a:pt x="40" y="28"/>
                  </a:lnTo>
                  <a:close/>
                  <a:moveTo>
                    <a:pt x="66" y="11"/>
                  </a:moveTo>
                  <a:lnTo>
                    <a:pt x="49" y="13"/>
                  </a:lnTo>
                  <a:lnTo>
                    <a:pt x="34" y="20"/>
                  </a:lnTo>
                  <a:lnTo>
                    <a:pt x="23" y="32"/>
                  </a:lnTo>
                  <a:lnTo>
                    <a:pt x="16" y="47"/>
                  </a:lnTo>
                  <a:lnTo>
                    <a:pt x="14" y="64"/>
                  </a:lnTo>
                  <a:lnTo>
                    <a:pt x="16" y="82"/>
                  </a:lnTo>
                  <a:lnTo>
                    <a:pt x="23" y="96"/>
                  </a:lnTo>
                  <a:lnTo>
                    <a:pt x="34" y="107"/>
                  </a:lnTo>
                  <a:lnTo>
                    <a:pt x="49" y="114"/>
                  </a:lnTo>
                  <a:lnTo>
                    <a:pt x="66" y="117"/>
                  </a:lnTo>
                  <a:lnTo>
                    <a:pt x="82" y="114"/>
                  </a:lnTo>
                  <a:lnTo>
                    <a:pt x="96" y="107"/>
                  </a:lnTo>
                  <a:lnTo>
                    <a:pt x="107" y="96"/>
                  </a:lnTo>
                  <a:lnTo>
                    <a:pt x="115" y="82"/>
                  </a:lnTo>
                  <a:lnTo>
                    <a:pt x="118" y="64"/>
                  </a:lnTo>
                  <a:lnTo>
                    <a:pt x="115" y="47"/>
                  </a:lnTo>
                  <a:lnTo>
                    <a:pt x="107" y="32"/>
                  </a:lnTo>
                  <a:lnTo>
                    <a:pt x="96" y="20"/>
                  </a:lnTo>
                  <a:lnTo>
                    <a:pt x="82" y="13"/>
                  </a:lnTo>
                  <a:lnTo>
                    <a:pt x="66" y="11"/>
                  </a:lnTo>
                  <a:close/>
                  <a:moveTo>
                    <a:pt x="66" y="0"/>
                  </a:moveTo>
                  <a:lnTo>
                    <a:pt x="85" y="3"/>
                  </a:lnTo>
                  <a:lnTo>
                    <a:pt x="104" y="12"/>
                  </a:lnTo>
                  <a:lnTo>
                    <a:pt x="118" y="25"/>
                  </a:lnTo>
                  <a:lnTo>
                    <a:pt x="127" y="43"/>
                  </a:lnTo>
                  <a:lnTo>
                    <a:pt x="130" y="64"/>
                  </a:lnTo>
                  <a:lnTo>
                    <a:pt x="127" y="84"/>
                  </a:lnTo>
                  <a:lnTo>
                    <a:pt x="118" y="102"/>
                  </a:lnTo>
                  <a:lnTo>
                    <a:pt x="104" y="116"/>
                  </a:lnTo>
                  <a:lnTo>
                    <a:pt x="85" y="125"/>
                  </a:lnTo>
                  <a:lnTo>
                    <a:pt x="66" y="128"/>
                  </a:lnTo>
                  <a:lnTo>
                    <a:pt x="45" y="125"/>
                  </a:lnTo>
                  <a:lnTo>
                    <a:pt x="27" y="116"/>
                  </a:lnTo>
                  <a:lnTo>
                    <a:pt x="13" y="102"/>
                  </a:lnTo>
                  <a:lnTo>
                    <a:pt x="4" y="84"/>
                  </a:lnTo>
                  <a:lnTo>
                    <a:pt x="0" y="64"/>
                  </a:lnTo>
                  <a:lnTo>
                    <a:pt x="4" y="43"/>
                  </a:lnTo>
                  <a:lnTo>
                    <a:pt x="13" y="25"/>
                  </a:lnTo>
                  <a:lnTo>
                    <a:pt x="27" y="12"/>
                  </a:lnTo>
                  <a:lnTo>
                    <a:pt x="45" y="3"/>
                  </a:lnTo>
                  <a:lnTo>
                    <a:pt x="6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sp>
          <p:nvSpPr>
            <p:cNvPr id="14" name="Freeform 12">
              <a:extLst>
                <a:ext uri="{FF2B5EF4-FFF2-40B4-BE49-F238E27FC236}">
                  <a16:creationId xmlns:a16="http://schemas.microsoft.com/office/drawing/2014/main" id="{84CCF9EB-DB3E-4E19-A7CB-83FDDEB35960}"/>
                </a:ext>
              </a:extLst>
            </p:cNvPr>
            <p:cNvSpPr>
              <a:spLocks noEditPoints="1"/>
            </p:cNvSpPr>
            <p:nvPr userDrawn="1"/>
          </p:nvSpPr>
          <p:spPr bwMode="auto">
            <a:xfrm>
              <a:off x="6591301" y="4867276"/>
              <a:ext cx="52388" cy="50800"/>
            </a:xfrm>
            <a:custGeom>
              <a:avLst/>
              <a:gdLst>
                <a:gd name="T0" fmla="*/ 51 w 130"/>
                <a:gd name="T1" fmla="*/ 60 h 128"/>
                <a:gd name="T2" fmla="*/ 69 w 130"/>
                <a:gd name="T3" fmla="*/ 60 h 128"/>
                <a:gd name="T4" fmla="*/ 75 w 130"/>
                <a:gd name="T5" fmla="*/ 59 h 128"/>
                <a:gd name="T6" fmla="*/ 81 w 130"/>
                <a:gd name="T7" fmla="*/ 55 h 128"/>
                <a:gd name="T8" fmla="*/ 82 w 130"/>
                <a:gd name="T9" fmla="*/ 48 h 128"/>
                <a:gd name="T10" fmla="*/ 81 w 130"/>
                <a:gd name="T11" fmla="*/ 42 h 128"/>
                <a:gd name="T12" fmla="*/ 76 w 130"/>
                <a:gd name="T13" fmla="*/ 38 h 128"/>
                <a:gd name="T14" fmla="*/ 70 w 130"/>
                <a:gd name="T15" fmla="*/ 37 h 128"/>
                <a:gd name="T16" fmla="*/ 51 w 130"/>
                <a:gd name="T17" fmla="*/ 37 h 128"/>
                <a:gd name="T18" fmla="*/ 68 w 130"/>
                <a:gd name="T19" fmla="*/ 28 h 128"/>
                <a:gd name="T20" fmla="*/ 88 w 130"/>
                <a:gd name="T21" fmla="*/ 32 h 128"/>
                <a:gd name="T22" fmla="*/ 94 w 130"/>
                <a:gd name="T23" fmla="*/ 48 h 128"/>
                <a:gd name="T24" fmla="*/ 88 w 130"/>
                <a:gd name="T25" fmla="*/ 63 h 128"/>
                <a:gd name="T26" fmla="*/ 75 w 130"/>
                <a:gd name="T27" fmla="*/ 69 h 128"/>
                <a:gd name="T28" fmla="*/ 83 w 130"/>
                <a:gd name="T29" fmla="*/ 101 h 128"/>
                <a:gd name="T30" fmla="*/ 51 w 130"/>
                <a:gd name="T31" fmla="*/ 69 h 128"/>
                <a:gd name="T32" fmla="*/ 40 w 130"/>
                <a:gd name="T33" fmla="*/ 101 h 128"/>
                <a:gd name="T34" fmla="*/ 64 w 130"/>
                <a:gd name="T35" fmla="*/ 11 h 128"/>
                <a:gd name="T36" fmla="*/ 34 w 130"/>
                <a:gd name="T37" fmla="*/ 20 h 128"/>
                <a:gd name="T38" fmla="*/ 14 w 130"/>
                <a:gd name="T39" fmla="*/ 47 h 128"/>
                <a:gd name="T40" fmla="*/ 14 w 130"/>
                <a:gd name="T41" fmla="*/ 82 h 128"/>
                <a:gd name="T42" fmla="*/ 34 w 130"/>
                <a:gd name="T43" fmla="*/ 107 h 128"/>
                <a:gd name="T44" fmla="*/ 64 w 130"/>
                <a:gd name="T45" fmla="*/ 117 h 128"/>
                <a:gd name="T46" fmla="*/ 96 w 130"/>
                <a:gd name="T47" fmla="*/ 107 h 128"/>
                <a:gd name="T48" fmla="*/ 114 w 130"/>
                <a:gd name="T49" fmla="*/ 82 h 128"/>
                <a:gd name="T50" fmla="*/ 114 w 130"/>
                <a:gd name="T51" fmla="*/ 47 h 128"/>
                <a:gd name="T52" fmla="*/ 96 w 130"/>
                <a:gd name="T53" fmla="*/ 20 h 128"/>
                <a:gd name="T54" fmla="*/ 64 w 130"/>
                <a:gd name="T55" fmla="*/ 11 h 128"/>
                <a:gd name="T56" fmla="*/ 85 w 130"/>
                <a:gd name="T57" fmla="*/ 3 h 128"/>
                <a:gd name="T58" fmla="*/ 117 w 130"/>
                <a:gd name="T59" fmla="*/ 25 h 128"/>
                <a:gd name="T60" fmla="*/ 130 w 130"/>
                <a:gd name="T61" fmla="*/ 64 h 128"/>
                <a:gd name="T62" fmla="*/ 117 w 130"/>
                <a:gd name="T63" fmla="*/ 102 h 128"/>
                <a:gd name="T64" fmla="*/ 85 w 130"/>
                <a:gd name="T65" fmla="*/ 125 h 128"/>
                <a:gd name="T66" fmla="*/ 45 w 130"/>
                <a:gd name="T67" fmla="*/ 125 h 128"/>
                <a:gd name="T68" fmla="*/ 12 w 130"/>
                <a:gd name="T69" fmla="*/ 102 h 128"/>
                <a:gd name="T70" fmla="*/ 0 w 130"/>
                <a:gd name="T71" fmla="*/ 64 h 128"/>
                <a:gd name="T72" fmla="*/ 12 w 130"/>
                <a:gd name="T73" fmla="*/ 25 h 128"/>
                <a:gd name="T74" fmla="*/ 45 w 130"/>
                <a:gd name="T75" fmla="*/ 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0" h="128">
                  <a:moveTo>
                    <a:pt x="51" y="37"/>
                  </a:moveTo>
                  <a:lnTo>
                    <a:pt x="51" y="60"/>
                  </a:lnTo>
                  <a:lnTo>
                    <a:pt x="64" y="60"/>
                  </a:lnTo>
                  <a:lnTo>
                    <a:pt x="69" y="60"/>
                  </a:lnTo>
                  <a:lnTo>
                    <a:pt x="73" y="59"/>
                  </a:lnTo>
                  <a:lnTo>
                    <a:pt x="75" y="59"/>
                  </a:lnTo>
                  <a:lnTo>
                    <a:pt x="79" y="56"/>
                  </a:lnTo>
                  <a:lnTo>
                    <a:pt x="81" y="55"/>
                  </a:lnTo>
                  <a:lnTo>
                    <a:pt x="82" y="52"/>
                  </a:lnTo>
                  <a:lnTo>
                    <a:pt x="82" y="48"/>
                  </a:lnTo>
                  <a:lnTo>
                    <a:pt x="82" y="44"/>
                  </a:lnTo>
                  <a:lnTo>
                    <a:pt x="81" y="42"/>
                  </a:lnTo>
                  <a:lnTo>
                    <a:pt x="79" y="40"/>
                  </a:lnTo>
                  <a:lnTo>
                    <a:pt x="76" y="38"/>
                  </a:lnTo>
                  <a:lnTo>
                    <a:pt x="73" y="37"/>
                  </a:lnTo>
                  <a:lnTo>
                    <a:pt x="70" y="37"/>
                  </a:lnTo>
                  <a:lnTo>
                    <a:pt x="66" y="37"/>
                  </a:lnTo>
                  <a:lnTo>
                    <a:pt x="51" y="37"/>
                  </a:lnTo>
                  <a:close/>
                  <a:moveTo>
                    <a:pt x="40" y="28"/>
                  </a:moveTo>
                  <a:lnTo>
                    <a:pt x="68" y="28"/>
                  </a:lnTo>
                  <a:lnTo>
                    <a:pt x="80" y="29"/>
                  </a:lnTo>
                  <a:lnTo>
                    <a:pt x="88" y="32"/>
                  </a:lnTo>
                  <a:lnTo>
                    <a:pt x="93" y="38"/>
                  </a:lnTo>
                  <a:lnTo>
                    <a:pt x="94" y="48"/>
                  </a:lnTo>
                  <a:lnTo>
                    <a:pt x="93" y="56"/>
                  </a:lnTo>
                  <a:lnTo>
                    <a:pt x="88" y="63"/>
                  </a:lnTo>
                  <a:lnTo>
                    <a:pt x="82" y="66"/>
                  </a:lnTo>
                  <a:lnTo>
                    <a:pt x="75" y="69"/>
                  </a:lnTo>
                  <a:lnTo>
                    <a:pt x="96" y="101"/>
                  </a:lnTo>
                  <a:lnTo>
                    <a:pt x="83" y="101"/>
                  </a:lnTo>
                  <a:lnTo>
                    <a:pt x="64" y="69"/>
                  </a:lnTo>
                  <a:lnTo>
                    <a:pt x="51" y="69"/>
                  </a:lnTo>
                  <a:lnTo>
                    <a:pt x="51" y="101"/>
                  </a:lnTo>
                  <a:lnTo>
                    <a:pt x="40" y="101"/>
                  </a:lnTo>
                  <a:lnTo>
                    <a:pt x="40" y="28"/>
                  </a:lnTo>
                  <a:close/>
                  <a:moveTo>
                    <a:pt x="64" y="11"/>
                  </a:moveTo>
                  <a:lnTo>
                    <a:pt x="48" y="13"/>
                  </a:lnTo>
                  <a:lnTo>
                    <a:pt x="34" y="20"/>
                  </a:lnTo>
                  <a:lnTo>
                    <a:pt x="22" y="32"/>
                  </a:lnTo>
                  <a:lnTo>
                    <a:pt x="14" y="47"/>
                  </a:lnTo>
                  <a:lnTo>
                    <a:pt x="12" y="64"/>
                  </a:lnTo>
                  <a:lnTo>
                    <a:pt x="14" y="82"/>
                  </a:lnTo>
                  <a:lnTo>
                    <a:pt x="22" y="96"/>
                  </a:lnTo>
                  <a:lnTo>
                    <a:pt x="34" y="107"/>
                  </a:lnTo>
                  <a:lnTo>
                    <a:pt x="48" y="114"/>
                  </a:lnTo>
                  <a:lnTo>
                    <a:pt x="64" y="117"/>
                  </a:lnTo>
                  <a:lnTo>
                    <a:pt x="81" y="114"/>
                  </a:lnTo>
                  <a:lnTo>
                    <a:pt x="96" y="107"/>
                  </a:lnTo>
                  <a:lnTo>
                    <a:pt x="107" y="96"/>
                  </a:lnTo>
                  <a:lnTo>
                    <a:pt x="114" y="82"/>
                  </a:lnTo>
                  <a:lnTo>
                    <a:pt x="116" y="64"/>
                  </a:lnTo>
                  <a:lnTo>
                    <a:pt x="114" y="47"/>
                  </a:lnTo>
                  <a:lnTo>
                    <a:pt x="107" y="32"/>
                  </a:lnTo>
                  <a:lnTo>
                    <a:pt x="96" y="20"/>
                  </a:lnTo>
                  <a:lnTo>
                    <a:pt x="81" y="13"/>
                  </a:lnTo>
                  <a:lnTo>
                    <a:pt x="64" y="11"/>
                  </a:lnTo>
                  <a:close/>
                  <a:moveTo>
                    <a:pt x="64" y="0"/>
                  </a:moveTo>
                  <a:lnTo>
                    <a:pt x="85" y="3"/>
                  </a:lnTo>
                  <a:lnTo>
                    <a:pt x="103" y="12"/>
                  </a:lnTo>
                  <a:lnTo>
                    <a:pt x="117" y="25"/>
                  </a:lnTo>
                  <a:lnTo>
                    <a:pt x="126" y="43"/>
                  </a:lnTo>
                  <a:lnTo>
                    <a:pt x="130" y="64"/>
                  </a:lnTo>
                  <a:lnTo>
                    <a:pt x="126" y="84"/>
                  </a:lnTo>
                  <a:lnTo>
                    <a:pt x="117" y="102"/>
                  </a:lnTo>
                  <a:lnTo>
                    <a:pt x="103" y="116"/>
                  </a:lnTo>
                  <a:lnTo>
                    <a:pt x="85" y="125"/>
                  </a:lnTo>
                  <a:lnTo>
                    <a:pt x="64" y="128"/>
                  </a:lnTo>
                  <a:lnTo>
                    <a:pt x="45" y="125"/>
                  </a:lnTo>
                  <a:lnTo>
                    <a:pt x="26" y="116"/>
                  </a:lnTo>
                  <a:lnTo>
                    <a:pt x="12" y="102"/>
                  </a:lnTo>
                  <a:lnTo>
                    <a:pt x="2" y="84"/>
                  </a:lnTo>
                  <a:lnTo>
                    <a:pt x="0" y="64"/>
                  </a:lnTo>
                  <a:lnTo>
                    <a:pt x="2" y="43"/>
                  </a:lnTo>
                  <a:lnTo>
                    <a:pt x="12" y="25"/>
                  </a:lnTo>
                  <a:lnTo>
                    <a:pt x="26" y="12"/>
                  </a:lnTo>
                  <a:lnTo>
                    <a:pt x="45"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400">
                <a:solidFill>
                  <a:schemeClr val="tx1"/>
                </a:solidFill>
              </a:endParaRPr>
            </a:p>
          </p:txBody>
        </p:sp>
      </p:grpSp>
    </p:spTree>
    <p:extLst>
      <p:ext uri="{BB962C8B-B14F-4D97-AF65-F5344CB8AC3E}">
        <p14:creationId xmlns:p14="http://schemas.microsoft.com/office/powerpoint/2010/main" val="5013627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1_Compariso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59757" y="188059"/>
            <a:ext cx="3353917" cy="779700"/>
          </a:xfrm>
        </p:spPr>
        <p:txBody>
          <a:bodyPr/>
          <a:lstStyle/>
          <a:p>
            <a:r>
              <a:rPr lang="en-US" dirty="0"/>
              <a:t>Click to edit title</a:t>
            </a:r>
          </a:p>
        </p:txBody>
      </p:sp>
      <p:sp>
        <p:nvSpPr>
          <p:cNvPr id="5" name="Text Placeholder 2"/>
          <p:cNvSpPr>
            <a:spLocks noGrp="1"/>
          </p:cNvSpPr>
          <p:nvPr>
            <p:ph type="body" sz="quarter" idx="3" hasCustomPrompt="1"/>
          </p:nvPr>
        </p:nvSpPr>
        <p:spPr>
          <a:xfrm>
            <a:off x="3513676" y="367627"/>
            <a:ext cx="8062869" cy="420564"/>
          </a:xfrm>
        </p:spPr>
        <p:txBody>
          <a:bodyPr wrap="square" anchor="ctr">
            <a:spAutoFit/>
          </a:bodyPr>
          <a:lstStyle>
            <a:lvl1pPr marL="0" indent="0">
              <a:lnSpc>
                <a:spcPct val="100000"/>
              </a:lnSpc>
              <a:buFont typeface="Arial" pitchFamily="34" charset="0"/>
              <a:buNone/>
              <a:defRPr sz="2133" b="1" cap="all" baseline="0">
                <a:solidFill>
                  <a:schemeClr val="tx2">
                    <a:lumMod val="50000"/>
                  </a:schemeClr>
                </a:solidFill>
                <a:latin typeface="+mn-lt"/>
              </a:defRPr>
            </a:lvl1pPr>
            <a:lvl2pPr marL="609570" indent="0">
              <a:buNone/>
              <a:defRPr sz="2667" b="1"/>
            </a:lvl2pPr>
            <a:lvl3pPr marL="1219140" indent="0">
              <a:buNone/>
              <a:defRPr sz="2400" b="1"/>
            </a:lvl3pPr>
            <a:lvl4pPr marL="1828709" indent="0">
              <a:buNone/>
              <a:defRPr sz="2133" b="1"/>
            </a:lvl4pPr>
            <a:lvl5pPr marL="2438278" indent="0">
              <a:buNone/>
              <a:defRPr sz="2133" b="1"/>
            </a:lvl5pPr>
            <a:lvl6pPr marL="3047848" indent="0">
              <a:buNone/>
              <a:defRPr sz="2133" b="1"/>
            </a:lvl6pPr>
            <a:lvl7pPr marL="3657418" indent="0">
              <a:buNone/>
              <a:defRPr sz="2133" b="1"/>
            </a:lvl7pPr>
            <a:lvl8pPr marL="4266987" indent="0">
              <a:buNone/>
              <a:defRPr sz="2133" b="1"/>
            </a:lvl8pPr>
            <a:lvl9pPr marL="4876557" indent="0">
              <a:buNone/>
              <a:defRPr sz="2133" b="1"/>
            </a:lvl9pPr>
          </a:lstStyle>
          <a:p>
            <a:pPr lvl="0"/>
            <a:r>
              <a:rPr lang="en-US" dirty="0"/>
              <a:t>Click to edit subtitle</a:t>
            </a:r>
          </a:p>
        </p:txBody>
      </p:sp>
      <p:sp>
        <p:nvSpPr>
          <p:cNvPr id="6" name="Content Placeholder 3"/>
          <p:cNvSpPr>
            <a:spLocks noGrp="1"/>
          </p:cNvSpPr>
          <p:nvPr>
            <p:ph sz="quarter" idx="4" hasCustomPrompt="1"/>
          </p:nvPr>
        </p:nvSpPr>
        <p:spPr>
          <a:xfrm>
            <a:off x="609603" y="2608296"/>
            <a:ext cx="5177367" cy="1641411"/>
          </a:xfrm>
        </p:spPr>
        <p:txBody>
          <a:bodyPr wrap="square" anchor="ctr">
            <a:spAutoFit/>
          </a:bodyPr>
          <a:lstStyle>
            <a:lvl1pPr>
              <a:defRPr sz="2400" baseline="0"/>
            </a:lvl1pPr>
            <a:lvl2pPr>
              <a:defRPr sz="2133" baseline="0"/>
            </a:lvl2pPr>
            <a:lvl3pPr>
              <a:defRPr sz="1867"/>
            </a:lvl3pPr>
            <a:lvl4pPr>
              <a:defRPr sz="1600"/>
            </a:lvl4pPr>
            <a:lvl5pPr>
              <a:defRPr sz="1333" baseline="0"/>
            </a:lvl5pPr>
            <a:lvl6pPr>
              <a:defRPr sz="2133"/>
            </a:lvl6pPr>
            <a:lvl7pPr>
              <a:defRPr sz="2133"/>
            </a:lvl7pPr>
            <a:lvl8pPr>
              <a:defRPr sz="2133"/>
            </a:lvl8pPr>
            <a:lvl9pPr>
              <a:defRPr sz="213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4"/>
          <p:cNvSpPr>
            <a:spLocks noGrp="1"/>
          </p:cNvSpPr>
          <p:nvPr>
            <p:ph sz="quarter" idx="15" hasCustomPrompt="1"/>
          </p:nvPr>
        </p:nvSpPr>
        <p:spPr>
          <a:xfrm>
            <a:off x="6402918" y="2505671"/>
            <a:ext cx="5173628" cy="1846660"/>
          </a:xfrm>
        </p:spPr>
        <p:txBody>
          <a:bodyPr wrap="square">
            <a:spAutoFit/>
          </a:bodyPr>
          <a:lstStyle>
            <a:lvl1pPr>
              <a:defRPr baseline="0"/>
            </a:lvl1pPr>
            <a:lvl2pPr>
              <a:defRPr baseline="0"/>
            </a:lvl2pPr>
            <a:lvl3pPr>
              <a:defRPr baseline="0"/>
            </a:lvl3pPr>
            <a:lvl4pPr>
              <a:defRPr baseline="0"/>
            </a:lvl4pPr>
            <a:lvl5pPr>
              <a:defRPr baseline="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Box 5"/>
          <p:cNvSpPr txBox="1"/>
          <p:nvPr/>
        </p:nvSpPr>
        <p:spPr>
          <a:xfrm>
            <a:off x="2" y="6668237"/>
            <a:ext cx="2575985" cy="174343"/>
          </a:xfrm>
          <a:prstGeom prst="rect">
            <a:avLst/>
          </a:prstGeom>
          <a:noFill/>
        </p:spPr>
        <p:txBody>
          <a:bodyPr wrap="square" anchor="ctr">
            <a:spAutoFit/>
          </a:bodyPr>
          <a:lstStyle/>
          <a:p>
            <a:pPr eaLnBrk="0" fontAlgn="auto" hangingPunct="0">
              <a:spcBef>
                <a:spcPts val="0"/>
              </a:spcBef>
              <a:spcAft>
                <a:spcPts val="0"/>
              </a:spcAft>
              <a:defRPr/>
            </a:pPr>
            <a:r>
              <a:rPr lang="en-US" sz="533" kern="300" spc="67" dirty="0">
                <a:solidFill>
                  <a:srgbClr val="B0B7BB">
                    <a:lumMod val="40000"/>
                    <a:lumOff val="60000"/>
                  </a:srgbClr>
                </a:solidFill>
                <a:latin typeface="Arial"/>
                <a:ea typeface="ＭＳ Ｐゴシック" pitchFamily="34" charset="-128"/>
                <a:cs typeface="Arial"/>
              </a:rPr>
              <a:t>Copyright © 2015, SAS Institute Inc. All rights reserved.</a:t>
            </a:r>
          </a:p>
        </p:txBody>
      </p:sp>
      <p:pic>
        <p:nvPicPr>
          <p:cNvPr id="19"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507256" y="6227612"/>
            <a:ext cx="1357811" cy="315899"/>
          </a:xfrm>
          <a:prstGeom prst="rect">
            <a:avLst/>
          </a:prstGeom>
        </p:spPr>
      </p:pic>
      <p:cxnSp>
        <p:nvCxnSpPr>
          <p:cNvPr id="16" name="Straight Connector 7"/>
          <p:cNvCxnSpPr/>
          <p:nvPr/>
        </p:nvCxnSpPr>
        <p:spPr bwMode="auto">
          <a:xfrm>
            <a:off x="3513675" y="0"/>
            <a:ext cx="0" cy="1219200"/>
          </a:xfrm>
          <a:prstGeom prst="line">
            <a:avLst/>
          </a:prstGeom>
          <a:solidFill>
            <a:schemeClr val="accent1"/>
          </a:solidFill>
          <a:ln w="12700" cap="flat" cmpd="sng" algn="ctr">
            <a:gradFill flip="none" rotWithShape="1">
              <a:gsLst>
                <a:gs pos="0">
                  <a:schemeClr val="bg2"/>
                </a:gs>
                <a:gs pos="100000">
                  <a:schemeClr val="bg2">
                    <a:alpha val="0"/>
                  </a:schemeClr>
                </a:gs>
              </a:gsLst>
              <a:lin ang="5400000" scaled="1"/>
              <a:tileRect/>
            </a:gradFill>
            <a:prstDash val="solid"/>
            <a:round/>
            <a:headEnd type="none" w="med" len="med"/>
            <a:tailEnd type="none" w="med" len="med"/>
          </a:ln>
          <a:effectLst/>
        </p:spPr>
      </p:cxnSp>
    </p:spTree>
    <p:extLst>
      <p:ext uri="{BB962C8B-B14F-4D97-AF65-F5344CB8AC3E}">
        <p14:creationId xmlns:p14="http://schemas.microsoft.com/office/powerpoint/2010/main" val="12443527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Image Only">
    <p:spTree>
      <p:nvGrpSpPr>
        <p:cNvPr id="1" name=""/>
        <p:cNvGrpSpPr/>
        <p:nvPr/>
      </p:nvGrpSpPr>
      <p:grpSpPr>
        <a:xfrm>
          <a:off x="0" y="0"/>
          <a:ext cx="0" cy="0"/>
          <a:chOff x="0" y="0"/>
          <a:chExt cx="0" cy="0"/>
        </a:xfrm>
      </p:grpSpPr>
      <p:sp>
        <p:nvSpPr>
          <p:cNvPr id="3" name="Slide Number Placeholder 1"/>
          <p:cNvSpPr>
            <a:spLocks noGrp="1"/>
          </p:cNvSpPr>
          <p:nvPr>
            <p:ph type="sldNum" sz="quarter" idx="11"/>
          </p:nvPr>
        </p:nvSpPr>
        <p:spPr/>
        <p:txBody>
          <a:bodyPr/>
          <a:lstStyle/>
          <a:p>
            <a:fld id="{4976208B-6111-490B-8CEC-FFB249DB2100}" type="slidenum">
              <a:rPr lang="en-US" smtClean="0"/>
              <a:pPr/>
              <a:t>‹#›</a:t>
            </a:fld>
            <a:endParaRPr lang="en-US"/>
          </a:p>
        </p:txBody>
      </p:sp>
    </p:spTree>
    <p:extLst>
      <p:ext uri="{BB962C8B-B14F-4D97-AF65-F5344CB8AC3E}">
        <p14:creationId xmlns:p14="http://schemas.microsoft.com/office/powerpoint/2010/main" val="3139046544"/>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06D5405-EDD1-314F-9805-4C4288F22A0F}"/>
              </a:ext>
            </a:extLst>
          </p:cNvPr>
          <p:cNvSpPr>
            <a:spLocks noGrp="1"/>
          </p:cNvSpPr>
          <p:nvPr>
            <p:ph type="dt" sz="half" idx="10"/>
          </p:nvPr>
        </p:nvSpPr>
        <p:spPr/>
        <p:txBody>
          <a:bodyPr/>
          <a:lstStyle/>
          <a:p>
            <a:fld id="{1F22AB3B-D9B0-104D-B8F4-749819A621F2}" type="datetimeFigureOut">
              <a:rPr lang="en-US" smtClean="0"/>
              <a:pPr/>
              <a:t>4/14/26</a:t>
            </a:fld>
            <a:endParaRPr lang="en-US"/>
          </a:p>
        </p:txBody>
      </p:sp>
      <p:sp>
        <p:nvSpPr>
          <p:cNvPr id="4" name="Footer Placeholder 3">
            <a:extLst>
              <a:ext uri="{FF2B5EF4-FFF2-40B4-BE49-F238E27FC236}">
                <a16:creationId xmlns:a16="http://schemas.microsoft.com/office/drawing/2014/main" id="{7C9458D3-EFAE-2843-B4A7-C5856E018B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3D95C6-A312-8C4A-B731-A49A0C311DA2}"/>
              </a:ext>
            </a:extLst>
          </p:cNvPr>
          <p:cNvSpPr>
            <a:spLocks noGrp="1"/>
          </p:cNvSpPr>
          <p:nvPr>
            <p:ph type="sldNum" sz="quarter" idx="12"/>
          </p:nvPr>
        </p:nvSpPr>
        <p:spPr/>
        <p:txBody>
          <a:bodyPr/>
          <a:lstStyle/>
          <a:p>
            <a:fld id="{B523B1CD-D431-7D4D-ACC1-2E569934F7AD}" type="slidenum">
              <a:rPr lang="en-US" smtClean="0"/>
              <a:pPr/>
              <a:t>‹#›</a:t>
            </a:fld>
            <a:endParaRPr lang="en-US"/>
          </a:p>
        </p:txBody>
      </p:sp>
      <p:sp>
        <p:nvSpPr>
          <p:cNvPr id="11" name="Content Placeholder 2">
            <a:extLst>
              <a:ext uri="{FF2B5EF4-FFF2-40B4-BE49-F238E27FC236}">
                <a16:creationId xmlns:a16="http://schemas.microsoft.com/office/drawing/2014/main" id="{FD8006F5-B898-CB42-A528-F3BBBAF0434F}"/>
              </a:ext>
            </a:extLst>
          </p:cNvPr>
          <p:cNvSpPr>
            <a:spLocks noGrp="1"/>
          </p:cNvSpPr>
          <p:nvPr>
            <p:ph sz="half" idx="1"/>
          </p:nvPr>
        </p:nvSpPr>
        <p:spPr>
          <a:xfrm>
            <a:off x="838201" y="2320289"/>
            <a:ext cx="3200400" cy="30403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
            <a:extLst>
              <a:ext uri="{FF2B5EF4-FFF2-40B4-BE49-F238E27FC236}">
                <a16:creationId xmlns:a16="http://schemas.microsoft.com/office/drawing/2014/main" id="{9964573E-573D-5646-803B-33CED8E71B4C}"/>
              </a:ext>
            </a:extLst>
          </p:cNvPr>
          <p:cNvSpPr>
            <a:spLocks noGrp="1"/>
          </p:cNvSpPr>
          <p:nvPr>
            <p:ph type="title"/>
          </p:nvPr>
        </p:nvSpPr>
        <p:spPr>
          <a:xfrm>
            <a:off x="838200" y="330836"/>
            <a:ext cx="10515600" cy="1723047"/>
          </a:xfrm>
          <a:prstGeom prst="rect">
            <a:avLst/>
          </a:prstGeom>
        </p:spPr>
        <p:txBody>
          <a:bodyPr vert="horz" lIns="91440" tIns="45720" rIns="91440" bIns="45720" rtlCol="0" anchor="ctr">
            <a:normAutofit/>
          </a:bodyPr>
          <a:lstStyle/>
          <a:p>
            <a:r>
              <a:rPr lang="en-US"/>
              <a:t>Click to edit Master title style</a:t>
            </a:r>
          </a:p>
        </p:txBody>
      </p:sp>
      <p:sp>
        <p:nvSpPr>
          <p:cNvPr id="13" name="Content Placeholder 2">
            <a:extLst>
              <a:ext uri="{FF2B5EF4-FFF2-40B4-BE49-F238E27FC236}">
                <a16:creationId xmlns:a16="http://schemas.microsoft.com/office/drawing/2014/main" id="{76434201-D8E8-7F47-8BDD-94D1F9E5EE1D}"/>
              </a:ext>
            </a:extLst>
          </p:cNvPr>
          <p:cNvSpPr>
            <a:spLocks noGrp="1"/>
          </p:cNvSpPr>
          <p:nvPr>
            <p:ph sz="half" idx="13"/>
          </p:nvPr>
        </p:nvSpPr>
        <p:spPr>
          <a:xfrm>
            <a:off x="8153400" y="2320289"/>
            <a:ext cx="3200400" cy="30403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AB0EA077-ED70-A440-8C62-0390F1F98B54}"/>
              </a:ext>
            </a:extLst>
          </p:cNvPr>
          <p:cNvSpPr>
            <a:spLocks noGrp="1"/>
          </p:cNvSpPr>
          <p:nvPr>
            <p:ph sz="half" idx="14"/>
          </p:nvPr>
        </p:nvSpPr>
        <p:spPr>
          <a:xfrm>
            <a:off x="4495800" y="2320289"/>
            <a:ext cx="3200400" cy="30403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35645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3" y="484094"/>
            <a:ext cx="10075084"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64633" y="1981201"/>
            <a:ext cx="10075084"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060329" y="6423586"/>
            <a:ext cx="28448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lang="en-US" dirty="0">
              <a:solidFill>
                <a:srgbClr val="000000">
                  <a:lumMod val="65000"/>
                  <a:lumOff val="35000"/>
                </a:srgbClr>
              </a:solidFill>
            </a:endParaRPr>
          </a:p>
        </p:txBody>
      </p:sp>
      <p:sp>
        <p:nvSpPr>
          <p:cNvPr id="5" name="Footer Placeholder 4"/>
          <p:cNvSpPr>
            <a:spLocks noGrp="1"/>
          </p:cNvSpPr>
          <p:nvPr>
            <p:ph type="ftr" sz="quarter" idx="3"/>
          </p:nvPr>
        </p:nvSpPr>
        <p:spPr>
          <a:xfrm>
            <a:off x="268941" y="6423586"/>
            <a:ext cx="8163859"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4"/>
          </p:nvPr>
        </p:nvSpPr>
        <p:spPr>
          <a:xfrm>
            <a:off x="11074400" y="242235"/>
            <a:ext cx="738717" cy="365125"/>
          </a:xfrm>
          <a:prstGeom prst="rect">
            <a:avLst/>
          </a:prstGeom>
        </p:spPr>
        <p:txBody>
          <a:bodyPr vert="horz" lIns="91440" tIns="45720" rIns="91440" bIns="45720" rtlCol="0" anchor="ctr"/>
          <a:lstStyle>
            <a:lvl1pPr algn="r">
              <a:defRPr sz="1400">
                <a:solidFill>
                  <a:schemeClr val="bg1"/>
                </a:solidFill>
              </a:defRPr>
            </a:lvl1p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Tree>
    <p:custDataLst>
      <p:tags r:id="rId34"/>
    </p:custDataLst>
    <p:extLst>
      <p:ext uri="{BB962C8B-B14F-4D97-AF65-F5344CB8AC3E}">
        <p14:creationId xmlns:p14="http://schemas.microsoft.com/office/powerpoint/2010/main" val="1054112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7.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s://arxiv.org/abs/1706.03762" TargetMode="Externa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hyperlink" Target="https://storage.googleapis.com/deepmind-media/research/language-research/Training%20Gopher.pdf" TargetMode="External"/><Relationship Id="rId2" Type="http://schemas.openxmlformats.org/officeDocument/2006/relationships/hyperlink" Target="https://arxiv.org/abs/2203.15556" TargetMode="External"/><Relationship Id="rId1" Type="http://schemas.openxmlformats.org/officeDocument/2006/relationships/slideLayout" Target="../slideLayouts/slideLayout26.xml"/><Relationship Id="rId6" Type="http://schemas.openxmlformats.org/officeDocument/2006/relationships/hyperlink" Target="https://arxiv.org/abs/2005.00700" TargetMode="External"/><Relationship Id="rId5" Type="http://schemas.openxmlformats.org/officeDocument/2006/relationships/hyperlink" Target="https://arxiv.org/abs/2210.11416" TargetMode="External"/><Relationship Id="rId4" Type="http://schemas.openxmlformats.org/officeDocument/2006/relationships/hyperlink" Target="https://arxiv.org/abs/2005.14165"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0.xml"/><Relationship Id="rId1" Type="http://schemas.openxmlformats.org/officeDocument/2006/relationships/slideLayout" Target="../slideLayouts/slideLayout32.xml"/><Relationship Id="rId5" Type="http://schemas.openxmlformats.org/officeDocument/2006/relationships/image" Target="../media/image35.svg"/><Relationship Id="rId4" Type="http://schemas.openxmlformats.org/officeDocument/2006/relationships/image" Target="../media/image34.svg"/></Relationships>
</file>

<file path=ppt/slides/_rels/slide1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7.jpg"/></Relationships>
</file>

<file path=ppt/slides/_rels/slide2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2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hyperlink" Target="https://github.com/jphall663/awesome-machine-learning-interpretability#ai-incident-tracker" TargetMode="External"/></Relationships>
</file>

<file path=ppt/slides/_rels/slide30.xml.rels><?xml version="1.0" encoding="UTF-8" standalone="yes"?>
<Relationships xmlns="http://schemas.openxmlformats.org/package/2006/relationships"><Relationship Id="rId2" Type="http://schemas.openxmlformats.org/officeDocument/2006/relationships/hyperlink" Target="https://www.youtube.com/watch?v=AmUC4m6w1wo"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52.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half" idx="2"/>
          </p:nvPr>
        </p:nvSpPr>
        <p:spPr>
          <a:xfrm>
            <a:off x="1489115" y="1248156"/>
            <a:ext cx="3993266" cy="3053891"/>
          </a:xfrm>
        </p:spPr>
        <p:txBody>
          <a:bodyPr/>
          <a:lstStyle/>
          <a:p>
            <a:pPr>
              <a:lnSpc>
                <a:spcPts val="3900"/>
              </a:lnSpc>
            </a:pPr>
            <a:r>
              <a:rPr lang="en-US" sz="3200" cap="small" dirty="0">
                <a:latin typeface="+mj-lt"/>
                <a:ea typeface="+mj-ea"/>
                <a:cs typeface="+mj-cs"/>
              </a:rPr>
              <a:t>Wake Forest</a:t>
            </a:r>
          </a:p>
          <a:p>
            <a:pPr>
              <a:lnSpc>
                <a:spcPts val="3600"/>
              </a:lnSpc>
              <a:spcBef>
                <a:spcPts val="0"/>
              </a:spcBef>
            </a:pPr>
            <a:r>
              <a:rPr lang="en-US" sz="3200" cap="small" dirty="0">
                <a:latin typeface="+mj-lt"/>
                <a:ea typeface="+mj-ea"/>
                <a:cs typeface="+mj-cs"/>
              </a:rPr>
              <a:t>School of Business</a:t>
            </a:r>
          </a:p>
          <a:p>
            <a:pPr>
              <a:lnSpc>
                <a:spcPts val="3600"/>
              </a:lnSpc>
              <a:spcBef>
                <a:spcPts val="0"/>
              </a:spcBef>
            </a:pPr>
            <a:r>
              <a:rPr lang="en-US" sz="4400" b="1" dirty="0"/>
              <a:t>_______</a:t>
            </a:r>
            <a:endParaRPr lang="en-US" sz="3200" cap="small" dirty="0">
              <a:latin typeface="+mj-lt"/>
              <a:ea typeface="+mj-ea"/>
              <a:cs typeface="+mj-cs"/>
            </a:endParaRPr>
          </a:p>
          <a:p>
            <a:pPr>
              <a:spcBef>
                <a:spcPts val="0"/>
              </a:spcBef>
            </a:pPr>
            <a:endParaRPr lang="en-US" sz="1800" cap="small" dirty="0">
              <a:latin typeface="+mj-lt"/>
              <a:ea typeface="+mj-ea"/>
              <a:cs typeface="+mj-cs"/>
            </a:endParaRPr>
          </a:p>
          <a:p>
            <a:pPr>
              <a:spcBef>
                <a:spcPts val="0"/>
              </a:spcBef>
            </a:pPr>
            <a:r>
              <a:rPr lang="en-US" sz="4000" cap="small" dirty="0">
                <a:latin typeface="+mj-lt"/>
                <a:ea typeface="+mj-ea"/>
                <a:cs typeface="+mj-cs"/>
              </a:rPr>
              <a:t>7090</a:t>
            </a:r>
          </a:p>
        </p:txBody>
      </p:sp>
      <p:pic>
        <p:nvPicPr>
          <p:cNvPr id="7" name="Picture Placeholder 8" descr="20120326medallion0338.jpg"/>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9080500" y="2377440"/>
            <a:ext cx="2732617" cy="2039112"/>
          </a:xfrm>
          <a:prstGeom prst="rect">
            <a:avLst/>
          </a:prstGeom>
        </p:spPr>
      </p:pic>
      <p:pic>
        <p:nvPicPr>
          <p:cNvPr id="17" name="Picture Placeholder 16"/>
          <p:cNvPicPr>
            <a:picLocks noGrp="1" noChangeAspect="1"/>
          </p:cNvPicPr>
          <p:nvPr>
            <p:ph type="pic" sz="quarter" idx="12"/>
          </p:nvPr>
        </p:nvPicPr>
        <p:blipFill>
          <a:blip r:embed="rId5" cstate="hqprint">
            <a:extLst>
              <a:ext uri="{28A0092B-C50C-407E-A947-70E740481C1C}">
                <a14:useLocalDpi xmlns:a14="http://schemas.microsoft.com/office/drawing/2010/main"/>
              </a:ext>
            </a:extLst>
          </a:blip>
          <a:srcRect/>
          <a:stretch>
            <a:fillRect/>
          </a:stretch>
        </p:blipFill>
        <p:spPr/>
      </p:pic>
      <p:sp>
        <p:nvSpPr>
          <p:cNvPr id="19" name="Title 18"/>
          <p:cNvSpPr>
            <a:spLocks noGrp="1"/>
          </p:cNvSpPr>
          <p:nvPr>
            <p:ph type="ctrTitle"/>
          </p:nvPr>
        </p:nvSpPr>
        <p:spPr>
          <a:xfrm>
            <a:off x="1066800" y="4953965"/>
            <a:ext cx="10746317" cy="612265"/>
          </a:xfrm>
        </p:spPr>
        <p:txBody>
          <a:bodyPr>
            <a:noAutofit/>
          </a:bodyPr>
          <a:lstStyle/>
          <a:p>
            <a:pPr algn="r"/>
            <a:r>
              <a:rPr lang="en-US" sz="3200" b="1" dirty="0"/>
              <a:t>Final Thoughts</a:t>
            </a:r>
          </a:p>
        </p:txBody>
      </p:sp>
    </p:spTree>
    <p:custDataLst>
      <p:tags r:id="rId1"/>
    </p:custDataLst>
    <p:extLst>
      <p:ext uri="{BB962C8B-B14F-4D97-AF65-F5344CB8AC3E}">
        <p14:creationId xmlns:p14="http://schemas.microsoft.com/office/powerpoint/2010/main" val="1279648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Remember when</a:t>
            </a:r>
          </a:p>
        </p:txBody>
      </p:sp>
      <p:sp>
        <p:nvSpPr>
          <p:cNvPr id="4" name="Slide Number Placeholder 3"/>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a:t>
            </a:fld>
            <a:endParaRPr lang="en-US" dirty="0">
              <a:solidFill>
                <a:srgbClr val="FFFFFF"/>
              </a:solidFill>
              <a:latin typeface="Franklin Gothic Book"/>
            </a:endParaRPr>
          </a:p>
        </p:txBody>
      </p:sp>
      <p:sp>
        <p:nvSpPr>
          <p:cNvPr id="5" name="Text Placeholder 4"/>
          <p:cNvSpPr>
            <a:spLocks noGrp="1"/>
          </p:cNvSpPr>
          <p:nvPr>
            <p:ph type="body" sz="half" idx="2"/>
          </p:nvPr>
        </p:nvSpPr>
        <p:spPr/>
        <p:txBody>
          <a:bodyPr/>
          <a:lstStyle/>
          <a:p>
            <a:r>
              <a:rPr lang="en-US" dirty="0"/>
              <a:t>Design pattern</a:t>
            </a:r>
          </a:p>
        </p:txBody>
      </p:sp>
      <p:sp>
        <p:nvSpPr>
          <p:cNvPr id="7" name="Rectangle 6"/>
          <p:cNvSpPr/>
          <p:nvPr/>
        </p:nvSpPr>
        <p:spPr>
          <a:xfrm>
            <a:off x="529142" y="4321552"/>
            <a:ext cx="4572000" cy="2139047"/>
          </a:xfrm>
          <a:prstGeom prst="rect">
            <a:avLst/>
          </a:prstGeom>
        </p:spPr>
        <p:txBody>
          <a:bodyPr>
            <a:spAutoFit/>
          </a:bodyPr>
          <a:lstStyle/>
          <a:p>
            <a:pPr lvl="1"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Import </a:t>
            </a:r>
          </a:p>
          <a:p>
            <a:pPr lvl="2"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Get data into a common format </a:t>
            </a:r>
          </a:p>
          <a:p>
            <a:pPr lvl="1"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Tidy &amp; Cleanse</a:t>
            </a:r>
          </a:p>
          <a:p>
            <a:pPr lvl="2"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Clean, Standardize &amp; Shape</a:t>
            </a:r>
          </a:p>
          <a:p>
            <a:pPr lvl="1"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Transform </a:t>
            </a:r>
          </a:p>
          <a:p>
            <a:pPr lvl="2"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Create new and useful variables  </a:t>
            </a:r>
          </a:p>
        </p:txBody>
      </p:sp>
      <p:sp>
        <p:nvSpPr>
          <p:cNvPr id="8" name="Rectangle 7"/>
          <p:cNvSpPr/>
          <p:nvPr/>
        </p:nvSpPr>
        <p:spPr>
          <a:xfrm>
            <a:off x="6391275" y="4321552"/>
            <a:ext cx="4572000" cy="2492990"/>
          </a:xfrm>
          <a:prstGeom prst="rect">
            <a:avLst/>
          </a:prstGeom>
        </p:spPr>
        <p:txBody>
          <a:bodyPr>
            <a:spAutoFit/>
          </a:bodyPr>
          <a:lstStyle/>
          <a:p>
            <a:pPr lvl="1"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Visualize </a:t>
            </a:r>
          </a:p>
          <a:p>
            <a:pPr lvl="2"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Tables, Statistics &amp; Graphs </a:t>
            </a:r>
          </a:p>
          <a:p>
            <a:pPr lvl="1"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Model </a:t>
            </a:r>
          </a:p>
          <a:p>
            <a:pPr lvl="2"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Inferences &amp; Predictions </a:t>
            </a:r>
          </a:p>
          <a:p>
            <a:pPr lvl="1"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Communicate </a:t>
            </a:r>
          </a:p>
          <a:p>
            <a:pPr lvl="2" indent="-228600" defTabSz="914400">
              <a:spcBef>
                <a:spcPts val="600"/>
              </a:spcBef>
              <a:buClr>
                <a:srgbClr val="766A62">
                  <a:lumMod val="60000"/>
                  <a:lumOff val="40000"/>
                </a:srgbClr>
              </a:buClr>
              <a:buSzPct val="75000"/>
              <a:buFont typeface="Wingdings" pitchFamily="2" charset="2"/>
              <a:buChar char="n"/>
            </a:pPr>
            <a:r>
              <a:rPr lang="en-US" b="1" dirty="0">
                <a:solidFill>
                  <a:schemeClr val="tx1">
                    <a:lumMod val="75000"/>
                    <a:lumOff val="25000"/>
                  </a:schemeClr>
                </a:solidFill>
              </a:rPr>
              <a:t>Inferences &amp; Predictions </a:t>
            </a:r>
          </a:p>
          <a:p>
            <a:pPr lvl="1" indent="-228600" defTabSz="914400">
              <a:spcBef>
                <a:spcPts val="600"/>
              </a:spcBef>
              <a:buClr>
                <a:srgbClr val="766A62">
                  <a:lumMod val="60000"/>
                  <a:lumOff val="40000"/>
                </a:srgbClr>
              </a:buClr>
              <a:buSzPct val="75000"/>
              <a:buFont typeface="Wingdings" pitchFamily="2" charset="2"/>
              <a:buChar char="n"/>
            </a:pPr>
            <a:endParaRPr lang="en-US" dirty="0">
              <a:solidFill>
                <a:srgbClr val="000000">
                  <a:lumMod val="65000"/>
                  <a:lumOff val="35000"/>
                </a:srgbClr>
              </a:solidFill>
            </a:endParaRPr>
          </a:p>
        </p:txBody>
      </p:sp>
      <p:pic>
        <p:nvPicPr>
          <p:cNvPr id="10" name="Picture 9">
            <a:extLst>
              <a:ext uri="{FF2B5EF4-FFF2-40B4-BE49-F238E27FC236}">
                <a16:creationId xmlns:a16="http://schemas.microsoft.com/office/drawing/2014/main" id="{303280EA-DE0C-094B-AEC7-310ED58F86FD}"/>
              </a:ext>
            </a:extLst>
          </p:cNvPr>
          <p:cNvPicPr>
            <a:picLocks noChangeAspect="1"/>
          </p:cNvPicPr>
          <p:nvPr/>
        </p:nvPicPr>
        <p:blipFill>
          <a:blip r:embed="rId2"/>
          <a:stretch>
            <a:fillRect/>
          </a:stretch>
        </p:blipFill>
        <p:spPr>
          <a:xfrm>
            <a:off x="1880247" y="1616087"/>
            <a:ext cx="7347473" cy="2705465"/>
          </a:xfrm>
          <a:prstGeom prst="rect">
            <a:avLst/>
          </a:prstGeom>
        </p:spPr>
      </p:pic>
    </p:spTree>
    <p:extLst>
      <p:ext uri="{BB962C8B-B14F-4D97-AF65-F5344CB8AC3E}">
        <p14:creationId xmlns:p14="http://schemas.microsoft.com/office/powerpoint/2010/main" val="3544730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30F79F-96BC-6E44-943B-4BCA653B79D8}"/>
              </a:ext>
            </a:extLst>
          </p:cNvPr>
          <p:cNvSpPr>
            <a:spLocks noGrp="1"/>
          </p:cNvSpPr>
          <p:nvPr>
            <p:ph type="title"/>
          </p:nvPr>
        </p:nvSpPr>
        <p:spPr/>
        <p:txBody>
          <a:bodyPr/>
          <a:lstStyle/>
          <a:p>
            <a:r>
              <a:rPr lang="en-US" dirty="0"/>
              <a:t>We’ve covered a lot</a:t>
            </a:r>
          </a:p>
        </p:txBody>
      </p:sp>
      <p:sp>
        <p:nvSpPr>
          <p:cNvPr id="7" name="Content Placeholder 6">
            <a:extLst>
              <a:ext uri="{FF2B5EF4-FFF2-40B4-BE49-F238E27FC236}">
                <a16:creationId xmlns:a16="http://schemas.microsoft.com/office/drawing/2014/main" id="{C1FED59B-D7B5-9C42-8C6B-FB7893EA87AE}"/>
              </a:ext>
            </a:extLst>
          </p:cNvPr>
          <p:cNvSpPr>
            <a:spLocks noGrp="1"/>
          </p:cNvSpPr>
          <p:nvPr>
            <p:ph sz="half" idx="1"/>
          </p:nvPr>
        </p:nvSpPr>
        <p:spPr/>
        <p:txBody>
          <a:bodyPr>
            <a:normAutofit/>
          </a:bodyPr>
          <a:lstStyle/>
          <a:p>
            <a:r>
              <a:rPr lang="en-US" dirty="0"/>
              <a:t>Variables</a:t>
            </a:r>
          </a:p>
          <a:p>
            <a:r>
              <a:rPr lang="en-US" dirty="0"/>
              <a:t>Lists</a:t>
            </a:r>
          </a:p>
          <a:p>
            <a:r>
              <a:rPr lang="en-US" dirty="0"/>
              <a:t>Dictionaries </a:t>
            </a:r>
          </a:p>
          <a:p>
            <a:r>
              <a:rPr lang="en-US" dirty="0"/>
              <a:t>Pandas </a:t>
            </a:r>
          </a:p>
          <a:p>
            <a:r>
              <a:rPr lang="en-US" dirty="0"/>
              <a:t>Matplotlib</a:t>
            </a:r>
          </a:p>
          <a:p>
            <a:r>
              <a:rPr lang="en-US" dirty="0"/>
              <a:t>Seaborn </a:t>
            </a:r>
          </a:p>
          <a:p>
            <a:r>
              <a:rPr lang="en-US" dirty="0"/>
              <a:t>Word Clouds </a:t>
            </a:r>
          </a:p>
          <a:p>
            <a:r>
              <a:rPr lang="en-US" dirty="0"/>
              <a:t>And a bunch more… </a:t>
            </a:r>
          </a:p>
        </p:txBody>
      </p:sp>
      <p:sp>
        <p:nvSpPr>
          <p:cNvPr id="4" name="Slide Number Placeholder 3">
            <a:extLst>
              <a:ext uri="{FF2B5EF4-FFF2-40B4-BE49-F238E27FC236}">
                <a16:creationId xmlns:a16="http://schemas.microsoft.com/office/drawing/2014/main" id="{FF3662FB-40B4-6E4D-A7F3-C1083B492FAF}"/>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a:t>
            </a:fld>
            <a:endParaRPr lang="en-US" dirty="0">
              <a:solidFill>
                <a:srgbClr val="FFFFFF"/>
              </a:solidFill>
              <a:latin typeface="Franklin Gothic Book"/>
            </a:endParaRPr>
          </a:p>
        </p:txBody>
      </p:sp>
    </p:spTree>
    <p:extLst>
      <p:ext uri="{BB962C8B-B14F-4D97-AF65-F5344CB8AC3E}">
        <p14:creationId xmlns:p14="http://schemas.microsoft.com/office/powerpoint/2010/main" val="130514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331850" y="411399"/>
            <a:ext cx="7504761" cy="2107936"/>
          </a:xfrm>
          <a:prstGeom prst="rect">
            <a:avLst/>
          </a:prstGeom>
        </p:spPr>
      </p:pic>
      <p:pic>
        <p:nvPicPr>
          <p:cNvPr id="8" name="Picture 7"/>
          <p:cNvPicPr>
            <a:picLocks noChangeAspect="1"/>
          </p:cNvPicPr>
          <p:nvPr/>
        </p:nvPicPr>
        <p:blipFill>
          <a:blip r:embed="rId4"/>
          <a:stretch>
            <a:fillRect/>
          </a:stretch>
        </p:blipFill>
        <p:spPr>
          <a:xfrm>
            <a:off x="411147" y="4745805"/>
            <a:ext cx="5177548" cy="1495736"/>
          </a:xfrm>
          <a:prstGeom prst="rect">
            <a:avLst/>
          </a:prstGeom>
        </p:spPr>
      </p:pic>
      <p:pic>
        <p:nvPicPr>
          <p:cNvPr id="9" name="Picture 8"/>
          <p:cNvPicPr>
            <a:picLocks noChangeAspect="1"/>
          </p:cNvPicPr>
          <p:nvPr/>
        </p:nvPicPr>
        <p:blipFill>
          <a:blip r:embed="rId5"/>
          <a:stretch>
            <a:fillRect/>
          </a:stretch>
        </p:blipFill>
        <p:spPr>
          <a:xfrm>
            <a:off x="8329729" y="562959"/>
            <a:ext cx="3862273" cy="1407744"/>
          </a:xfrm>
          <a:prstGeom prst="rect">
            <a:avLst/>
          </a:prstGeom>
        </p:spPr>
      </p:pic>
      <p:pic>
        <p:nvPicPr>
          <p:cNvPr id="10" name="Picture 9"/>
          <p:cNvPicPr>
            <a:picLocks noChangeAspect="1"/>
          </p:cNvPicPr>
          <p:nvPr/>
        </p:nvPicPr>
        <p:blipFill>
          <a:blip r:embed="rId6"/>
          <a:stretch>
            <a:fillRect/>
          </a:stretch>
        </p:blipFill>
        <p:spPr>
          <a:xfrm>
            <a:off x="254336" y="3162560"/>
            <a:ext cx="3121731" cy="1102361"/>
          </a:xfrm>
          <a:prstGeom prst="rect">
            <a:avLst/>
          </a:prstGeom>
        </p:spPr>
      </p:pic>
      <p:pic>
        <p:nvPicPr>
          <p:cNvPr id="6" name="Picture 5"/>
          <p:cNvPicPr>
            <a:picLocks noChangeAspect="1"/>
          </p:cNvPicPr>
          <p:nvPr/>
        </p:nvPicPr>
        <p:blipFill>
          <a:blip r:embed="rId7"/>
          <a:stretch>
            <a:fillRect/>
          </a:stretch>
        </p:blipFill>
        <p:spPr>
          <a:xfrm>
            <a:off x="3283844" y="1759384"/>
            <a:ext cx="7606349" cy="2806349"/>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rotWithShape="1">
          <a:blip r:embed="rId8" cstate="hqprint">
            <a:extLst>
              <a:ext uri="{28A0092B-C50C-407E-A947-70E740481C1C}">
                <a14:useLocalDpi xmlns:a14="http://schemas.microsoft.com/office/drawing/2010/main"/>
              </a:ext>
            </a:extLst>
          </a:blip>
          <a:srcRect r="6946"/>
          <a:stretch/>
        </p:blipFill>
        <p:spPr>
          <a:xfrm>
            <a:off x="5973181" y="3639340"/>
            <a:ext cx="6121715" cy="2695969"/>
          </a:xfrm>
          <a:prstGeom prst="rect">
            <a:avLst/>
          </a:prstGeom>
        </p:spPr>
      </p:pic>
    </p:spTree>
    <p:extLst>
      <p:ext uri="{BB962C8B-B14F-4D97-AF65-F5344CB8AC3E}">
        <p14:creationId xmlns:p14="http://schemas.microsoft.com/office/powerpoint/2010/main" val="19989106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5078B-0FC2-4E84-B34B-756AE62A2E73}"/>
              </a:ext>
            </a:extLst>
          </p:cNvPr>
          <p:cNvSpPr>
            <a:spLocks noGrp="1"/>
          </p:cNvSpPr>
          <p:nvPr>
            <p:ph type="title"/>
          </p:nvPr>
        </p:nvSpPr>
        <p:spPr/>
        <p:txBody>
          <a:bodyPr/>
          <a:lstStyle/>
          <a:p>
            <a:r>
              <a:rPr lang="en-US" dirty="0">
                <a:solidFill>
                  <a:schemeClr val="tx1">
                    <a:lumMod val="75000"/>
                    <a:lumOff val="25000"/>
                  </a:schemeClr>
                </a:solidFill>
              </a:rPr>
              <a:t>Who remembers… </a:t>
            </a:r>
          </a:p>
        </p:txBody>
      </p:sp>
      <p:sp>
        <p:nvSpPr>
          <p:cNvPr id="3" name="Text Placeholder 2">
            <a:extLst>
              <a:ext uri="{FF2B5EF4-FFF2-40B4-BE49-F238E27FC236}">
                <a16:creationId xmlns:a16="http://schemas.microsoft.com/office/drawing/2014/main" id="{59A15548-9C05-4448-B0F2-43B99D44B4EB}"/>
              </a:ext>
            </a:extLst>
          </p:cNvPr>
          <p:cNvSpPr>
            <a:spLocks noGrp="1"/>
          </p:cNvSpPr>
          <p:nvPr>
            <p:ph type="body" sz="quarter" idx="12"/>
          </p:nvPr>
        </p:nvSpPr>
        <p:spPr/>
        <p:txBody>
          <a:bodyPr/>
          <a:lstStyle/>
          <a:p>
            <a:r>
              <a:rPr lang="en-US" dirty="0">
                <a:solidFill>
                  <a:schemeClr val="bg2">
                    <a:lumMod val="25000"/>
                  </a:schemeClr>
                </a:solidFill>
              </a:rPr>
              <a:t>3,4,or 5 V’s of Big Data?</a:t>
            </a:r>
          </a:p>
        </p:txBody>
      </p:sp>
      <p:sp>
        <p:nvSpPr>
          <p:cNvPr id="4" name="Content Placeholder 3">
            <a:extLst>
              <a:ext uri="{FF2B5EF4-FFF2-40B4-BE49-F238E27FC236}">
                <a16:creationId xmlns:a16="http://schemas.microsoft.com/office/drawing/2014/main" id="{F66301D8-0FD5-4492-87F3-6EC8F6C48453}"/>
              </a:ext>
            </a:extLst>
          </p:cNvPr>
          <p:cNvSpPr>
            <a:spLocks noGrp="1"/>
          </p:cNvSpPr>
          <p:nvPr>
            <p:ph sz="quarter" idx="11"/>
          </p:nvPr>
        </p:nvSpPr>
        <p:spPr>
          <a:xfrm>
            <a:off x="7101840" y="1355281"/>
            <a:ext cx="4255008" cy="4857137"/>
          </a:xfrm>
        </p:spPr>
        <p:txBody>
          <a:bodyPr>
            <a:normAutofit fontScale="92500" lnSpcReduction="10000"/>
          </a:bodyPr>
          <a:lstStyle/>
          <a:p>
            <a:r>
              <a:rPr lang="en-US" b="1" dirty="0">
                <a:solidFill>
                  <a:schemeClr val="tx1">
                    <a:lumMod val="75000"/>
                    <a:lumOff val="25000"/>
                  </a:schemeClr>
                </a:solidFill>
              </a:rPr>
              <a:t>Volume</a:t>
            </a:r>
            <a:r>
              <a:rPr lang="en-US" dirty="0">
                <a:solidFill>
                  <a:schemeClr val="tx1">
                    <a:lumMod val="75000"/>
                    <a:lumOff val="25000"/>
                  </a:schemeClr>
                </a:solidFill>
              </a:rPr>
              <a:t> – the vast amounts of data our systems pump out every second, it adds up. </a:t>
            </a:r>
          </a:p>
          <a:p>
            <a:r>
              <a:rPr lang="en-US" b="1" dirty="0">
                <a:solidFill>
                  <a:schemeClr val="tx1">
                    <a:lumMod val="75000"/>
                    <a:lumOff val="25000"/>
                  </a:schemeClr>
                </a:solidFill>
              </a:rPr>
              <a:t>Variety </a:t>
            </a:r>
            <a:r>
              <a:rPr lang="en-US" dirty="0">
                <a:solidFill>
                  <a:schemeClr val="tx1">
                    <a:lumMod val="75000"/>
                    <a:lumOff val="25000"/>
                  </a:schemeClr>
                </a:solidFill>
              </a:rPr>
              <a:t>– the different types of data we have access to, structured, unstructured, semi-structured, voice, text, image, video etc. it’s a lot. </a:t>
            </a:r>
          </a:p>
          <a:p>
            <a:r>
              <a:rPr lang="en-US" b="1" dirty="0">
                <a:solidFill>
                  <a:schemeClr val="tx1">
                    <a:lumMod val="75000"/>
                    <a:lumOff val="25000"/>
                  </a:schemeClr>
                </a:solidFill>
              </a:rPr>
              <a:t>Velocity </a:t>
            </a:r>
            <a:r>
              <a:rPr lang="en-US" dirty="0">
                <a:solidFill>
                  <a:schemeClr val="tx1">
                    <a:lumMod val="75000"/>
                    <a:lumOff val="25000"/>
                  </a:schemeClr>
                </a:solidFill>
              </a:rPr>
              <a:t>– the speed at which data is created.</a:t>
            </a:r>
          </a:p>
          <a:p>
            <a:r>
              <a:rPr lang="en-US" b="1" dirty="0">
                <a:solidFill>
                  <a:schemeClr val="tx1">
                    <a:lumMod val="75000"/>
                    <a:lumOff val="25000"/>
                  </a:schemeClr>
                </a:solidFill>
              </a:rPr>
              <a:t>Veracity</a:t>
            </a:r>
            <a:r>
              <a:rPr lang="en-US" dirty="0">
                <a:solidFill>
                  <a:schemeClr val="tx1">
                    <a:lumMod val="75000"/>
                    <a:lumOff val="25000"/>
                  </a:schemeClr>
                </a:solidFill>
              </a:rPr>
              <a:t> – the messiness or trustworthiness of data. </a:t>
            </a:r>
          </a:p>
          <a:p>
            <a:r>
              <a:rPr lang="en-US" b="1" dirty="0">
                <a:solidFill>
                  <a:schemeClr val="tx1">
                    <a:lumMod val="75000"/>
                    <a:lumOff val="25000"/>
                  </a:schemeClr>
                </a:solidFill>
              </a:rPr>
              <a:t>Value </a:t>
            </a:r>
            <a:r>
              <a:rPr lang="en-US" dirty="0">
                <a:solidFill>
                  <a:schemeClr val="tx1">
                    <a:lumMod val="75000"/>
                    <a:lumOff val="25000"/>
                  </a:schemeClr>
                </a:solidFill>
              </a:rPr>
              <a:t>– which leads us to Analytics – how do create value from data? </a:t>
            </a:r>
          </a:p>
        </p:txBody>
      </p:sp>
      <p:pic>
        <p:nvPicPr>
          <p:cNvPr id="6" name="Picture 5">
            <a:extLst>
              <a:ext uri="{FF2B5EF4-FFF2-40B4-BE49-F238E27FC236}">
                <a16:creationId xmlns:a16="http://schemas.microsoft.com/office/drawing/2014/main" id="{3BD1B482-2530-4D66-9195-2002C6EAF5BA}"/>
              </a:ext>
            </a:extLst>
          </p:cNvPr>
          <p:cNvPicPr>
            <a:picLocks noChangeAspect="1"/>
          </p:cNvPicPr>
          <p:nvPr/>
        </p:nvPicPr>
        <p:blipFill>
          <a:blip r:embed="rId3"/>
          <a:stretch>
            <a:fillRect/>
          </a:stretch>
        </p:blipFill>
        <p:spPr>
          <a:xfrm>
            <a:off x="835152" y="1463040"/>
            <a:ext cx="6029325" cy="4495800"/>
          </a:xfrm>
          <a:prstGeom prst="rect">
            <a:avLst/>
          </a:prstGeom>
        </p:spPr>
      </p:pic>
    </p:spTree>
    <p:extLst>
      <p:ext uri="{BB962C8B-B14F-4D97-AF65-F5344CB8AC3E}">
        <p14:creationId xmlns:p14="http://schemas.microsoft.com/office/powerpoint/2010/main" val="164661728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69A13-ED19-468F-9780-93715987977A}"/>
              </a:ext>
            </a:extLst>
          </p:cNvPr>
          <p:cNvSpPr>
            <a:spLocks noGrp="1"/>
          </p:cNvSpPr>
          <p:nvPr>
            <p:ph type="title"/>
          </p:nvPr>
        </p:nvSpPr>
        <p:spPr/>
        <p:txBody>
          <a:bodyPr/>
          <a:lstStyle/>
          <a:p>
            <a:r>
              <a:rPr lang="en-US" dirty="0">
                <a:solidFill>
                  <a:schemeClr val="bg2">
                    <a:lumMod val="25000"/>
                  </a:schemeClr>
                </a:solidFill>
              </a:rPr>
              <a:t>What about … </a:t>
            </a:r>
          </a:p>
        </p:txBody>
      </p:sp>
      <p:sp>
        <p:nvSpPr>
          <p:cNvPr id="3" name="Text Placeholder 2">
            <a:extLst>
              <a:ext uri="{FF2B5EF4-FFF2-40B4-BE49-F238E27FC236}">
                <a16:creationId xmlns:a16="http://schemas.microsoft.com/office/drawing/2014/main" id="{CF5E1741-0796-43DC-96F3-851665D3CD20}"/>
              </a:ext>
            </a:extLst>
          </p:cNvPr>
          <p:cNvSpPr>
            <a:spLocks noGrp="1"/>
          </p:cNvSpPr>
          <p:nvPr>
            <p:ph type="body" sz="quarter" idx="12"/>
          </p:nvPr>
        </p:nvSpPr>
        <p:spPr/>
        <p:txBody>
          <a:bodyPr/>
          <a:lstStyle/>
          <a:p>
            <a:r>
              <a:rPr lang="en-US" dirty="0"/>
              <a:t>The 5 D’s of Dodgeball?</a:t>
            </a:r>
          </a:p>
        </p:txBody>
      </p:sp>
      <p:sp>
        <p:nvSpPr>
          <p:cNvPr id="4" name="Content Placeholder 3">
            <a:extLst>
              <a:ext uri="{FF2B5EF4-FFF2-40B4-BE49-F238E27FC236}">
                <a16:creationId xmlns:a16="http://schemas.microsoft.com/office/drawing/2014/main" id="{4AA9ED1B-2539-4CCB-8E2E-DE616539A41B}"/>
              </a:ext>
            </a:extLst>
          </p:cNvPr>
          <p:cNvSpPr>
            <a:spLocks noGrp="1"/>
          </p:cNvSpPr>
          <p:nvPr>
            <p:ph sz="quarter" idx="11"/>
          </p:nvPr>
        </p:nvSpPr>
        <p:spPr/>
        <p:txBody>
          <a:bodyPr/>
          <a:lstStyle/>
          <a:p>
            <a:r>
              <a:rPr lang="en-US" dirty="0">
                <a:solidFill>
                  <a:schemeClr val="accent6">
                    <a:lumMod val="75000"/>
                  </a:schemeClr>
                </a:solidFill>
              </a:rPr>
              <a:t>Dodge, Duck, Dip, Dive and Dodge</a:t>
            </a:r>
          </a:p>
        </p:txBody>
      </p:sp>
      <p:pic>
        <p:nvPicPr>
          <p:cNvPr id="1026" name="Picture 2" descr="Image result for 5 d's of dodgeball">
            <a:extLst>
              <a:ext uri="{FF2B5EF4-FFF2-40B4-BE49-F238E27FC236}">
                <a16:creationId xmlns:a16="http://schemas.microsoft.com/office/drawing/2014/main" id="{C3FF3794-BB94-4403-9FBD-02A743E602B0}"/>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8661164" y="1860878"/>
            <a:ext cx="2934584" cy="38459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5 d's of dodgeball">
            <a:extLst>
              <a:ext uri="{FF2B5EF4-FFF2-40B4-BE49-F238E27FC236}">
                <a16:creationId xmlns:a16="http://schemas.microsoft.com/office/drawing/2014/main" id="{3615958A-13C1-48F0-B152-A6920D89A81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35152" y="1969641"/>
            <a:ext cx="7109312" cy="3981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46444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5250E1F-7B3F-4612-A235-F40D92743394}"/>
              </a:ext>
            </a:extLst>
          </p:cNvPr>
          <p:cNvSpPr>
            <a:spLocks noGrp="1"/>
          </p:cNvSpPr>
          <p:nvPr>
            <p:ph type="title"/>
          </p:nvPr>
        </p:nvSpPr>
        <p:spPr/>
        <p:txBody>
          <a:bodyPr/>
          <a:lstStyle/>
          <a:p>
            <a:r>
              <a:rPr lang="en-US" dirty="0"/>
              <a:t>4 A’s of AI</a:t>
            </a:r>
          </a:p>
        </p:txBody>
      </p:sp>
      <p:sp>
        <p:nvSpPr>
          <p:cNvPr id="8" name="Text Placeholder 7">
            <a:extLst>
              <a:ext uri="{FF2B5EF4-FFF2-40B4-BE49-F238E27FC236}">
                <a16:creationId xmlns:a16="http://schemas.microsoft.com/office/drawing/2014/main" id="{ADC81D8C-12B9-472F-985E-1E7AEE4FADD6}"/>
              </a:ext>
            </a:extLst>
          </p:cNvPr>
          <p:cNvSpPr>
            <a:spLocks noGrp="1"/>
          </p:cNvSpPr>
          <p:nvPr>
            <p:ph type="body" sz="quarter" idx="12"/>
          </p:nvPr>
        </p:nvSpPr>
        <p:spPr/>
        <p:txBody>
          <a:bodyPr/>
          <a:lstStyle/>
          <a:p>
            <a:r>
              <a:rPr lang="en-US" dirty="0"/>
              <a:t>Automation, Accuracy, Adaptability &amp; Accountability</a:t>
            </a:r>
          </a:p>
        </p:txBody>
      </p:sp>
      <p:sp>
        <p:nvSpPr>
          <p:cNvPr id="7" name="Content Placeholder 6">
            <a:extLst>
              <a:ext uri="{FF2B5EF4-FFF2-40B4-BE49-F238E27FC236}">
                <a16:creationId xmlns:a16="http://schemas.microsoft.com/office/drawing/2014/main" id="{FA7C879E-118E-4843-8863-0588B38F3DBB}"/>
              </a:ext>
            </a:extLst>
          </p:cNvPr>
          <p:cNvSpPr>
            <a:spLocks noGrp="1"/>
          </p:cNvSpPr>
          <p:nvPr>
            <p:ph sz="quarter" idx="11"/>
          </p:nvPr>
        </p:nvSpPr>
        <p:spPr/>
        <p:txBody>
          <a:bodyPr>
            <a:normAutofit fontScale="92500" lnSpcReduction="10000"/>
          </a:bodyPr>
          <a:lstStyle/>
          <a:p>
            <a:pPr marL="0" indent="0" algn="ctr">
              <a:buNone/>
            </a:pPr>
            <a:r>
              <a:rPr lang="en-US" i="1" dirty="0"/>
              <a:t>Its the “system” that’s important …</a:t>
            </a:r>
          </a:p>
          <a:p>
            <a:r>
              <a:rPr lang="en-US" b="1" u="sng" dirty="0">
                <a:solidFill>
                  <a:srgbClr val="92D050"/>
                </a:solidFill>
              </a:rPr>
              <a:t>A</a:t>
            </a:r>
            <a:r>
              <a:rPr lang="en-US" dirty="0"/>
              <a:t>utomation </a:t>
            </a:r>
          </a:p>
          <a:p>
            <a:pPr lvl="1"/>
            <a:r>
              <a:rPr lang="en-US" dirty="0"/>
              <a:t>Automation is key to reducing the decision lag ~ the time between observation and action, maximizing system effectiveness. </a:t>
            </a:r>
          </a:p>
          <a:p>
            <a:r>
              <a:rPr lang="en-US" b="1" u="sng" dirty="0">
                <a:solidFill>
                  <a:srgbClr val="92D050"/>
                </a:solidFill>
              </a:rPr>
              <a:t>A</a:t>
            </a:r>
            <a:r>
              <a:rPr lang="en-US" dirty="0"/>
              <a:t>ccuracy </a:t>
            </a:r>
          </a:p>
          <a:p>
            <a:pPr lvl="1"/>
            <a:r>
              <a:rPr lang="en-US" dirty="0"/>
              <a:t>Accuracy is a function of </a:t>
            </a:r>
            <a:r>
              <a:rPr lang="en-US" i="1" dirty="0"/>
              <a:t>problem definition</a:t>
            </a:r>
            <a:r>
              <a:rPr lang="en-US" dirty="0"/>
              <a:t>, </a:t>
            </a:r>
            <a:r>
              <a:rPr lang="en-US" i="1" dirty="0"/>
              <a:t>data engineering</a:t>
            </a:r>
            <a:r>
              <a:rPr lang="en-US" dirty="0"/>
              <a:t>, </a:t>
            </a:r>
            <a:r>
              <a:rPr lang="en-US" i="1" dirty="0"/>
              <a:t>breadth of supervised and unsupervised algorithms</a:t>
            </a:r>
            <a:r>
              <a:rPr lang="en-US" dirty="0"/>
              <a:t> &amp;  </a:t>
            </a:r>
            <a:r>
              <a:rPr lang="en-US" u="sng" dirty="0"/>
              <a:t>best practices </a:t>
            </a:r>
          </a:p>
          <a:p>
            <a:r>
              <a:rPr lang="en-US" b="1" u="sng" dirty="0">
                <a:solidFill>
                  <a:srgbClr val="92D050"/>
                </a:solidFill>
              </a:rPr>
              <a:t>A</a:t>
            </a:r>
            <a:r>
              <a:rPr lang="en-US" dirty="0"/>
              <a:t>daptability </a:t>
            </a:r>
          </a:p>
          <a:p>
            <a:pPr lvl="1"/>
            <a:r>
              <a:rPr lang="en-US" dirty="0"/>
              <a:t>Learning new and emerging patterns and threats within the data, minimizing detection lag, minimizing or eliminating model degradation overtime. </a:t>
            </a:r>
          </a:p>
          <a:p>
            <a:r>
              <a:rPr lang="en-US" b="1" u="sng" dirty="0">
                <a:solidFill>
                  <a:srgbClr val="92D050"/>
                </a:solidFill>
              </a:rPr>
              <a:t>A</a:t>
            </a:r>
            <a:r>
              <a:rPr lang="en-US" dirty="0"/>
              <a:t>ccountability </a:t>
            </a:r>
          </a:p>
          <a:p>
            <a:pPr lvl="1"/>
            <a:r>
              <a:rPr lang="en-US" dirty="0"/>
              <a:t>Consistency, interpretability, and governance of the system. AI Systems should produce interpretable results and artifacts, digestible by both the business an layman, its is the governance of automated systems more than just algorithmic accountability. </a:t>
            </a:r>
          </a:p>
        </p:txBody>
      </p:sp>
    </p:spTree>
    <p:extLst>
      <p:ext uri="{BB962C8B-B14F-4D97-AF65-F5344CB8AC3E}">
        <p14:creationId xmlns:p14="http://schemas.microsoft.com/office/powerpoint/2010/main" val="10787902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594D3F-841C-4A60-8981-143843841228}"/>
              </a:ext>
            </a:extLst>
          </p:cNvPr>
          <p:cNvSpPr>
            <a:spLocks noGrp="1"/>
          </p:cNvSpPr>
          <p:nvPr>
            <p:ph type="title"/>
          </p:nvPr>
        </p:nvSpPr>
        <p:spPr/>
        <p:txBody>
          <a:bodyPr/>
          <a:lstStyle/>
          <a:p>
            <a:r>
              <a:rPr lang="en-US" dirty="0"/>
              <a:t>Typical Flow </a:t>
            </a:r>
          </a:p>
        </p:txBody>
      </p:sp>
      <p:sp>
        <p:nvSpPr>
          <p:cNvPr id="6" name="Text Placeholder 5">
            <a:extLst>
              <a:ext uri="{FF2B5EF4-FFF2-40B4-BE49-F238E27FC236}">
                <a16:creationId xmlns:a16="http://schemas.microsoft.com/office/drawing/2014/main" id="{592621F2-CB7B-4895-8717-6D602C0A75F2}"/>
              </a:ext>
            </a:extLst>
          </p:cNvPr>
          <p:cNvSpPr>
            <a:spLocks noGrp="1"/>
          </p:cNvSpPr>
          <p:nvPr>
            <p:ph type="body" sz="quarter" idx="12"/>
          </p:nvPr>
        </p:nvSpPr>
        <p:spPr/>
        <p:txBody>
          <a:bodyPr/>
          <a:lstStyle/>
          <a:p>
            <a:r>
              <a:rPr lang="en-US" sz="2800" dirty="0"/>
              <a:t>Problem Definition, Model training, Integration to &amp; Monitoring </a:t>
            </a:r>
          </a:p>
        </p:txBody>
      </p:sp>
      <p:graphicFrame>
        <p:nvGraphicFramePr>
          <p:cNvPr id="7" name="Content Placeholder 6">
            <a:extLst>
              <a:ext uri="{FF2B5EF4-FFF2-40B4-BE49-F238E27FC236}">
                <a16:creationId xmlns:a16="http://schemas.microsoft.com/office/drawing/2014/main" id="{86B97CD0-D577-49B8-94C4-4A807C2AED4C}"/>
              </a:ext>
            </a:extLst>
          </p:cNvPr>
          <p:cNvGraphicFramePr>
            <a:graphicFrameLocks noGrp="1"/>
          </p:cNvGraphicFramePr>
          <p:nvPr>
            <p:ph sz="quarter" idx="11"/>
          </p:nvPr>
        </p:nvGraphicFramePr>
        <p:xfrm>
          <a:off x="836086" y="1354669"/>
          <a:ext cx="10519833" cy="4857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57584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4D3C2D-D04A-404F-A2D7-0614F598EE4C}"/>
              </a:ext>
            </a:extLst>
          </p:cNvPr>
          <p:cNvSpPr>
            <a:spLocks noGrp="1"/>
          </p:cNvSpPr>
          <p:nvPr>
            <p:ph type="title"/>
          </p:nvPr>
        </p:nvSpPr>
        <p:spPr/>
        <p:txBody>
          <a:bodyPr/>
          <a:lstStyle/>
          <a:p>
            <a:r>
              <a:rPr lang="en-US" dirty="0"/>
              <a:t>Evolution of Technology</a:t>
            </a:r>
          </a:p>
        </p:txBody>
      </p:sp>
      <p:sp>
        <p:nvSpPr>
          <p:cNvPr id="6" name="Text Placeholder 5">
            <a:extLst>
              <a:ext uri="{FF2B5EF4-FFF2-40B4-BE49-F238E27FC236}">
                <a16:creationId xmlns:a16="http://schemas.microsoft.com/office/drawing/2014/main" id="{A2A4C7AF-9F5E-4E4F-8FD7-5586CE0AD8C4}"/>
              </a:ext>
            </a:extLst>
          </p:cNvPr>
          <p:cNvSpPr>
            <a:spLocks noGrp="1"/>
          </p:cNvSpPr>
          <p:nvPr>
            <p:ph type="body" sz="quarter" idx="12"/>
          </p:nvPr>
        </p:nvSpPr>
        <p:spPr/>
        <p:txBody>
          <a:bodyPr/>
          <a:lstStyle/>
          <a:p>
            <a:r>
              <a:rPr lang="en-US" dirty="0"/>
              <a:t>It’s the system not the methods… </a:t>
            </a:r>
          </a:p>
        </p:txBody>
      </p:sp>
      <p:graphicFrame>
        <p:nvGraphicFramePr>
          <p:cNvPr id="7" name="Content Placeholder 6">
            <a:extLst>
              <a:ext uri="{FF2B5EF4-FFF2-40B4-BE49-F238E27FC236}">
                <a16:creationId xmlns:a16="http://schemas.microsoft.com/office/drawing/2014/main" id="{090E5E5E-1592-49CF-8FD8-DBFA1DE76675}"/>
              </a:ext>
            </a:extLst>
          </p:cNvPr>
          <p:cNvGraphicFramePr>
            <a:graphicFrameLocks noGrp="1"/>
          </p:cNvGraphicFramePr>
          <p:nvPr>
            <p:ph sz="quarter" idx="11"/>
          </p:nvPr>
        </p:nvGraphicFramePr>
        <p:xfrm>
          <a:off x="835153" y="2054516"/>
          <a:ext cx="10521951" cy="1128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8">
            <a:extLst>
              <a:ext uri="{FF2B5EF4-FFF2-40B4-BE49-F238E27FC236}">
                <a16:creationId xmlns:a16="http://schemas.microsoft.com/office/drawing/2014/main" id="{711B6534-C923-473A-8D4C-07A965D35000}"/>
              </a:ext>
            </a:extLst>
          </p:cNvPr>
          <p:cNvSpPr/>
          <p:nvPr/>
        </p:nvSpPr>
        <p:spPr>
          <a:xfrm>
            <a:off x="834899" y="1933953"/>
            <a:ext cx="10013196" cy="120563"/>
          </a:xfrm>
          <a:prstGeom prst="rect">
            <a:avLst/>
          </a:prstGeom>
          <a:gradFill flip="none" rotWithShape="1">
            <a:gsLst>
              <a:gs pos="0">
                <a:schemeClr val="accent5">
                  <a:lumMod val="40000"/>
                  <a:lumOff val="60000"/>
                  <a:shade val="30000"/>
                  <a:satMod val="115000"/>
                </a:schemeClr>
              </a:gs>
              <a:gs pos="50000">
                <a:schemeClr val="accent5">
                  <a:lumMod val="40000"/>
                  <a:lumOff val="60000"/>
                  <a:shade val="67500"/>
                  <a:satMod val="115000"/>
                </a:schemeClr>
              </a:gs>
              <a:gs pos="100000">
                <a:schemeClr val="accent5">
                  <a:lumMod val="40000"/>
                  <a:lumOff val="6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aphicFrame>
        <p:nvGraphicFramePr>
          <p:cNvPr id="12" name="Table 11">
            <a:extLst>
              <a:ext uri="{FF2B5EF4-FFF2-40B4-BE49-F238E27FC236}">
                <a16:creationId xmlns:a16="http://schemas.microsoft.com/office/drawing/2014/main" id="{E809D27B-A90F-474F-A645-8B2D07491DE0}"/>
              </a:ext>
            </a:extLst>
          </p:cNvPr>
          <p:cNvGraphicFramePr>
            <a:graphicFrameLocks noGrp="1"/>
          </p:cNvGraphicFramePr>
          <p:nvPr/>
        </p:nvGraphicFramePr>
        <p:xfrm>
          <a:off x="835151" y="3428999"/>
          <a:ext cx="10521697" cy="2522790"/>
        </p:xfrm>
        <a:graphic>
          <a:graphicData uri="http://schemas.openxmlformats.org/drawingml/2006/table">
            <a:tbl>
              <a:tblPr>
                <a:tableStyleId>{5C22544A-7EE6-4342-B048-85BDC9FD1C3A}</a:tableStyleId>
              </a:tblPr>
              <a:tblGrid>
                <a:gridCol w="1952251">
                  <a:extLst>
                    <a:ext uri="{9D8B030D-6E8A-4147-A177-3AD203B41FA5}">
                      <a16:colId xmlns:a16="http://schemas.microsoft.com/office/drawing/2014/main" val="3264227118"/>
                    </a:ext>
                  </a:extLst>
                </a:gridCol>
                <a:gridCol w="2256429">
                  <a:extLst>
                    <a:ext uri="{9D8B030D-6E8A-4147-A177-3AD203B41FA5}">
                      <a16:colId xmlns:a16="http://schemas.microsoft.com/office/drawing/2014/main" val="4066139306"/>
                    </a:ext>
                  </a:extLst>
                </a:gridCol>
                <a:gridCol w="2104339">
                  <a:extLst>
                    <a:ext uri="{9D8B030D-6E8A-4147-A177-3AD203B41FA5}">
                      <a16:colId xmlns:a16="http://schemas.microsoft.com/office/drawing/2014/main" val="264292082"/>
                    </a:ext>
                  </a:extLst>
                </a:gridCol>
                <a:gridCol w="2104339">
                  <a:extLst>
                    <a:ext uri="{9D8B030D-6E8A-4147-A177-3AD203B41FA5}">
                      <a16:colId xmlns:a16="http://schemas.microsoft.com/office/drawing/2014/main" val="2771601374"/>
                    </a:ext>
                  </a:extLst>
                </a:gridCol>
                <a:gridCol w="2104339">
                  <a:extLst>
                    <a:ext uri="{9D8B030D-6E8A-4147-A177-3AD203B41FA5}">
                      <a16:colId xmlns:a16="http://schemas.microsoft.com/office/drawing/2014/main" val="422313863"/>
                    </a:ext>
                  </a:extLst>
                </a:gridCol>
              </a:tblGrid>
              <a:tr h="781335">
                <a:tc>
                  <a:txBody>
                    <a:bodyPr/>
                    <a:lstStyle/>
                    <a:p>
                      <a:pPr algn="ctr"/>
                      <a:r>
                        <a:rPr lang="en-US" sz="1900" b="1" dirty="0">
                          <a:solidFill>
                            <a:schemeClr val="accent4">
                              <a:lumMod val="20000"/>
                              <a:lumOff val="80000"/>
                            </a:schemeClr>
                          </a:solidFill>
                        </a:rPr>
                        <a:t>Rules &amp; Scenarios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900" b="1" dirty="0">
                          <a:solidFill>
                            <a:schemeClr val="accent4">
                              <a:lumMod val="20000"/>
                              <a:lumOff val="80000"/>
                            </a:schemeClr>
                          </a:solidFill>
                        </a:rPr>
                        <a:t>Pattern Analysis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Robotic Process Automation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Unstructured Analysis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i="1" dirty="0">
                          <a:solidFill>
                            <a:schemeClr val="accent6">
                              <a:lumMod val="60000"/>
                              <a:lumOff val="40000"/>
                            </a:schemeClr>
                          </a:solidFill>
                        </a:rPr>
                        <a:t>Machine &amp; Deep Learning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63544180"/>
                  </a:ext>
                </a:extLst>
              </a:tr>
              <a:tr h="781335">
                <a:tc>
                  <a:txBody>
                    <a:bodyPr/>
                    <a:lstStyle/>
                    <a:p>
                      <a:pPr algn="ctr"/>
                      <a:r>
                        <a:rPr lang="en-US" sz="1900" b="1" dirty="0">
                          <a:solidFill>
                            <a:schemeClr val="accent4">
                              <a:lumMod val="20000"/>
                              <a:lumOff val="80000"/>
                            </a:schemeClr>
                          </a:solidFill>
                        </a:rPr>
                        <a:t>Threshold Tuning</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Statistical Analysis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Alert / Case Triage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Entity &amp; Network Analytics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i="1" dirty="0">
                          <a:solidFill>
                            <a:schemeClr val="accent6">
                              <a:lumMod val="60000"/>
                              <a:lumOff val="40000"/>
                            </a:schemeClr>
                          </a:solidFill>
                        </a:rPr>
                        <a:t>Adaptive Computation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85562359"/>
                  </a:ext>
                </a:extLst>
              </a:tr>
              <a:tr h="944880">
                <a:tc>
                  <a:txBody>
                    <a:bodyPr/>
                    <a:lstStyle/>
                    <a:p>
                      <a:pPr algn="ctr"/>
                      <a:r>
                        <a:rPr lang="en-US" sz="1900" b="1" dirty="0">
                          <a:solidFill>
                            <a:schemeClr val="accent4">
                              <a:lumMod val="20000"/>
                              <a:lumOff val="80000"/>
                            </a:schemeClr>
                          </a:solidFill>
                        </a:rPr>
                        <a:t>Name Matching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Visualization/ Exploration /  Dashboards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dirty="0">
                          <a:solidFill>
                            <a:schemeClr val="accent4">
                              <a:lumMod val="20000"/>
                              <a:lumOff val="80000"/>
                            </a:schemeClr>
                          </a:solidFill>
                        </a:rPr>
                        <a:t>Workflow / Process Orchestration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i="1" dirty="0">
                          <a:solidFill>
                            <a:schemeClr val="accent4">
                              <a:lumMod val="20000"/>
                              <a:lumOff val="80000"/>
                            </a:schemeClr>
                          </a:solidFill>
                        </a:rPr>
                        <a:t>Natural</a:t>
                      </a:r>
                      <a:r>
                        <a:rPr lang="en-US" sz="1900" b="1" dirty="0">
                          <a:solidFill>
                            <a:schemeClr val="accent4">
                              <a:lumMod val="20000"/>
                              <a:lumOff val="80000"/>
                            </a:schemeClr>
                          </a:solidFill>
                        </a:rPr>
                        <a:t> Language Generation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900" b="1" i="1" dirty="0">
                          <a:solidFill>
                            <a:schemeClr val="accent6">
                              <a:lumMod val="60000"/>
                              <a:lumOff val="40000"/>
                            </a:schemeClr>
                          </a:solidFill>
                        </a:rPr>
                        <a:t>Adversarial &amp; Reinforcement Learners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5380022"/>
                  </a:ext>
                </a:extLst>
              </a:tr>
            </a:tbl>
          </a:graphicData>
        </a:graphic>
      </p:graphicFrame>
    </p:spTree>
    <p:extLst>
      <p:ext uri="{BB962C8B-B14F-4D97-AF65-F5344CB8AC3E}">
        <p14:creationId xmlns:p14="http://schemas.microsoft.com/office/powerpoint/2010/main" val="322849796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3" cstate="hqprint">
            <a:extLst>
              <a:ext uri="{28A0092B-C50C-407E-A947-70E740481C1C}">
                <a14:useLocalDpi xmlns:a14="http://schemas.microsoft.com/office/drawing/2010/main"/>
              </a:ext>
            </a:extLst>
          </a:blip>
          <a:srcRect r="5555"/>
          <a:stretch/>
        </p:blipFill>
        <p:spPr>
          <a:xfrm>
            <a:off x="329495" y="1130801"/>
            <a:ext cx="5055717" cy="4483199"/>
          </a:xfrm>
          <a:prstGeom prst="rect">
            <a:avLst/>
          </a:prstGeom>
          <a:ln>
            <a:solidFill>
              <a:srgbClr val="003E74"/>
            </a:solidFill>
          </a:ln>
          <a:effectLst>
            <a:outerShdw blurRad="190500" algn="tl" rotWithShape="0">
              <a:srgbClr val="000000">
                <a:alpha val="70000"/>
              </a:srgbClr>
            </a:outerShdw>
          </a:effectLst>
        </p:spPr>
      </p:pic>
      <p:sp>
        <p:nvSpPr>
          <p:cNvPr id="2" name="Title 1"/>
          <p:cNvSpPr>
            <a:spLocks noGrp="1"/>
          </p:cNvSpPr>
          <p:nvPr>
            <p:ph type="title"/>
          </p:nvPr>
        </p:nvSpPr>
        <p:spPr/>
        <p:txBody>
          <a:bodyPr/>
          <a:lstStyle/>
          <a:p>
            <a:r>
              <a:rPr lang="en-US" dirty="0">
                <a:solidFill>
                  <a:schemeClr val="tx1">
                    <a:lumMod val="75000"/>
                    <a:lumOff val="25000"/>
                  </a:schemeClr>
                </a:solidFill>
              </a:rPr>
              <a:t>Free Range Data Science != Productivity</a:t>
            </a:r>
          </a:p>
        </p:txBody>
      </p:sp>
      <p:pic>
        <p:nvPicPr>
          <p:cNvPr id="5" name="Picture 4"/>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2733016" y="3132898"/>
            <a:ext cx="5471769" cy="3396701"/>
          </a:xfrm>
          <a:prstGeom prst="rect">
            <a:avLst/>
          </a:prstGeom>
          <a:ln>
            <a:solidFill>
              <a:srgbClr val="003E74"/>
            </a:solid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282064B1-E041-4E4D-803E-87166BD3129C}"/>
              </a:ext>
            </a:extLst>
          </p:cNvPr>
          <p:cNvPicPr>
            <a:picLocks noChangeAspect="1"/>
          </p:cNvPicPr>
          <p:nvPr/>
        </p:nvPicPr>
        <p:blipFill>
          <a:blip r:embed="rId5"/>
          <a:stretch>
            <a:fillRect/>
          </a:stretch>
        </p:blipFill>
        <p:spPr>
          <a:xfrm>
            <a:off x="4990243" y="1014083"/>
            <a:ext cx="4720955" cy="4237631"/>
          </a:xfrm>
          <a:prstGeom prst="rect">
            <a:avLst/>
          </a:prstGeom>
          <a:ln>
            <a:solidFill>
              <a:schemeClr val="accent3">
                <a:lumMod val="20000"/>
                <a:lumOff val="80000"/>
              </a:schemeClr>
            </a:solidFill>
          </a:ln>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935FE82D-3CE5-42C6-984B-CC4BA1581DBC}"/>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a:xfrm>
            <a:off x="6912708" y="2867729"/>
            <a:ext cx="5055717" cy="34856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4237890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E855EDA6-A041-B438-1ACC-E532F3FA5774}"/>
              </a:ext>
            </a:extLst>
          </p:cNvPr>
          <p:cNvPicPr>
            <a:picLocks noGrp="1" noChangeAspect="1"/>
          </p:cNvPicPr>
          <p:nvPr>
            <p:ph idx="1"/>
          </p:nvPr>
        </p:nvPicPr>
        <p:blipFill>
          <a:blip r:embed="rId2"/>
          <a:stretch>
            <a:fillRect/>
          </a:stretch>
        </p:blipFill>
        <p:spPr>
          <a:xfrm>
            <a:off x="351693" y="376415"/>
            <a:ext cx="10663310" cy="6366155"/>
          </a:xfrm>
        </p:spPr>
      </p:pic>
      <p:pic>
        <p:nvPicPr>
          <p:cNvPr id="18" name="Picture 17">
            <a:extLst>
              <a:ext uri="{FF2B5EF4-FFF2-40B4-BE49-F238E27FC236}">
                <a16:creationId xmlns:a16="http://schemas.microsoft.com/office/drawing/2014/main" id="{BB3E6FFC-43C6-7F23-4CF6-B5E97FD7DA90}"/>
              </a:ext>
            </a:extLst>
          </p:cNvPr>
          <p:cNvPicPr>
            <a:picLocks noChangeAspect="1"/>
          </p:cNvPicPr>
          <p:nvPr/>
        </p:nvPicPr>
        <p:blipFill>
          <a:blip r:embed="rId3"/>
          <a:stretch>
            <a:fillRect/>
          </a:stretch>
        </p:blipFill>
        <p:spPr>
          <a:xfrm>
            <a:off x="1383323" y="465137"/>
            <a:ext cx="9425354" cy="6277433"/>
          </a:xfrm>
          <a:prstGeom prst="rect">
            <a:avLst/>
          </a:prstGeom>
        </p:spPr>
      </p:pic>
    </p:spTree>
    <p:extLst>
      <p:ext uri="{BB962C8B-B14F-4D97-AF65-F5344CB8AC3E}">
        <p14:creationId xmlns:p14="http://schemas.microsoft.com/office/powerpoint/2010/main" val="73213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00CB30-3012-C4FB-3E2B-2C8506069B18}"/>
              </a:ext>
            </a:extLst>
          </p:cNvPr>
          <p:cNvSpPr>
            <a:spLocks noGrp="1"/>
          </p:cNvSpPr>
          <p:nvPr>
            <p:ph type="title"/>
          </p:nvPr>
        </p:nvSpPr>
        <p:spPr/>
        <p:txBody>
          <a:bodyPr/>
          <a:lstStyle/>
          <a:p>
            <a:r>
              <a:rPr lang="en-US" dirty="0" err="1"/>
              <a:t>ChatGPT</a:t>
            </a:r>
            <a:r>
              <a:rPr lang="en-US" dirty="0"/>
              <a:t> has caught people’s attention</a:t>
            </a:r>
          </a:p>
        </p:txBody>
      </p:sp>
      <p:sp>
        <p:nvSpPr>
          <p:cNvPr id="8" name="Content Placeholder 7">
            <a:extLst>
              <a:ext uri="{FF2B5EF4-FFF2-40B4-BE49-F238E27FC236}">
                <a16:creationId xmlns:a16="http://schemas.microsoft.com/office/drawing/2014/main" id="{486E3D95-8B67-BACC-EACC-29EE4CF04BF1}"/>
              </a:ext>
            </a:extLst>
          </p:cNvPr>
          <p:cNvSpPr>
            <a:spLocks noGrp="1"/>
          </p:cNvSpPr>
          <p:nvPr>
            <p:ph idx="1"/>
          </p:nvPr>
        </p:nvSpPr>
        <p:spPr/>
        <p:txBody>
          <a:bodyPr>
            <a:normAutofit/>
          </a:bodyPr>
          <a:lstStyle/>
          <a:p>
            <a:r>
              <a:rPr lang="en-US" sz="2800" dirty="0"/>
              <a:t>Time it took to reach 1 million users</a:t>
            </a:r>
          </a:p>
          <a:p>
            <a:pPr lvl="1"/>
            <a:r>
              <a:rPr lang="en-US" sz="2400" dirty="0"/>
              <a:t>Netflix – 3.5 years</a:t>
            </a:r>
          </a:p>
          <a:p>
            <a:pPr lvl="1"/>
            <a:r>
              <a:rPr lang="en-US" sz="2400" dirty="0"/>
              <a:t>Airbnb – 2.5 years</a:t>
            </a:r>
          </a:p>
          <a:p>
            <a:pPr lvl="1"/>
            <a:r>
              <a:rPr lang="en-US" sz="2400" dirty="0"/>
              <a:t>Facebook – 10 months</a:t>
            </a:r>
          </a:p>
          <a:p>
            <a:pPr lvl="1"/>
            <a:r>
              <a:rPr lang="en-US" sz="2400" dirty="0"/>
              <a:t>Spotify – 5 months</a:t>
            </a:r>
          </a:p>
          <a:p>
            <a:pPr lvl="1"/>
            <a:r>
              <a:rPr lang="en-US" sz="2400" dirty="0"/>
              <a:t>Instagram – 74 days</a:t>
            </a:r>
          </a:p>
          <a:p>
            <a:pPr lvl="1"/>
            <a:r>
              <a:rPr lang="en-US" sz="2400" dirty="0" err="1"/>
              <a:t>ChatGPT</a:t>
            </a:r>
            <a:r>
              <a:rPr lang="en-US" sz="2400" dirty="0"/>
              <a:t> – 5 days</a:t>
            </a:r>
          </a:p>
          <a:p>
            <a:pPr marL="0" indent="0">
              <a:buNone/>
            </a:pPr>
            <a:endParaRPr lang="en-US" sz="2800" dirty="0"/>
          </a:p>
        </p:txBody>
      </p:sp>
      <p:pic>
        <p:nvPicPr>
          <p:cNvPr id="5" name="Picture 2" descr="r/QuotesPorn - &quot;There are decades where nothing happens; and there are weeks where decades happen.&quot; Vladimir Ilyich Lenin">
            <a:extLst>
              <a:ext uri="{FF2B5EF4-FFF2-40B4-BE49-F238E27FC236}">
                <a16:creationId xmlns:a16="http://schemas.microsoft.com/office/drawing/2014/main" id="{A6BE0A5D-9D79-4D75-A079-7BF8FAF5D6C6}"/>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a:ext>
            </a:extLst>
          </a:blip>
          <a:srcRect/>
          <a:stretch>
            <a:fillRect/>
          </a:stretch>
        </p:blipFill>
        <p:spPr bwMode="auto">
          <a:xfrm>
            <a:off x="5702175" y="2794131"/>
            <a:ext cx="5181600" cy="2894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212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F4182-D338-113B-9A5D-406C5D4F57F5}"/>
              </a:ext>
            </a:extLst>
          </p:cNvPr>
          <p:cNvSpPr>
            <a:spLocks noGrp="1"/>
          </p:cNvSpPr>
          <p:nvPr>
            <p:ph type="title"/>
          </p:nvPr>
        </p:nvSpPr>
        <p:spPr/>
        <p:txBody>
          <a:bodyPr/>
          <a:lstStyle/>
          <a:p>
            <a:r>
              <a:rPr lang="en-US" dirty="0"/>
              <a:t>Our Predictions About AI Are Probably Wrong</a:t>
            </a:r>
          </a:p>
        </p:txBody>
      </p:sp>
      <p:sp>
        <p:nvSpPr>
          <p:cNvPr id="4" name="Slide Number Placeholder 3">
            <a:extLst>
              <a:ext uri="{FF2B5EF4-FFF2-40B4-BE49-F238E27FC236}">
                <a16:creationId xmlns:a16="http://schemas.microsoft.com/office/drawing/2014/main" id="{D9C698FA-5B5E-9BA0-DBEB-307A204E8FD9}"/>
              </a:ext>
            </a:extLst>
          </p:cNvPr>
          <p:cNvSpPr>
            <a:spLocks noGrp="1"/>
          </p:cNvSpPr>
          <p:nvPr>
            <p:ph type="sldNum" sz="quarter" idx="12"/>
          </p:nvPr>
        </p:nvSpPr>
        <p:spPr/>
        <p:txBody>
          <a:bodyPr/>
          <a:lstStyle/>
          <a:p>
            <a:fld id="{02456A73-CB17-B748-BD2A-A20F5DD59EC7}" type="slidenum">
              <a:rPr lang="en-US" smtClean="0"/>
              <a:pPr/>
              <a:t>13</a:t>
            </a:fld>
            <a:endParaRPr lang="en-US" dirty="0"/>
          </a:p>
        </p:txBody>
      </p:sp>
      <p:pic>
        <p:nvPicPr>
          <p:cNvPr id="2050" name="Picture 2" descr="Scott Rotary Web Printing Press – Old Book Illustrations">
            <a:extLst>
              <a:ext uri="{FF2B5EF4-FFF2-40B4-BE49-F238E27FC236}">
                <a16:creationId xmlns:a16="http://schemas.microsoft.com/office/drawing/2014/main" id="{CC65564B-3599-48CE-82C7-65E52D852AC0}"/>
              </a:ext>
            </a:extLst>
          </p:cNvPr>
          <p:cNvPicPr>
            <a:picLocks noGrp="1" noChangeAspect="1" noChangeArrowheads="1"/>
          </p:cNvPicPr>
          <p:nvPr>
            <p:ph idx="1"/>
          </p:nvPr>
        </p:nvPicPr>
        <p:blipFill>
          <a:blip r:embed="rId2">
            <a:extLst>
              <a:ext uri="{28A0092B-C50C-407E-A947-70E740481C1C}">
                <a14:useLocalDpi xmlns:a14="http://schemas.microsoft.com/office/drawing/2010/main"/>
              </a:ext>
            </a:extLst>
          </a:blip>
          <a:srcRect/>
          <a:stretch>
            <a:fillRect/>
          </a:stretch>
        </p:blipFill>
        <p:spPr bwMode="auto">
          <a:xfrm>
            <a:off x="2502788" y="2170656"/>
            <a:ext cx="5030617" cy="315893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C103746-4C05-BE50-CC94-8FEA00C42B56}"/>
              </a:ext>
            </a:extLst>
          </p:cNvPr>
          <p:cNvSpPr txBox="1"/>
          <p:nvPr/>
        </p:nvSpPr>
        <p:spPr>
          <a:xfrm>
            <a:off x="664633" y="1243412"/>
            <a:ext cx="6100996" cy="1200329"/>
          </a:xfrm>
          <a:prstGeom prst="rect">
            <a:avLst/>
          </a:prstGeom>
          <a:noFill/>
        </p:spPr>
        <p:txBody>
          <a:bodyPr wrap="square">
            <a:spAutoFit/>
          </a:bodyPr>
          <a:lstStyle/>
          <a:p>
            <a:r>
              <a:rPr lang="en-US" b="0" i="0" dirty="0">
                <a:solidFill>
                  <a:srgbClr val="000000"/>
                </a:solidFill>
                <a:effectLst/>
                <a:latin typeface="AGaramondPro"/>
              </a:rPr>
              <a:t>When people can publish whatever, they want, they do. The printing press made individual books more uniform and more numerous, but it also put the idea of universal truth up for grabs</a:t>
            </a:r>
            <a:r>
              <a:rPr lang="en-US" dirty="0">
                <a:solidFill>
                  <a:srgbClr val="000000"/>
                </a:solidFill>
                <a:latin typeface="AGaramondPro"/>
              </a:rPr>
              <a:t> – Eisenstein 1996</a:t>
            </a:r>
            <a:endParaRPr lang="en-US" dirty="0"/>
          </a:p>
        </p:txBody>
      </p:sp>
      <p:sp>
        <p:nvSpPr>
          <p:cNvPr id="8" name="TextBox 7">
            <a:extLst>
              <a:ext uri="{FF2B5EF4-FFF2-40B4-BE49-F238E27FC236}">
                <a16:creationId xmlns:a16="http://schemas.microsoft.com/office/drawing/2014/main" id="{1308D0BE-BB5F-2166-4C7A-E5BFF4BDA72E}"/>
              </a:ext>
            </a:extLst>
          </p:cNvPr>
          <p:cNvSpPr txBox="1"/>
          <p:nvPr/>
        </p:nvSpPr>
        <p:spPr>
          <a:xfrm>
            <a:off x="286871" y="4687344"/>
            <a:ext cx="5454362" cy="2031325"/>
          </a:xfrm>
          <a:prstGeom prst="rect">
            <a:avLst/>
          </a:prstGeom>
          <a:solidFill>
            <a:schemeClr val="bg2">
              <a:lumMod val="90000"/>
            </a:schemeClr>
          </a:solidFill>
        </p:spPr>
        <p:txBody>
          <a:bodyPr wrap="square">
            <a:spAutoFit/>
          </a:bodyPr>
          <a:lstStyle/>
          <a:p>
            <a:r>
              <a:rPr lang="en-US" dirty="0">
                <a:solidFill>
                  <a:srgbClr val="374151"/>
                </a:solidFill>
                <a:effectLst/>
                <a:latin typeface="Avenir Book" panose="02000503020000020003" pitchFamily="2" charset="0"/>
                <a:ea typeface="Menlo" panose="020B0609030804020204" pitchFamily="49" charset="0"/>
                <a:cs typeface="Menlo" panose="020B0609030804020204" pitchFamily="49" charset="0"/>
              </a:rPr>
              <a:t>During the early days of the printing press, there were certainly those in positions of power who sought to suppress it. They recognized the potential for the printing press to disrupt existing power structures and challenge the status quo, and they sought to control the dissemination of information to maintain their authority.</a:t>
            </a:r>
            <a:endParaRPr lang="en-US" dirty="0">
              <a:latin typeface="Avenir Book" panose="02000503020000020003" pitchFamily="2" charset="0"/>
              <a:ea typeface="Menlo" panose="020B0609030804020204" pitchFamily="49" charset="0"/>
              <a:cs typeface="Menlo" panose="020B0609030804020204" pitchFamily="49" charset="0"/>
            </a:endParaRPr>
          </a:p>
        </p:txBody>
      </p:sp>
      <p:sp>
        <p:nvSpPr>
          <p:cNvPr id="10" name="TextBox 9">
            <a:extLst>
              <a:ext uri="{FF2B5EF4-FFF2-40B4-BE49-F238E27FC236}">
                <a16:creationId xmlns:a16="http://schemas.microsoft.com/office/drawing/2014/main" id="{DBA1B3B3-E600-9A27-82D7-C850E30750EB}"/>
              </a:ext>
            </a:extLst>
          </p:cNvPr>
          <p:cNvSpPr txBox="1"/>
          <p:nvPr/>
        </p:nvSpPr>
        <p:spPr>
          <a:xfrm>
            <a:off x="7317898" y="3117683"/>
            <a:ext cx="4217872" cy="2585323"/>
          </a:xfrm>
          <a:prstGeom prst="rect">
            <a:avLst/>
          </a:prstGeom>
          <a:solidFill>
            <a:schemeClr val="accent5">
              <a:lumMod val="20000"/>
              <a:lumOff val="80000"/>
            </a:schemeClr>
          </a:solidFill>
        </p:spPr>
        <p:txBody>
          <a:bodyPr wrap="square">
            <a:spAutoFit/>
          </a:bodyPr>
          <a:lstStyle/>
          <a:p>
            <a:r>
              <a:rPr lang="en-US" dirty="0">
                <a:solidFill>
                  <a:srgbClr val="374151"/>
                </a:solidFill>
                <a:latin typeface="Söhne"/>
              </a:rPr>
              <a:t>W</a:t>
            </a:r>
            <a:r>
              <a:rPr lang="en-US" b="0" i="0" dirty="0">
                <a:solidFill>
                  <a:srgbClr val="374151"/>
                </a:solidFill>
                <a:effectLst/>
                <a:latin typeface="Söhne"/>
              </a:rPr>
              <a:t>hile </a:t>
            </a:r>
            <a:r>
              <a:rPr lang="en-US" b="0" i="0" dirty="0" err="1">
                <a:solidFill>
                  <a:srgbClr val="374151"/>
                </a:solidFill>
                <a:effectLst/>
                <a:latin typeface="Söhne"/>
              </a:rPr>
              <a:t>ChatGPT</a:t>
            </a:r>
            <a:r>
              <a:rPr lang="en-US" b="0" i="0" dirty="0">
                <a:solidFill>
                  <a:srgbClr val="374151"/>
                </a:solidFill>
                <a:effectLst/>
                <a:latin typeface="Söhne"/>
              </a:rPr>
              <a:t> and other AI technologies certainly have the potential to disrupt existing power structures, their implications are not necessarily rooted in challenging authority or disseminating information. Rather, they are more focused on improving and enhancing human capabilities, such as communication, problem-solving, and decision-making.</a:t>
            </a:r>
            <a:endParaRPr lang="en-US" dirty="0"/>
          </a:p>
        </p:txBody>
      </p:sp>
    </p:spTree>
    <p:extLst>
      <p:ext uri="{BB962C8B-B14F-4D97-AF65-F5344CB8AC3E}">
        <p14:creationId xmlns:p14="http://schemas.microsoft.com/office/powerpoint/2010/main" val="1541000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B093-5B94-D1AD-0233-16F88048029F}"/>
              </a:ext>
            </a:extLst>
          </p:cNvPr>
          <p:cNvSpPr>
            <a:spLocks noGrp="1"/>
          </p:cNvSpPr>
          <p:nvPr>
            <p:ph type="title"/>
          </p:nvPr>
        </p:nvSpPr>
        <p:spPr>
          <a:xfrm>
            <a:off x="664633" y="134471"/>
            <a:ext cx="10075084" cy="995082"/>
          </a:xfrm>
        </p:spPr>
        <p:txBody>
          <a:bodyPr anchor="b">
            <a:normAutofit/>
          </a:bodyPr>
          <a:lstStyle/>
          <a:p>
            <a:r>
              <a:rPr lang="en-US" dirty="0"/>
              <a:t>Key Innovations</a:t>
            </a:r>
          </a:p>
        </p:txBody>
      </p:sp>
      <p:sp>
        <p:nvSpPr>
          <p:cNvPr id="11" name="Slide Number Placeholder 3">
            <a:extLst>
              <a:ext uri="{FF2B5EF4-FFF2-40B4-BE49-F238E27FC236}">
                <a16:creationId xmlns:a16="http://schemas.microsoft.com/office/drawing/2014/main" id="{4C4DA41A-D339-BD9D-7F7D-6498E50F5C1D}"/>
              </a:ext>
            </a:extLst>
          </p:cNvPr>
          <p:cNvSpPr>
            <a:spLocks noGrp="1"/>
          </p:cNvSpPr>
          <p:nvPr>
            <p:ph type="sldNum" sz="quarter" idx="12"/>
          </p:nvPr>
        </p:nvSpPr>
        <p:spPr>
          <a:xfrm>
            <a:off x="11074400" y="242235"/>
            <a:ext cx="738717" cy="365125"/>
          </a:xfrm>
        </p:spPr>
        <p:txBody>
          <a:bodyPr/>
          <a:lstStyle/>
          <a:p>
            <a:pPr>
              <a:spcAft>
                <a:spcPts val="600"/>
              </a:spcAft>
            </a:pPr>
            <a:fld id="{02456A73-CB17-B748-BD2A-A20F5DD59EC7}" type="slidenum">
              <a:rPr lang="en-US" smtClean="0">
                <a:solidFill>
                  <a:srgbClr val="FFFFFF"/>
                </a:solidFill>
                <a:latin typeface="Franklin Gothic Book"/>
              </a:rPr>
              <a:pPr>
                <a:spcAft>
                  <a:spcPts val="600"/>
                </a:spcAft>
              </a:pPr>
              <a:t>14</a:t>
            </a:fld>
            <a:endParaRPr lang="en-US">
              <a:solidFill>
                <a:srgbClr val="FFFFFF"/>
              </a:solidFill>
              <a:latin typeface="Franklin Gothic Book"/>
            </a:endParaRPr>
          </a:p>
        </p:txBody>
      </p:sp>
      <p:sp>
        <p:nvSpPr>
          <p:cNvPr id="13" name="Text Placeholder 4">
            <a:extLst>
              <a:ext uri="{FF2B5EF4-FFF2-40B4-BE49-F238E27FC236}">
                <a16:creationId xmlns:a16="http://schemas.microsoft.com/office/drawing/2014/main" id="{E19BFEEC-D700-883C-80C2-E787D4B0BFE3}"/>
              </a:ext>
            </a:extLst>
          </p:cNvPr>
          <p:cNvSpPr>
            <a:spLocks noGrp="1"/>
          </p:cNvSpPr>
          <p:nvPr>
            <p:ph type="body" sz="half" idx="2"/>
          </p:nvPr>
        </p:nvSpPr>
        <p:spPr>
          <a:xfrm>
            <a:off x="664691" y="1129553"/>
            <a:ext cx="10078613" cy="774700"/>
          </a:xfrm>
        </p:spPr>
        <p:txBody>
          <a:bodyPr/>
          <a:lstStyle/>
          <a:p>
            <a:r>
              <a:rPr lang="en-US" dirty="0"/>
              <a:t>Powering AI Today</a:t>
            </a:r>
          </a:p>
        </p:txBody>
      </p:sp>
      <p:graphicFrame>
        <p:nvGraphicFramePr>
          <p:cNvPr id="8" name="Content Placeholder 4">
            <a:extLst>
              <a:ext uri="{FF2B5EF4-FFF2-40B4-BE49-F238E27FC236}">
                <a16:creationId xmlns:a16="http://schemas.microsoft.com/office/drawing/2014/main" id="{B344ACD1-2433-DD90-CA54-7CC533AFD424}"/>
              </a:ext>
            </a:extLst>
          </p:cNvPr>
          <p:cNvGraphicFramePr>
            <a:graphicFrameLocks noGrp="1"/>
          </p:cNvGraphicFramePr>
          <p:nvPr>
            <p:ph idx="1"/>
          </p:nvPr>
        </p:nvGraphicFramePr>
        <p:xfrm>
          <a:off x="664633" y="1981201"/>
          <a:ext cx="10075084" cy="4144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2416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64090-ACB7-8A32-6C4D-3DAD96139CFB}"/>
              </a:ext>
            </a:extLst>
          </p:cNvPr>
          <p:cNvSpPr>
            <a:spLocks noGrp="1"/>
          </p:cNvSpPr>
          <p:nvPr>
            <p:ph type="title"/>
          </p:nvPr>
        </p:nvSpPr>
        <p:spPr/>
        <p:txBody>
          <a:bodyPr/>
          <a:lstStyle/>
          <a:p>
            <a:r>
              <a:rPr lang="en-US" dirty="0"/>
              <a:t>Generative AI</a:t>
            </a:r>
          </a:p>
        </p:txBody>
      </p:sp>
      <p:pic>
        <p:nvPicPr>
          <p:cNvPr id="4" name="Content Placeholder 3">
            <a:extLst>
              <a:ext uri="{FF2B5EF4-FFF2-40B4-BE49-F238E27FC236}">
                <a16:creationId xmlns:a16="http://schemas.microsoft.com/office/drawing/2014/main" id="{57B73471-4251-463D-1E1E-0E9186817563}"/>
              </a:ext>
            </a:extLst>
          </p:cNvPr>
          <p:cNvPicPr>
            <a:picLocks noGrp="1" noChangeAspect="1"/>
          </p:cNvPicPr>
          <p:nvPr>
            <p:ph idx="1"/>
          </p:nvPr>
        </p:nvPicPr>
        <p:blipFill>
          <a:blip r:embed="rId2" cstate="hqprint">
            <a:extLst>
              <a:ext uri="{28A0092B-C50C-407E-A947-70E740481C1C}">
                <a14:useLocalDpi xmlns:a14="http://schemas.microsoft.com/office/drawing/2010/main"/>
              </a:ext>
            </a:extLst>
          </a:blip>
          <a:stretch>
            <a:fillRect/>
          </a:stretch>
        </p:blipFill>
        <p:spPr>
          <a:xfrm>
            <a:off x="838200" y="1690688"/>
            <a:ext cx="6535952" cy="3789363"/>
          </a:xfrm>
          <a:prstGeom prst="rect">
            <a:avLst/>
          </a:prstGeom>
        </p:spPr>
      </p:pic>
      <p:sp>
        <p:nvSpPr>
          <p:cNvPr id="6" name="TextBox 5">
            <a:extLst>
              <a:ext uri="{FF2B5EF4-FFF2-40B4-BE49-F238E27FC236}">
                <a16:creationId xmlns:a16="http://schemas.microsoft.com/office/drawing/2014/main" id="{8B518FC2-7D5D-7885-7C23-B1ABADA60BBC}"/>
              </a:ext>
            </a:extLst>
          </p:cNvPr>
          <p:cNvSpPr txBox="1"/>
          <p:nvPr/>
        </p:nvSpPr>
        <p:spPr>
          <a:xfrm>
            <a:off x="510776" y="5790982"/>
            <a:ext cx="11890773"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https://</a:t>
            </a:r>
            <a:r>
              <a:rPr kumimoji="0" lang="en-US" sz="1800" b="0" i="0" u="none" strike="noStrike" kern="1200" cap="none" spc="0" normalizeH="0" baseline="0" noProof="0" dirty="0" err="1">
                <a:ln>
                  <a:noFill/>
                </a:ln>
                <a:solidFill>
                  <a:srgbClr val="000000"/>
                </a:solidFill>
                <a:effectLst/>
                <a:uLnTx/>
                <a:uFillTx/>
                <a:latin typeface="Arial" panose="020B0604020202020204"/>
                <a:ea typeface="+mn-ea"/>
                <a:cs typeface="+mn-cs"/>
              </a:rPr>
              <a:t>www.mckinsey.com</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/featured-insights/</a:t>
            </a:r>
            <a:r>
              <a:rPr kumimoji="0" lang="en-US" sz="1800" b="0" i="0" u="none" strike="noStrike" kern="1200" cap="none" spc="0" normalizeH="0" baseline="0" noProof="0" dirty="0" err="1">
                <a:ln>
                  <a:noFill/>
                </a:ln>
                <a:solidFill>
                  <a:srgbClr val="000000"/>
                </a:solidFill>
                <a:effectLst/>
                <a:uLnTx/>
                <a:uFillTx/>
                <a:latin typeface="Arial" panose="020B0604020202020204"/>
                <a:ea typeface="+mn-ea"/>
                <a:cs typeface="+mn-cs"/>
              </a:rPr>
              <a:t>mckinsey</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-explainers/what-is-generative-ai</a:t>
            </a:r>
          </a:p>
        </p:txBody>
      </p:sp>
      <p:sp>
        <p:nvSpPr>
          <p:cNvPr id="8" name="TextBox 7">
            <a:extLst>
              <a:ext uri="{FF2B5EF4-FFF2-40B4-BE49-F238E27FC236}">
                <a16:creationId xmlns:a16="http://schemas.microsoft.com/office/drawing/2014/main" id="{FA4E9875-718B-DE66-169B-2811D1B3163D}"/>
              </a:ext>
            </a:extLst>
          </p:cNvPr>
          <p:cNvSpPr txBox="1"/>
          <p:nvPr/>
        </p:nvSpPr>
        <p:spPr>
          <a:xfrm>
            <a:off x="7575947" y="1877209"/>
            <a:ext cx="4011216" cy="3416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33333"/>
                </a:solidFill>
                <a:effectLst/>
                <a:uLnTx/>
                <a:uFillTx/>
                <a:latin typeface="McKinsey Sans"/>
                <a:ea typeface="+mn-ea"/>
                <a:cs typeface="+mn-cs"/>
              </a:rPr>
              <a:t>Generative artificial intelligence (AI) describes algorithms that can be used to create new content, including audio, code, images, text, simulations, and videos.</a:t>
            </a:r>
          </a:p>
          <a:p>
            <a:pPr marL="285750" marR="0" lvl="0" indent="-285750" algn="l" defTabSz="4572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err="1">
                <a:ln>
                  <a:noFill/>
                </a:ln>
                <a:solidFill>
                  <a:srgbClr val="333333"/>
                </a:solidFill>
                <a:effectLst/>
                <a:uLnTx/>
                <a:uFillTx/>
                <a:latin typeface="McKinsey Sans"/>
                <a:ea typeface="+mn-ea"/>
                <a:cs typeface="+mn-cs"/>
              </a:rPr>
              <a:t>chatGPT</a:t>
            </a:r>
            <a:endParaRPr kumimoji="0" lang="en-US" sz="1800" b="0" i="0" u="none" strike="noStrike" kern="1200" cap="none" spc="0" normalizeH="0" baseline="0" noProof="0" dirty="0">
              <a:ln>
                <a:noFill/>
              </a:ln>
              <a:solidFill>
                <a:srgbClr val="333333"/>
              </a:solidFill>
              <a:effectLst/>
              <a:uLnTx/>
              <a:uFillTx/>
              <a:latin typeface="McKinsey San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333333"/>
                </a:solidFill>
                <a:effectLst/>
                <a:uLnTx/>
                <a:uFillTx/>
                <a:latin typeface="McKinsey Sans"/>
                <a:ea typeface="+mn-ea"/>
                <a:cs typeface="+mn-cs"/>
              </a:rPr>
              <a:t>DALL-E</a:t>
            </a:r>
          </a:p>
          <a:p>
            <a:pPr marL="285750" marR="0" lvl="0" indent="-285750" algn="l" defTabSz="4572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err="1">
                <a:ln>
                  <a:noFill/>
                </a:ln>
                <a:solidFill>
                  <a:srgbClr val="333333"/>
                </a:solidFill>
                <a:effectLst/>
                <a:uLnTx/>
                <a:uFillTx/>
                <a:latin typeface="McKinsey Sans"/>
                <a:ea typeface="+mn-ea"/>
                <a:cs typeface="+mn-cs"/>
              </a:rPr>
              <a:t>Boomy</a:t>
            </a:r>
            <a:endParaRPr kumimoji="0" lang="en-US" sz="1800" b="0" i="0" u="none" strike="noStrike" kern="1200" cap="none" spc="0" normalizeH="0" baseline="0" noProof="0" dirty="0">
              <a:ln>
                <a:noFill/>
              </a:ln>
              <a:solidFill>
                <a:srgbClr val="333333"/>
              </a:solidFill>
              <a:effectLst/>
              <a:uLnTx/>
              <a:uFillTx/>
              <a:latin typeface="McKinsey San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333333"/>
                </a:solidFill>
                <a:effectLst/>
                <a:uLnTx/>
                <a:uFillTx/>
                <a:latin typeface="McKinsey Sans"/>
                <a:ea typeface="+mn-ea"/>
                <a:cs typeface="+mn-cs"/>
              </a:rPr>
              <a:t>StyleGAN3</a:t>
            </a:r>
          </a:p>
          <a:p>
            <a:pPr marL="285750" marR="0" lvl="0" indent="-285750" algn="l" defTabSz="4572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333333"/>
                </a:solidFill>
                <a:effectLst/>
                <a:uLnTx/>
                <a:uFillTx/>
                <a:latin typeface="McKinsey Sans"/>
                <a:ea typeface="+mn-ea"/>
                <a:cs typeface="+mn-cs"/>
              </a:rPr>
              <a:t>Dozens of others…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33333"/>
              </a:solidFill>
              <a:effectLst/>
              <a:uLnTx/>
              <a:uFillTx/>
              <a:latin typeface="McKinsey Sans"/>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17819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63F96-6572-0D7F-B64F-A3464BF41CF3}"/>
              </a:ext>
            </a:extLst>
          </p:cNvPr>
          <p:cNvSpPr>
            <a:spLocks noGrp="1"/>
          </p:cNvSpPr>
          <p:nvPr>
            <p:ph type="title"/>
          </p:nvPr>
        </p:nvSpPr>
        <p:spPr/>
        <p:txBody>
          <a:bodyPr/>
          <a:lstStyle/>
          <a:p>
            <a:r>
              <a:rPr lang="en-US" dirty="0"/>
              <a:t>Key Paper in Language Models</a:t>
            </a:r>
          </a:p>
        </p:txBody>
      </p:sp>
      <p:sp>
        <p:nvSpPr>
          <p:cNvPr id="3" name="Text Placeholder 2">
            <a:extLst>
              <a:ext uri="{FF2B5EF4-FFF2-40B4-BE49-F238E27FC236}">
                <a16:creationId xmlns:a16="http://schemas.microsoft.com/office/drawing/2014/main" id="{11C2393C-1421-182E-2271-1FCB13F43017}"/>
              </a:ext>
            </a:extLst>
          </p:cNvPr>
          <p:cNvSpPr>
            <a:spLocks noGrp="1"/>
          </p:cNvSpPr>
          <p:nvPr>
            <p:ph type="body" sz="quarter" idx="12"/>
          </p:nvPr>
        </p:nvSpPr>
        <p:spPr/>
        <p:txBody>
          <a:bodyPr/>
          <a:lstStyle/>
          <a:p>
            <a:r>
              <a:rPr lang="en-US" i="1" dirty="0"/>
              <a:t>Attention Is All You Need</a:t>
            </a:r>
          </a:p>
        </p:txBody>
      </p:sp>
      <p:sp>
        <p:nvSpPr>
          <p:cNvPr id="4" name="Content Placeholder 3">
            <a:extLst>
              <a:ext uri="{FF2B5EF4-FFF2-40B4-BE49-F238E27FC236}">
                <a16:creationId xmlns:a16="http://schemas.microsoft.com/office/drawing/2014/main" id="{9594571D-C0F8-396D-7766-CB70025A6772}"/>
              </a:ext>
            </a:extLst>
          </p:cNvPr>
          <p:cNvSpPr>
            <a:spLocks noGrp="1"/>
          </p:cNvSpPr>
          <p:nvPr>
            <p:ph sz="quarter" idx="11"/>
          </p:nvPr>
        </p:nvSpPr>
        <p:spPr/>
        <p:txBody>
          <a:bodyPr>
            <a:normAutofit/>
          </a:bodyPr>
          <a:lstStyle/>
          <a:p>
            <a:r>
              <a:rPr lang="en-US" b="0" i="0" dirty="0">
                <a:solidFill>
                  <a:schemeClr val="bg2"/>
                </a:solidFill>
                <a:effectLst/>
              </a:rPr>
              <a:t>"Attention Is All You Need" paper by Vaswani et al. 2017 </a:t>
            </a:r>
          </a:p>
          <a:p>
            <a:pPr lvl="1"/>
            <a:r>
              <a:rPr lang="en-US" dirty="0">
                <a:solidFill>
                  <a:schemeClr val="bg2"/>
                </a:solidFill>
                <a:hlinkClick r:id="rId2">
                  <a:extLst>
                    <a:ext uri="{A12FA001-AC4F-418D-AE19-62706E023703}">
                      <ahyp:hlinkClr xmlns:ahyp="http://schemas.microsoft.com/office/drawing/2018/hyperlinkcolor" val="tx"/>
                    </a:ext>
                  </a:extLst>
                </a:hlinkClick>
              </a:rPr>
              <a:t>https://arxiv.org/abs/1706.03762</a:t>
            </a:r>
            <a:endParaRPr lang="en-US" dirty="0">
              <a:solidFill>
                <a:schemeClr val="bg2"/>
              </a:solidFill>
            </a:endParaRPr>
          </a:p>
          <a:p>
            <a:r>
              <a:rPr lang="en-US" dirty="0">
                <a:solidFill>
                  <a:schemeClr val="bg2"/>
                </a:solidFill>
              </a:rPr>
              <a:t>Introduced the Transformer architecture,</a:t>
            </a:r>
          </a:p>
          <a:p>
            <a:pPr lvl="1"/>
            <a:r>
              <a:rPr lang="en-US" dirty="0">
                <a:solidFill>
                  <a:schemeClr val="bg2"/>
                </a:solidFill>
              </a:rPr>
              <a:t>The dominant architecture in Natural Language Processing</a:t>
            </a:r>
          </a:p>
        </p:txBody>
      </p:sp>
      <p:pic>
        <p:nvPicPr>
          <p:cNvPr id="5122" name="Picture 2" descr="Image">
            <a:extLst>
              <a:ext uri="{FF2B5EF4-FFF2-40B4-BE49-F238E27FC236}">
                <a16:creationId xmlns:a16="http://schemas.microsoft.com/office/drawing/2014/main" id="{F7644152-36BB-33A0-5E2E-DE0AD96F7B0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543676" y="3778516"/>
            <a:ext cx="5491162" cy="30794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11ECA7-5252-9475-BE6D-C116BFFE56D0}"/>
              </a:ext>
            </a:extLst>
          </p:cNvPr>
          <p:cNvSpPr txBox="1"/>
          <p:nvPr/>
        </p:nvSpPr>
        <p:spPr>
          <a:xfrm>
            <a:off x="1116474" y="4071561"/>
            <a:ext cx="5145881" cy="1477328"/>
          </a:xfrm>
          <a:prstGeom prst="rect">
            <a:avLst/>
          </a:prstGeom>
          <a:noFill/>
        </p:spPr>
        <p:txBody>
          <a:bodyPr wrap="square">
            <a:spAutoFit/>
          </a:bodyPr>
          <a:lstStyle/>
          <a:p>
            <a:r>
              <a:rPr lang="en-US" b="0" i="0" dirty="0">
                <a:solidFill>
                  <a:schemeClr val="bg2"/>
                </a:solidFill>
                <a:effectLst/>
                <a:latin typeface="Söhne"/>
              </a:rPr>
              <a:t>Attention allows the model to focus on different parts of the input sequence at different times, enabling it to capture long-range dependencies between words and generate more coherent and contextually relevant text.</a:t>
            </a:r>
          </a:p>
        </p:txBody>
      </p:sp>
    </p:spTree>
    <p:extLst>
      <p:ext uri="{BB962C8B-B14F-4D97-AF65-F5344CB8AC3E}">
        <p14:creationId xmlns:p14="http://schemas.microsoft.com/office/powerpoint/2010/main" val="134810480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0500-68AB-BC94-1243-CAFB2CD89834}"/>
              </a:ext>
            </a:extLst>
          </p:cNvPr>
          <p:cNvSpPr>
            <a:spLocks noGrp="1"/>
          </p:cNvSpPr>
          <p:nvPr>
            <p:ph type="title"/>
          </p:nvPr>
        </p:nvSpPr>
        <p:spPr/>
        <p:txBody>
          <a:bodyPr/>
          <a:lstStyle/>
          <a:p>
            <a:r>
              <a:rPr lang="en-US" dirty="0"/>
              <a:t>Competition, Leaderboards &amp; Innovation</a:t>
            </a:r>
          </a:p>
        </p:txBody>
      </p:sp>
      <p:sp>
        <p:nvSpPr>
          <p:cNvPr id="3" name="Text Placeholder 2">
            <a:extLst>
              <a:ext uri="{FF2B5EF4-FFF2-40B4-BE49-F238E27FC236}">
                <a16:creationId xmlns:a16="http://schemas.microsoft.com/office/drawing/2014/main" id="{8AB3151B-1836-2622-A886-81B78398862E}"/>
              </a:ext>
            </a:extLst>
          </p:cNvPr>
          <p:cNvSpPr>
            <a:spLocks noGrp="1"/>
          </p:cNvSpPr>
          <p:nvPr>
            <p:ph type="body" sz="quarter" idx="12"/>
          </p:nvPr>
        </p:nvSpPr>
        <p:spPr/>
        <p:txBody>
          <a:bodyPr/>
          <a:lstStyle/>
          <a:p>
            <a:r>
              <a:rPr lang="en-US" dirty="0"/>
              <a:t>Corpus, Architecture, Parameters, Tokens and Vocabulary</a:t>
            </a:r>
          </a:p>
        </p:txBody>
      </p:sp>
      <p:graphicFrame>
        <p:nvGraphicFramePr>
          <p:cNvPr id="10" name="Content Placeholder 9">
            <a:extLst>
              <a:ext uri="{FF2B5EF4-FFF2-40B4-BE49-F238E27FC236}">
                <a16:creationId xmlns:a16="http://schemas.microsoft.com/office/drawing/2014/main" id="{75FB46A8-9BEE-F235-E767-4AC8142F9241}"/>
              </a:ext>
            </a:extLst>
          </p:cNvPr>
          <p:cNvGraphicFramePr>
            <a:graphicFrameLocks noGrp="1"/>
          </p:cNvGraphicFramePr>
          <p:nvPr>
            <p:ph sz="quarter" idx="11"/>
          </p:nvPr>
        </p:nvGraphicFramePr>
        <p:xfrm>
          <a:off x="835152" y="1816608"/>
          <a:ext cx="5094288" cy="2619299"/>
        </p:xfrm>
        <a:graphic>
          <a:graphicData uri="http://schemas.openxmlformats.org/drawingml/2006/table">
            <a:tbl>
              <a:tblPr>
                <a:tableStyleId>{5C22544A-7EE6-4342-B048-85BDC9FD1C3A}</a:tableStyleId>
              </a:tblPr>
              <a:tblGrid>
                <a:gridCol w="1012303">
                  <a:extLst>
                    <a:ext uri="{9D8B030D-6E8A-4147-A177-3AD203B41FA5}">
                      <a16:colId xmlns:a16="http://schemas.microsoft.com/office/drawing/2014/main" val="3843625259"/>
                    </a:ext>
                  </a:extLst>
                </a:gridCol>
                <a:gridCol w="1187089">
                  <a:extLst>
                    <a:ext uri="{9D8B030D-6E8A-4147-A177-3AD203B41FA5}">
                      <a16:colId xmlns:a16="http://schemas.microsoft.com/office/drawing/2014/main" val="2106754894"/>
                    </a:ext>
                  </a:extLst>
                </a:gridCol>
                <a:gridCol w="693682">
                  <a:extLst>
                    <a:ext uri="{9D8B030D-6E8A-4147-A177-3AD203B41FA5}">
                      <a16:colId xmlns:a16="http://schemas.microsoft.com/office/drawing/2014/main" val="2925435640"/>
                    </a:ext>
                  </a:extLst>
                </a:gridCol>
                <a:gridCol w="961324">
                  <a:extLst>
                    <a:ext uri="{9D8B030D-6E8A-4147-A177-3AD203B41FA5}">
                      <a16:colId xmlns:a16="http://schemas.microsoft.com/office/drawing/2014/main" val="4017395904"/>
                    </a:ext>
                  </a:extLst>
                </a:gridCol>
                <a:gridCol w="393269">
                  <a:extLst>
                    <a:ext uri="{9D8B030D-6E8A-4147-A177-3AD203B41FA5}">
                      <a16:colId xmlns:a16="http://schemas.microsoft.com/office/drawing/2014/main" val="509229312"/>
                    </a:ext>
                  </a:extLst>
                </a:gridCol>
                <a:gridCol w="371421">
                  <a:extLst>
                    <a:ext uri="{9D8B030D-6E8A-4147-A177-3AD203B41FA5}">
                      <a16:colId xmlns:a16="http://schemas.microsoft.com/office/drawing/2014/main" val="544572806"/>
                    </a:ext>
                  </a:extLst>
                </a:gridCol>
                <a:gridCol w="475200">
                  <a:extLst>
                    <a:ext uri="{9D8B030D-6E8A-4147-A177-3AD203B41FA5}">
                      <a16:colId xmlns:a16="http://schemas.microsoft.com/office/drawing/2014/main" val="3652745562"/>
                    </a:ext>
                  </a:extLst>
                </a:gridCol>
              </a:tblGrid>
              <a:tr h="153047">
                <a:tc>
                  <a:txBody>
                    <a:bodyPr/>
                    <a:lstStyle/>
                    <a:p>
                      <a:pPr algn="l" fontAlgn="b"/>
                      <a:r>
                        <a:rPr lang="en-US" sz="900" u="none" strike="noStrike">
                          <a:effectLst/>
                        </a:rPr>
                        <a:t>Model</a:t>
                      </a:r>
                      <a:endParaRPr lang="en-US" sz="900" b="1" i="0" u="none" strike="noStrike">
                        <a:solidFill>
                          <a:srgbClr val="24292F"/>
                        </a:solidFill>
                        <a:effectLst/>
                        <a:latin typeface="Helvetica" pitchFamily="2" charset="0"/>
                      </a:endParaRPr>
                    </a:p>
                  </a:txBody>
                  <a:tcPr marL="5466" marR="5466" marT="5466" marB="0" anchor="b"/>
                </a:tc>
                <a:tc>
                  <a:txBody>
                    <a:bodyPr/>
                    <a:lstStyle/>
                    <a:p>
                      <a:pPr algn="l" fontAlgn="b"/>
                      <a:r>
                        <a:rPr lang="en-US" sz="900" u="none" strike="noStrike">
                          <a:effectLst/>
                        </a:rPr>
                        <a:t>Authors</a:t>
                      </a:r>
                      <a:endParaRPr lang="en-US" sz="900" b="1" i="0" u="none" strike="noStrike">
                        <a:solidFill>
                          <a:srgbClr val="24292F"/>
                        </a:solidFill>
                        <a:effectLst/>
                        <a:latin typeface="Helvetica" pitchFamily="2" charset="0"/>
                      </a:endParaRPr>
                    </a:p>
                  </a:txBody>
                  <a:tcPr marL="5466" marR="5466" marT="5466" marB="0" anchor="b"/>
                </a:tc>
                <a:tc>
                  <a:txBody>
                    <a:bodyPr/>
                    <a:lstStyle/>
                    <a:p>
                      <a:pPr algn="l" fontAlgn="b"/>
                      <a:r>
                        <a:rPr lang="en-US" sz="900" u="none" strike="noStrike">
                          <a:effectLst/>
                        </a:rPr>
                        <a:t>Humanities</a:t>
                      </a:r>
                      <a:endParaRPr lang="en-US" sz="900" b="1" i="0" u="none" strike="noStrike">
                        <a:solidFill>
                          <a:srgbClr val="24292F"/>
                        </a:solidFill>
                        <a:effectLst/>
                        <a:latin typeface="Helvetica" pitchFamily="2" charset="0"/>
                      </a:endParaRPr>
                    </a:p>
                  </a:txBody>
                  <a:tcPr marL="5466" marR="5466" marT="5466" marB="0" anchor="b"/>
                </a:tc>
                <a:tc>
                  <a:txBody>
                    <a:bodyPr/>
                    <a:lstStyle/>
                    <a:p>
                      <a:pPr algn="l" fontAlgn="b"/>
                      <a:r>
                        <a:rPr lang="en-US" sz="900" u="none" strike="noStrike">
                          <a:effectLst/>
                        </a:rPr>
                        <a:t>Social Sciences</a:t>
                      </a:r>
                      <a:endParaRPr lang="en-US" sz="900" b="1" i="0" u="none" strike="noStrike">
                        <a:solidFill>
                          <a:srgbClr val="24292F"/>
                        </a:solidFill>
                        <a:effectLst/>
                        <a:latin typeface="Helvetica" pitchFamily="2" charset="0"/>
                      </a:endParaRPr>
                    </a:p>
                  </a:txBody>
                  <a:tcPr marL="5466" marR="5466" marT="5466" marB="0" anchor="b"/>
                </a:tc>
                <a:tc>
                  <a:txBody>
                    <a:bodyPr/>
                    <a:lstStyle/>
                    <a:p>
                      <a:pPr algn="l" fontAlgn="b"/>
                      <a:r>
                        <a:rPr lang="en-US" sz="900" u="none" strike="noStrike">
                          <a:effectLst/>
                        </a:rPr>
                        <a:t>STEM</a:t>
                      </a:r>
                      <a:endParaRPr lang="en-US" sz="900" b="1" i="0" u="none" strike="noStrike">
                        <a:solidFill>
                          <a:srgbClr val="24292F"/>
                        </a:solidFill>
                        <a:effectLst/>
                        <a:latin typeface="Helvetica" pitchFamily="2" charset="0"/>
                      </a:endParaRPr>
                    </a:p>
                  </a:txBody>
                  <a:tcPr marL="5466" marR="5466" marT="5466" marB="0" anchor="b"/>
                </a:tc>
                <a:tc>
                  <a:txBody>
                    <a:bodyPr/>
                    <a:lstStyle/>
                    <a:p>
                      <a:pPr algn="l" fontAlgn="b"/>
                      <a:r>
                        <a:rPr lang="en-US" sz="900" u="none" strike="noStrike">
                          <a:effectLst/>
                        </a:rPr>
                        <a:t>Other</a:t>
                      </a:r>
                      <a:endParaRPr lang="en-US" sz="900" b="1" i="0" u="none" strike="noStrike">
                        <a:solidFill>
                          <a:srgbClr val="24292F"/>
                        </a:solidFill>
                        <a:effectLst/>
                        <a:latin typeface="Helvetica" pitchFamily="2" charset="0"/>
                      </a:endParaRPr>
                    </a:p>
                  </a:txBody>
                  <a:tcPr marL="5466" marR="5466" marT="5466" marB="0" anchor="b"/>
                </a:tc>
                <a:tc>
                  <a:txBody>
                    <a:bodyPr/>
                    <a:lstStyle/>
                    <a:p>
                      <a:pPr algn="l" fontAlgn="b"/>
                      <a:r>
                        <a:rPr lang="en-US" sz="900" u="none" strike="noStrike">
                          <a:effectLst/>
                        </a:rPr>
                        <a:t>Average</a:t>
                      </a:r>
                      <a:endParaRPr lang="en-US" sz="900" b="1" i="0" u="none" strike="noStrike">
                        <a:solidFill>
                          <a:srgbClr val="24292F"/>
                        </a:solidFill>
                        <a:effectLst/>
                        <a:latin typeface="Helvetica" pitchFamily="2" charset="0"/>
                      </a:endParaRPr>
                    </a:p>
                  </a:txBody>
                  <a:tcPr marL="5466" marR="5466" marT="5466" marB="0" anchor="b"/>
                </a:tc>
                <a:extLst>
                  <a:ext uri="{0D108BD9-81ED-4DB2-BD59-A6C34878D82A}">
                    <a16:rowId xmlns:a16="http://schemas.microsoft.com/office/drawing/2014/main" val="2099209388"/>
                  </a:ext>
                </a:extLst>
              </a:tr>
              <a:tr h="205521">
                <a:tc>
                  <a:txBody>
                    <a:bodyPr/>
                    <a:lstStyle/>
                    <a:p>
                      <a:pPr algn="l" fontAlgn="b"/>
                      <a:r>
                        <a:rPr lang="en-US" sz="700" u="sng" strike="noStrike">
                          <a:effectLst/>
                          <a:hlinkClick r:id="rId2"/>
                        </a:rPr>
                        <a:t>Chinchilla (70B, few-shot)</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Hoffmann et al., 2022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63.6</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79.3</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54.9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73.9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67.5</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933359496"/>
                  </a:ext>
                </a:extLst>
              </a:tr>
              <a:tr h="205521">
                <a:tc>
                  <a:txBody>
                    <a:bodyPr/>
                    <a:lstStyle/>
                    <a:p>
                      <a:pPr algn="l" fontAlgn="b"/>
                      <a:r>
                        <a:rPr lang="en-US" sz="700" u="sng" strike="noStrike">
                          <a:effectLst/>
                          <a:hlinkClick r:id="rId3"/>
                        </a:rPr>
                        <a:t>Gopher (280B, few-shot)</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Rae et al., 2021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56.2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71.9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47.4</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66.1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60</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1478092747"/>
                  </a:ext>
                </a:extLst>
              </a:tr>
              <a:tr h="205521">
                <a:tc>
                  <a:txBody>
                    <a:bodyPr/>
                    <a:lstStyle/>
                    <a:p>
                      <a:pPr algn="l" fontAlgn="b"/>
                      <a:r>
                        <a:rPr lang="en-US" sz="700" u="sng" strike="noStrike">
                          <a:effectLst/>
                          <a:hlinkClick r:id="rId4"/>
                        </a:rPr>
                        <a:t>GPT-3 (175B, fine-tuned)</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Brown et al., 2020</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52.5</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63.9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41.4</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57.9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53.9</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268104152"/>
                  </a:ext>
                </a:extLst>
              </a:tr>
              <a:tr h="205521">
                <a:tc>
                  <a:txBody>
                    <a:bodyPr/>
                    <a:lstStyle/>
                    <a:p>
                      <a:pPr algn="l" fontAlgn="b"/>
                      <a:r>
                        <a:rPr lang="en-US" sz="700" u="sng" strike="noStrike">
                          <a:effectLst/>
                          <a:hlinkClick r:id="rId5"/>
                        </a:rPr>
                        <a:t>flan-T5-xl</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Chung et al., 2022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46.3</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57.7</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55.1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49.3</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13666413"/>
                  </a:ext>
                </a:extLst>
              </a:tr>
              <a:tr h="205521">
                <a:tc>
                  <a:txBody>
                    <a:bodyPr/>
                    <a:lstStyle/>
                    <a:p>
                      <a:pPr algn="l" fontAlgn="b"/>
                      <a:r>
                        <a:rPr lang="en-US" sz="700" u="sng" strike="noStrike">
                          <a:effectLst/>
                          <a:hlinkClick r:id="rId6"/>
                        </a:rPr>
                        <a:t>UnifiedQA</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Khashabi et al., 2020</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45.6</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56.6</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40.2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54.6</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48.9</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1527336581"/>
                  </a:ext>
                </a:extLst>
              </a:tr>
              <a:tr h="205521">
                <a:tc>
                  <a:txBody>
                    <a:bodyPr/>
                    <a:lstStyle/>
                    <a:p>
                      <a:pPr algn="l" fontAlgn="b"/>
                      <a:r>
                        <a:rPr lang="en-US" sz="700" u="sng" strike="noStrike">
                          <a:effectLst/>
                          <a:hlinkClick r:id="rId4"/>
                        </a:rPr>
                        <a:t>GPT-3 (175B, few-shot)</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Brown et al., 2020</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40.8</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50.4</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36.7</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48.8</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43.9</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4004778637"/>
                  </a:ext>
                </a:extLst>
              </a:tr>
              <a:tr h="205521">
                <a:tc>
                  <a:txBody>
                    <a:bodyPr/>
                    <a:lstStyle/>
                    <a:p>
                      <a:pPr algn="l" fontAlgn="b"/>
                      <a:r>
                        <a:rPr lang="en-US" sz="700" u="sng" strike="noStrike">
                          <a:effectLst/>
                          <a:hlinkClick r:id="rId4"/>
                        </a:rPr>
                        <a:t>GPT-3 (6.7B, fine-tuned)</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Brown et al., 2020</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42.1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49.2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35.1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46.9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43.2</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2105016542"/>
                  </a:ext>
                </a:extLst>
              </a:tr>
              <a:tr h="205521">
                <a:tc>
                  <a:txBody>
                    <a:bodyPr/>
                    <a:lstStyle/>
                    <a:p>
                      <a:pPr algn="l" fontAlgn="b"/>
                      <a:r>
                        <a:rPr lang="en-US" sz="700" u="sng" strike="noStrike">
                          <a:effectLst/>
                          <a:hlinkClick r:id="rId5"/>
                        </a:rPr>
                        <a:t>flan-T5-large</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Chung et al., 2022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39.1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49.1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33.2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47.4</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41.9</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1556202566"/>
                  </a:ext>
                </a:extLst>
              </a:tr>
              <a:tr h="205521">
                <a:tc>
                  <a:txBody>
                    <a:bodyPr/>
                    <a:lstStyle/>
                    <a:p>
                      <a:pPr algn="l" fontAlgn="b"/>
                      <a:r>
                        <a:rPr lang="en-US" sz="700" u="sng" strike="noStrike">
                          <a:effectLst/>
                          <a:hlinkClick r:id="rId5"/>
                        </a:rPr>
                        <a:t>flan-T5-base</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Chung et al., 2022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34</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38.1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27.6</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37</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34.2</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3319496812"/>
                  </a:ext>
                </a:extLst>
              </a:tr>
              <a:tr h="205521">
                <a:tc>
                  <a:txBody>
                    <a:bodyPr/>
                    <a:lstStyle/>
                    <a:p>
                      <a:pPr algn="l" fontAlgn="b"/>
                      <a:r>
                        <a:rPr lang="en-US" sz="700" u="sng" strike="noStrike">
                          <a:effectLst/>
                          <a:hlinkClick r:id="rId4"/>
                        </a:rPr>
                        <a:t>GPT-2</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Radford et al., 2019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32.8</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33.3</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30.2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33.1</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32.4</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3285586571"/>
                  </a:ext>
                </a:extLst>
              </a:tr>
              <a:tr h="205521">
                <a:tc>
                  <a:txBody>
                    <a:bodyPr/>
                    <a:lstStyle/>
                    <a:p>
                      <a:pPr algn="l" fontAlgn="b"/>
                      <a:r>
                        <a:rPr lang="en-US" sz="700" u="sng" strike="noStrike">
                          <a:effectLst/>
                          <a:hlinkClick r:id="rId5"/>
                        </a:rPr>
                        <a:t>flan-T5-small</a:t>
                      </a:r>
                      <a:endParaRPr lang="en-US" sz="700" b="0" i="0" u="sng" strike="noStrike">
                        <a:solidFill>
                          <a:srgbClr val="0563C1"/>
                        </a:solidFill>
                        <a:effectLst/>
                        <a:latin typeface="Calibri" panose="020F0502020204030204" pitchFamily="34" charset="0"/>
                      </a:endParaRPr>
                    </a:p>
                  </a:txBody>
                  <a:tcPr marL="5466" marR="5466" marT="32796" marB="32796" anchor="b"/>
                </a:tc>
                <a:tc>
                  <a:txBody>
                    <a:bodyPr/>
                    <a:lstStyle/>
                    <a:p>
                      <a:pPr algn="l" fontAlgn="b"/>
                      <a:r>
                        <a:rPr lang="en-US" sz="900" u="none" strike="noStrike">
                          <a:effectLst/>
                        </a:rPr>
                        <a:t>Chung et al., 2022</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29.9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30.9</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27.5</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29.7</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29.5</a:t>
                      </a:r>
                      <a:endParaRPr lang="en-US" sz="900" b="0" i="0" u="none" strike="noStrike">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1185515808"/>
                  </a:ext>
                </a:extLst>
              </a:tr>
              <a:tr h="205521">
                <a:tc>
                  <a:txBody>
                    <a:bodyPr/>
                    <a:lstStyle/>
                    <a:p>
                      <a:pPr algn="l" fontAlgn="b"/>
                      <a:r>
                        <a:rPr lang="en-US" sz="900" u="none" strike="noStrike">
                          <a:effectLst/>
                        </a:rPr>
                        <a:t>Random Baseline</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l" fontAlgn="b"/>
                      <a:r>
                        <a:rPr lang="en-US" sz="900" u="none" strike="noStrike">
                          <a:effectLst/>
                        </a:rPr>
                        <a:t>N/A</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25</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25</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25</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a:effectLst/>
                        </a:rPr>
                        <a:t>25</a:t>
                      </a:r>
                      <a:endParaRPr lang="en-US" sz="900" b="0" i="0" u="none" strike="noStrike">
                        <a:solidFill>
                          <a:srgbClr val="24292F"/>
                        </a:solidFill>
                        <a:effectLst/>
                        <a:latin typeface="Helvetica" pitchFamily="2" charset="0"/>
                      </a:endParaRPr>
                    </a:p>
                  </a:txBody>
                  <a:tcPr marL="5466" marR="5466" marT="32796" marB="32796" anchor="b"/>
                </a:tc>
                <a:tc>
                  <a:txBody>
                    <a:bodyPr/>
                    <a:lstStyle/>
                    <a:p>
                      <a:pPr algn="r" fontAlgn="b"/>
                      <a:r>
                        <a:rPr lang="en-US" sz="900" u="none" strike="noStrike" dirty="0">
                          <a:effectLst/>
                        </a:rPr>
                        <a:t>25</a:t>
                      </a:r>
                      <a:endParaRPr lang="en-US" sz="900" b="0" i="0" u="none" strike="noStrike" dirty="0">
                        <a:solidFill>
                          <a:srgbClr val="24292F"/>
                        </a:solidFill>
                        <a:effectLst/>
                        <a:latin typeface="Helvetica" pitchFamily="2" charset="0"/>
                      </a:endParaRPr>
                    </a:p>
                  </a:txBody>
                  <a:tcPr marL="5466" marR="5466" marT="32796" marB="32796" anchor="b"/>
                </a:tc>
                <a:extLst>
                  <a:ext uri="{0D108BD9-81ED-4DB2-BD59-A6C34878D82A}">
                    <a16:rowId xmlns:a16="http://schemas.microsoft.com/office/drawing/2014/main" val="342925369"/>
                  </a:ext>
                </a:extLst>
              </a:tr>
            </a:tbl>
          </a:graphicData>
        </a:graphic>
      </p:graphicFrame>
      <p:graphicFrame>
        <p:nvGraphicFramePr>
          <p:cNvPr id="7" name="Table 5">
            <a:extLst>
              <a:ext uri="{FF2B5EF4-FFF2-40B4-BE49-F238E27FC236}">
                <a16:creationId xmlns:a16="http://schemas.microsoft.com/office/drawing/2014/main" id="{DE64EC76-69E2-48FD-86AF-A550F925E19C}"/>
              </a:ext>
            </a:extLst>
          </p:cNvPr>
          <p:cNvGraphicFramePr>
            <a:graphicFrameLocks/>
          </p:cNvGraphicFramePr>
          <p:nvPr/>
        </p:nvGraphicFramePr>
        <p:xfrm>
          <a:off x="6686550" y="1816608"/>
          <a:ext cx="3965448" cy="249428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4013095495"/>
                    </a:ext>
                  </a:extLst>
                </a:gridCol>
                <a:gridCol w="1479106">
                  <a:extLst>
                    <a:ext uri="{9D8B030D-6E8A-4147-A177-3AD203B41FA5}">
                      <a16:colId xmlns:a16="http://schemas.microsoft.com/office/drawing/2014/main" val="4091905581"/>
                    </a:ext>
                  </a:extLst>
                </a:gridCol>
                <a:gridCol w="1350962">
                  <a:extLst>
                    <a:ext uri="{9D8B030D-6E8A-4147-A177-3AD203B41FA5}">
                      <a16:colId xmlns:a16="http://schemas.microsoft.com/office/drawing/2014/main" val="3438550832"/>
                    </a:ext>
                  </a:extLst>
                </a:gridCol>
              </a:tblGrid>
              <a:tr h="370840">
                <a:tc>
                  <a:txBody>
                    <a:bodyPr/>
                    <a:lstStyle/>
                    <a:p>
                      <a:r>
                        <a:rPr lang="en-US" dirty="0"/>
                        <a:t>Model</a:t>
                      </a:r>
                    </a:p>
                  </a:txBody>
                  <a:tcPr/>
                </a:tc>
                <a:tc>
                  <a:txBody>
                    <a:bodyPr/>
                    <a:lstStyle/>
                    <a:p>
                      <a:r>
                        <a:rPr lang="en-US" dirty="0"/>
                        <a:t># Parameters</a:t>
                      </a:r>
                    </a:p>
                  </a:txBody>
                  <a:tcPr/>
                </a:tc>
                <a:tc>
                  <a:txBody>
                    <a:bodyPr/>
                    <a:lstStyle/>
                    <a:p>
                      <a:r>
                        <a:rPr lang="en-US" dirty="0"/>
                        <a:t>Training Tokens</a:t>
                      </a:r>
                    </a:p>
                  </a:txBody>
                  <a:tcPr/>
                </a:tc>
                <a:extLst>
                  <a:ext uri="{0D108BD9-81ED-4DB2-BD59-A6C34878D82A}">
                    <a16:rowId xmlns:a16="http://schemas.microsoft.com/office/drawing/2014/main" val="2567939661"/>
                  </a:ext>
                </a:extLst>
              </a:tr>
              <a:tr h="370840">
                <a:tc>
                  <a:txBody>
                    <a:bodyPr/>
                    <a:lstStyle/>
                    <a:p>
                      <a:r>
                        <a:rPr lang="en-US" dirty="0" err="1"/>
                        <a:t>LaMDA</a:t>
                      </a:r>
                      <a:endParaRPr lang="en-US" dirty="0"/>
                    </a:p>
                  </a:txBody>
                  <a:tcPr/>
                </a:tc>
                <a:tc>
                  <a:txBody>
                    <a:bodyPr/>
                    <a:lstStyle/>
                    <a:p>
                      <a:r>
                        <a:rPr lang="en-US" dirty="0"/>
                        <a:t>137 Billion</a:t>
                      </a:r>
                    </a:p>
                  </a:txBody>
                  <a:tcPr/>
                </a:tc>
                <a:tc>
                  <a:txBody>
                    <a:bodyPr/>
                    <a:lstStyle/>
                    <a:p>
                      <a:r>
                        <a:rPr lang="en-US" dirty="0"/>
                        <a:t>168 Billion</a:t>
                      </a:r>
                    </a:p>
                  </a:txBody>
                  <a:tcPr/>
                </a:tc>
                <a:extLst>
                  <a:ext uri="{0D108BD9-81ED-4DB2-BD59-A6C34878D82A}">
                    <a16:rowId xmlns:a16="http://schemas.microsoft.com/office/drawing/2014/main" val="4048827536"/>
                  </a:ext>
                </a:extLst>
              </a:tr>
              <a:tr h="370840">
                <a:tc>
                  <a:txBody>
                    <a:bodyPr/>
                    <a:lstStyle/>
                    <a:p>
                      <a:r>
                        <a:rPr lang="en-US" dirty="0"/>
                        <a:t>GPT-3</a:t>
                      </a:r>
                    </a:p>
                  </a:txBody>
                  <a:tcPr/>
                </a:tc>
                <a:tc>
                  <a:txBody>
                    <a:bodyPr/>
                    <a:lstStyle/>
                    <a:p>
                      <a:r>
                        <a:rPr lang="en-US" dirty="0"/>
                        <a:t>175 Billion</a:t>
                      </a:r>
                    </a:p>
                  </a:txBody>
                  <a:tcPr/>
                </a:tc>
                <a:tc>
                  <a:txBody>
                    <a:bodyPr/>
                    <a:lstStyle/>
                    <a:p>
                      <a:r>
                        <a:rPr lang="en-US" dirty="0"/>
                        <a:t>300 Billion</a:t>
                      </a:r>
                    </a:p>
                  </a:txBody>
                  <a:tcPr/>
                </a:tc>
                <a:extLst>
                  <a:ext uri="{0D108BD9-81ED-4DB2-BD59-A6C34878D82A}">
                    <a16:rowId xmlns:a16="http://schemas.microsoft.com/office/drawing/2014/main" val="2450827610"/>
                  </a:ext>
                </a:extLst>
              </a:tr>
              <a:tr h="370840">
                <a:tc>
                  <a:txBody>
                    <a:bodyPr/>
                    <a:lstStyle/>
                    <a:p>
                      <a:r>
                        <a:rPr lang="en-US" dirty="0"/>
                        <a:t>Jurassic</a:t>
                      </a:r>
                    </a:p>
                  </a:txBody>
                  <a:tcPr/>
                </a:tc>
                <a:tc>
                  <a:txBody>
                    <a:bodyPr/>
                    <a:lstStyle/>
                    <a:p>
                      <a:r>
                        <a:rPr lang="en-US" dirty="0"/>
                        <a:t>178 Billion</a:t>
                      </a:r>
                    </a:p>
                  </a:txBody>
                  <a:tcPr/>
                </a:tc>
                <a:tc>
                  <a:txBody>
                    <a:bodyPr/>
                    <a:lstStyle/>
                    <a:p>
                      <a:r>
                        <a:rPr lang="en-US" dirty="0"/>
                        <a:t>300 Billion</a:t>
                      </a:r>
                    </a:p>
                  </a:txBody>
                  <a:tcPr/>
                </a:tc>
                <a:extLst>
                  <a:ext uri="{0D108BD9-81ED-4DB2-BD59-A6C34878D82A}">
                    <a16:rowId xmlns:a16="http://schemas.microsoft.com/office/drawing/2014/main" val="2550899549"/>
                  </a:ext>
                </a:extLst>
              </a:tr>
              <a:tr h="370840">
                <a:tc>
                  <a:txBody>
                    <a:bodyPr/>
                    <a:lstStyle/>
                    <a:p>
                      <a:r>
                        <a:rPr lang="en-US" dirty="0"/>
                        <a:t>Gopher</a:t>
                      </a:r>
                    </a:p>
                  </a:txBody>
                  <a:tcPr/>
                </a:tc>
                <a:tc>
                  <a:txBody>
                    <a:bodyPr/>
                    <a:lstStyle/>
                    <a:p>
                      <a:r>
                        <a:rPr lang="en-US" dirty="0"/>
                        <a:t>280 Billion</a:t>
                      </a:r>
                    </a:p>
                  </a:txBody>
                  <a:tcPr/>
                </a:tc>
                <a:tc>
                  <a:txBody>
                    <a:bodyPr/>
                    <a:lstStyle/>
                    <a:p>
                      <a:r>
                        <a:rPr lang="en-US" dirty="0"/>
                        <a:t>270 Billion</a:t>
                      </a:r>
                    </a:p>
                  </a:txBody>
                  <a:tcPr/>
                </a:tc>
                <a:extLst>
                  <a:ext uri="{0D108BD9-81ED-4DB2-BD59-A6C34878D82A}">
                    <a16:rowId xmlns:a16="http://schemas.microsoft.com/office/drawing/2014/main" val="4028164868"/>
                  </a:ext>
                </a:extLst>
              </a:tr>
              <a:tr h="370840">
                <a:tc>
                  <a:txBody>
                    <a:bodyPr/>
                    <a:lstStyle/>
                    <a:p>
                      <a:r>
                        <a:rPr lang="en-US" dirty="0"/>
                        <a:t>Chinchilla</a:t>
                      </a:r>
                    </a:p>
                  </a:txBody>
                  <a:tcPr/>
                </a:tc>
                <a:tc>
                  <a:txBody>
                    <a:bodyPr/>
                    <a:lstStyle/>
                    <a:p>
                      <a:r>
                        <a:rPr lang="en-US" dirty="0"/>
                        <a:t>70 Billion</a:t>
                      </a:r>
                    </a:p>
                  </a:txBody>
                  <a:tcPr/>
                </a:tc>
                <a:tc>
                  <a:txBody>
                    <a:bodyPr/>
                    <a:lstStyle/>
                    <a:p>
                      <a:r>
                        <a:rPr lang="en-US" dirty="0"/>
                        <a:t>1.4 Trillion</a:t>
                      </a:r>
                    </a:p>
                  </a:txBody>
                  <a:tcPr/>
                </a:tc>
                <a:extLst>
                  <a:ext uri="{0D108BD9-81ED-4DB2-BD59-A6C34878D82A}">
                    <a16:rowId xmlns:a16="http://schemas.microsoft.com/office/drawing/2014/main" val="14634954"/>
                  </a:ext>
                </a:extLst>
              </a:tr>
            </a:tbl>
          </a:graphicData>
        </a:graphic>
      </p:graphicFrame>
      <p:sp>
        <p:nvSpPr>
          <p:cNvPr id="9" name="TextBox 8">
            <a:extLst>
              <a:ext uri="{FF2B5EF4-FFF2-40B4-BE49-F238E27FC236}">
                <a16:creationId xmlns:a16="http://schemas.microsoft.com/office/drawing/2014/main" id="{1686BDE3-6B89-A02F-4095-05A71C43CAA6}"/>
              </a:ext>
            </a:extLst>
          </p:cNvPr>
          <p:cNvSpPr txBox="1"/>
          <p:nvPr/>
        </p:nvSpPr>
        <p:spPr>
          <a:xfrm>
            <a:off x="700215" y="4850398"/>
            <a:ext cx="10458449" cy="1754326"/>
          </a:xfrm>
          <a:prstGeom prst="rect">
            <a:avLst/>
          </a:prstGeom>
          <a:noFill/>
        </p:spPr>
        <p:txBody>
          <a:bodyPr wrap="square">
            <a:spAutoFit/>
          </a:bodyPr>
          <a:lstStyle/>
          <a:p>
            <a:r>
              <a:rPr lang="en-US" dirty="0">
                <a:solidFill>
                  <a:schemeClr val="bg2"/>
                </a:solidFill>
              </a:rPr>
              <a:t>The MMLU (Minimal Massively Multilingual Language Understanding) test is a benchmark designed to evaluate the language understanding capabilities of machine learning models. It consists of 57 tasks covering a wide range of topics, including mathematics, history, computer science, law, and more. The test is intended to assess a model's ability to comprehend and reason about natural language, as well as its general knowledge and problem-solving skills. The MMLU test is particularly challenging because it requires models to have a broad range of knowledge and the ability to apply that knowledge to various contexts. </a:t>
            </a:r>
          </a:p>
        </p:txBody>
      </p:sp>
      <p:sp>
        <p:nvSpPr>
          <p:cNvPr id="12" name="TextBox 11">
            <a:extLst>
              <a:ext uri="{FF2B5EF4-FFF2-40B4-BE49-F238E27FC236}">
                <a16:creationId xmlns:a16="http://schemas.microsoft.com/office/drawing/2014/main" id="{B40602C0-EFDB-4650-F328-57F8AC37EA7B}"/>
              </a:ext>
            </a:extLst>
          </p:cNvPr>
          <p:cNvSpPr txBox="1"/>
          <p:nvPr/>
        </p:nvSpPr>
        <p:spPr>
          <a:xfrm>
            <a:off x="835152" y="1250152"/>
            <a:ext cx="7565898" cy="369332"/>
          </a:xfrm>
          <a:prstGeom prst="rect">
            <a:avLst/>
          </a:prstGeom>
          <a:noFill/>
        </p:spPr>
        <p:txBody>
          <a:bodyPr wrap="square">
            <a:spAutoFit/>
          </a:bodyPr>
          <a:lstStyle/>
          <a:p>
            <a:pPr algn="l"/>
            <a:r>
              <a:rPr lang="en-US" b="1" i="0" dirty="0">
                <a:solidFill>
                  <a:schemeClr val="bg2"/>
                </a:solidFill>
                <a:effectLst/>
                <a:latin typeface="-apple-system"/>
              </a:rPr>
              <a:t>Measuring Massive Multitask Language Understanding Leaderboard</a:t>
            </a:r>
          </a:p>
        </p:txBody>
      </p:sp>
    </p:spTree>
    <p:extLst>
      <p:ext uri="{BB962C8B-B14F-4D97-AF65-F5344CB8AC3E}">
        <p14:creationId xmlns:p14="http://schemas.microsoft.com/office/powerpoint/2010/main" val="424321768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A92A162C-FA6E-4DB9-B2A3-EE353DE8ECD0}"/>
              </a:ext>
            </a:extLst>
          </p:cNvPr>
          <p:cNvSpPr>
            <a:spLocks noGrp="1"/>
          </p:cNvSpPr>
          <p:nvPr>
            <p:ph sz="half" idx="13"/>
          </p:nvPr>
        </p:nvSpPr>
        <p:spPr>
          <a:xfrm>
            <a:off x="7989012" y="2772351"/>
            <a:ext cx="3200400" cy="3040381"/>
          </a:xfrm>
        </p:spPr>
        <p:txBody>
          <a:bodyPr>
            <a:normAutofit fontScale="92500" lnSpcReduction="20000"/>
          </a:bodyPr>
          <a:lstStyle/>
          <a:p>
            <a:pPr marL="0" indent="0" algn="ctr">
              <a:buNone/>
            </a:pPr>
            <a:r>
              <a:rPr lang="en-US" sz="2600" dirty="0"/>
              <a:t>Limitations</a:t>
            </a:r>
          </a:p>
          <a:p>
            <a:pPr marL="0" indent="0" algn="ctr">
              <a:buNone/>
            </a:pPr>
            <a:r>
              <a:rPr lang="en-US" sz="2400" dirty="0"/>
              <a:t>May generate incorrect information</a:t>
            </a:r>
          </a:p>
          <a:p>
            <a:pPr marL="0" indent="0" algn="ctr">
              <a:buNone/>
            </a:pPr>
            <a:r>
              <a:rPr lang="en-US" sz="2400" dirty="0"/>
              <a:t>May produce harmful instructions or biased content</a:t>
            </a:r>
          </a:p>
          <a:p>
            <a:pPr marL="0" indent="0" algn="ctr">
              <a:buNone/>
            </a:pPr>
            <a:r>
              <a:rPr lang="en-US" sz="2400" dirty="0"/>
              <a:t>Limited knowledge based on training data </a:t>
            </a:r>
          </a:p>
        </p:txBody>
      </p:sp>
      <p:sp>
        <p:nvSpPr>
          <p:cNvPr id="7" name="Content Placeholder 6">
            <a:extLst>
              <a:ext uri="{FF2B5EF4-FFF2-40B4-BE49-F238E27FC236}">
                <a16:creationId xmlns:a16="http://schemas.microsoft.com/office/drawing/2014/main" id="{A4A9149C-9397-4601-A760-F387E08C5264}"/>
              </a:ext>
            </a:extLst>
          </p:cNvPr>
          <p:cNvSpPr>
            <a:spLocks noGrp="1"/>
          </p:cNvSpPr>
          <p:nvPr>
            <p:ph sz="half" idx="1"/>
          </p:nvPr>
        </p:nvSpPr>
        <p:spPr>
          <a:xfrm>
            <a:off x="349321" y="2772351"/>
            <a:ext cx="3739794" cy="3040381"/>
          </a:xfrm>
        </p:spPr>
        <p:txBody>
          <a:bodyPr>
            <a:noAutofit/>
          </a:bodyPr>
          <a:lstStyle/>
          <a:p>
            <a:pPr marL="0" indent="0" algn="ctr">
              <a:buNone/>
            </a:pPr>
            <a:r>
              <a:rPr lang="en-US" sz="2400" dirty="0"/>
              <a:t>Examples</a:t>
            </a:r>
          </a:p>
          <a:p>
            <a:pPr marL="0" indent="0" algn="ctr">
              <a:buNone/>
            </a:pPr>
            <a:r>
              <a:rPr lang="en-US" sz="2200" dirty="0"/>
              <a:t>“Explain quantum computing in simple terms” </a:t>
            </a:r>
            <a:r>
              <a:rPr lang="en-US" sz="2200" dirty="0">
                <a:sym typeface="Wingdings" panose="05000000000000000000" pitchFamily="2" charset="2"/>
              </a:rPr>
              <a:t></a:t>
            </a:r>
          </a:p>
          <a:p>
            <a:pPr marL="0" indent="0" algn="ctr">
              <a:buNone/>
            </a:pPr>
            <a:r>
              <a:rPr lang="en-US" sz="2200" dirty="0">
                <a:sym typeface="Wingdings" panose="05000000000000000000" pitchFamily="2" charset="2"/>
              </a:rPr>
              <a:t>“Got any creative ideas for a 10-year old’s birthday?” </a:t>
            </a:r>
          </a:p>
          <a:p>
            <a:pPr marL="0" indent="0" algn="ctr">
              <a:buNone/>
            </a:pPr>
            <a:r>
              <a:rPr lang="en-US" sz="2200" dirty="0">
                <a:sym typeface="Wingdings" panose="05000000000000000000" pitchFamily="2" charset="2"/>
              </a:rPr>
              <a:t>“How do I make an HTTP request in </a:t>
            </a:r>
            <a:r>
              <a:rPr lang="en-US" sz="2200" dirty="0" err="1">
                <a:sym typeface="Wingdings" panose="05000000000000000000" pitchFamily="2" charset="2"/>
              </a:rPr>
              <a:t>Javascript</a:t>
            </a:r>
            <a:r>
              <a:rPr lang="en-US" sz="2200" dirty="0">
                <a:sym typeface="Wingdings" panose="05000000000000000000" pitchFamily="2" charset="2"/>
              </a:rPr>
              <a:t>” </a:t>
            </a:r>
            <a:endParaRPr lang="en-US" sz="2200" dirty="0"/>
          </a:p>
        </p:txBody>
      </p:sp>
      <p:sp>
        <p:nvSpPr>
          <p:cNvPr id="2" name="Title 1">
            <a:extLst>
              <a:ext uri="{FF2B5EF4-FFF2-40B4-BE49-F238E27FC236}">
                <a16:creationId xmlns:a16="http://schemas.microsoft.com/office/drawing/2014/main" id="{273656F1-C934-49F9-811A-08E0B06620D8}"/>
              </a:ext>
            </a:extLst>
          </p:cNvPr>
          <p:cNvSpPr>
            <a:spLocks noGrp="1"/>
          </p:cNvSpPr>
          <p:nvPr>
            <p:ph type="title"/>
          </p:nvPr>
        </p:nvSpPr>
        <p:spPr>
          <a:xfrm>
            <a:off x="538396" y="183744"/>
            <a:ext cx="10515600" cy="1723047"/>
          </a:xfrm>
        </p:spPr>
        <p:txBody>
          <a:bodyPr/>
          <a:lstStyle/>
          <a:p>
            <a:r>
              <a:rPr lang="en-US" dirty="0"/>
              <a:t>Allegedly, AI wants to be transparent</a:t>
            </a:r>
          </a:p>
        </p:txBody>
      </p:sp>
      <p:sp>
        <p:nvSpPr>
          <p:cNvPr id="9" name="Content Placeholder 8">
            <a:extLst>
              <a:ext uri="{FF2B5EF4-FFF2-40B4-BE49-F238E27FC236}">
                <a16:creationId xmlns:a16="http://schemas.microsoft.com/office/drawing/2014/main" id="{FE9C8F70-CD89-46F7-BCBE-5AE17530C146}"/>
              </a:ext>
            </a:extLst>
          </p:cNvPr>
          <p:cNvSpPr>
            <a:spLocks noGrp="1"/>
          </p:cNvSpPr>
          <p:nvPr>
            <p:ph sz="half" idx="14"/>
          </p:nvPr>
        </p:nvSpPr>
        <p:spPr>
          <a:xfrm>
            <a:off x="4331412" y="2772351"/>
            <a:ext cx="3200400" cy="3040381"/>
          </a:xfrm>
        </p:spPr>
        <p:txBody>
          <a:bodyPr>
            <a:normAutofit fontScale="92500" lnSpcReduction="10000"/>
          </a:bodyPr>
          <a:lstStyle/>
          <a:p>
            <a:pPr marL="0" indent="0" algn="ctr">
              <a:buNone/>
            </a:pPr>
            <a:r>
              <a:rPr lang="en-US" sz="2600" dirty="0"/>
              <a:t>Capabilities</a:t>
            </a:r>
          </a:p>
          <a:p>
            <a:pPr marL="0" indent="0" algn="ctr">
              <a:buNone/>
            </a:pPr>
            <a:r>
              <a:rPr lang="en-US" sz="2400" dirty="0"/>
              <a:t>Remembers what user said in the conversation</a:t>
            </a:r>
          </a:p>
          <a:p>
            <a:pPr marL="0" indent="0" algn="ctr">
              <a:buNone/>
            </a:pPr>
            <a:r>
              <a:rPr lang="en-US" sz="2400" dirty="0"/>
              <a:t>Allows user to provide follow-up corrections</a:t>
            </a:r>
          </a:p>
          <a:p>
            <a:pPr marL="0" indent="0" algn="ctr">
              <a:buNone/>
            </a:pPr>
            <a:r>
              <a:rPr lang="en-US" sz="2400" dirty="0"/>
              <a:t>Trained to decline inappropriate requests</a:t>
            </a:r>
          </a:p>
        </p:txBody>
      </p:sp>
      <p:pic>
        <p:nvPicPr>
          <p:cNvPr id="13" name="Graphic 12" descr="Lightning bolt outline">
            <a:extLst>
              <a:ext uri="{FF2B5EF4-FFF2-40B4-BE49-F238E27FC236}">
                <a16:creationId xmlns:a16="http://schemas.microsoft.com/office/drawing/2014/main" id="{999F9182-56D0-4868-854C-FC5240A96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74412" y="1730685"/>
            <a:ext cx="914400" cy="914400"/>
          </a:xfrm>
          <a:prstGeom prst="rect">
            <a:avLst/>
          </a:prstGeom>
        </p:spPr>
      </p:pic>
      <p:pic>
        <p:nvPicPr>
          <p:cNvPr id="15" name="Graphic 14" descr="Dim (Medium Sun) outline">
            <a:extLst>
              <a:ext uri="{FF2B5EF4-FFF2-40B4-BE49-F238E27FC236}">
                <a16:creationId xmlns:a16="http://schemas.microsoft.com/office/drawing/2014/main" id="{5C9C1F04-2ECD-425F-BEBD-F5BD73BE7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2018" y="1701563"/>
            <a:ext cx="914400" cy="914400"/>
          </a:xfrm>
          <a:prstGeom prst="rect">
            <a:avLst/>
          </a:prstGeom>
        </p:spPr>
      </p:pic>
      <p:pic>
        <p:nvPicPr>
          <p:cNvPr id="17" name="Graphic 16" descr="Warning outline">
            <a:extLst>
              <a:ext uri="{FF2B5EF4-FFF2-40B4-BE49-F238E27FC236}">
                <a16:creationId xmlns:a16="http://schemas.microsoft.com/office/drawing/2014/main" id="{3ECEE1DA-CA6C-4F1E-B189-F0EF32A320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32012" y="1701563"/>
            <a:ext cx="914400" cy="914400"/>
          </a:xfrm>
          <a:prstGeom prst="rect">
            <a:avLst/>
          </a:prstGeom>
        </p:spPr>
      </p:pic>
    </p:spTree>
    <p:extLst>
      <p:ext uri="{BB962C8B-B14F-4D97-AF65-F5344CB8AC3E}">
        <p14:creationId xmlns:p14="http://schemas.microsoft.com/office/powerpoint/2010/main" val="271813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object 9">
            <a:extLst>
              <a:ext uri="{FF2B5EF4-FFF2-40B4-BE49-F238E27FC236}">
                <a16:creationId xmlns:a16="http://schemas.microsoft.com/office/drawing/2014/main" id="{84C7F41B-317C-48B0-A432-91CD2607DE9C}"/>
              </a:ext>
            </a:extLst>
          </p:cNvPr>
          <p:cNvPicPr/>
          <p:nvPr/>
        </p:nvPicPr>
        <p:blipFill>
          <a:blip r:embed="rId3" cstate="print"/>
          <a:stretch>
            <a:fillRect/>
          </a:stretch>
        </p:blipFill>
        <p:spPr>
          <a:xfrm>
            <a:off x="7216444" y="422524"/>
            <a:ext cx="3220446" cy="3428999"/>
          </a:xfrm>
          <a:prstGeom prst="rect">
            <a:avLst/>
          </a:prstGeom>
        </p:spPr>
      </p:pic>
      <p:sp>
        <p:nvSpPr>
          <p:cNvPr id="12" name="Title 11">
            <a:extLst>
              <a:ext uri="{FF2B5EF4-FFF2-40B4-BE49-F238E27FC236}">
                <a16:creationId xmlns:a16="http://schemas.microsoft.com/office/drawing/2014/main" id="{66241222-B716-42C9-906B-E5D04075414F}"/>
              </a:ext>
            </a:extLst>
          </p:cNvPr>
          <p:cNvSpPr>
            <a:spLocks noGrp="1"/>
          </p:cNvSpPr>
          <p:nvPr>
            <p:ph type="title"/>
          </p:nvPr>
        </p:nvSpPr>
        <p:spPr/>
        <p:txBody>
          <a:bodyPr/>
          <a:lstStyle/>
          <a:p>
            <a:r>
              <a:rPr lang="en-US" dirty="0"/>
              <a:t>AI can &amp; will “Hallucinate”</a:t>
            </a:r>
          </a:p>
        </p:txBody>
      </p:sp>
      <p:pic>
        <p:nvPicPr>
          <p:cNvPr id="7" name="object 11">
            <a:extLst>
              <a:ext uri="{FF2B5EF4-FFF2-40B4-BE49-F238E27FC236}">
                <a16:creationId xmlns:a16="http://schemas.microsoft.com/office/drawing/2014/main" id="{C04B4825-54D1-4C52-B1E9-949461056137}"/>
              </a:ext>
            </a:extLst>
          </p:cNvPr>
          <p:cNvPicPr/>
          <p:nvPr/>
        </p:nvPicPr>
        <p:blipFill>
          <a:blip r:embed="rId4" cstate="print"/>
          <a:stretch>
            <a:fillRect/>
          </a:stretch>
        </p:blipFill>
        <p:spPr>
          <a:xfrm>
            <a:off x="7216444" y="4339544"/>
            <a:ext cx="3395848" cy="2095932"/>
          </a:xfrm>
          <a:prstGeom prst="rect">
            <a:avLst/>
          </a:prstGeom>
        </p:spPr>
      </p:pic>
      <p:sp>
        <p:nvSpPr>
          <p:cNvPr id="2" name="Rectangle 1">
            <a:extLst>
              <a:ext uri="{FF2B5EF4-FFF2-40B4-BE49-F238E27FC236}">
                <a16:creationId xmlns:a16="http://schemas.microsoft.com/office/drawing/2014/main" id="{853BA7B7-0AF9-4D68-855C-937E3104C900}"/>
              </a:ext>
            </a:extLst>
          </p:cNvPr>
          <p:cNvSpPr/>
          <p:nvPr/>
        </p:nvSpPr>
        <p:spPr>
          <a:xfrm>
            <a:off x="6172200" y="1910993"/>
            <a:ext cx="413535" cy="452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2E6C820C-C55A-4AF2-8D9E-161DBFEE8B1E}"/>
              </a:ext>
            </a:extLst>
          </p:cNvPr>
          <p:cNvSpPr>
            <a:spLocks noGrp="1"/>
          </p:cNvSpPr>
          <p:nvPr>
            <p:ph sz="half" idx="1"/>
          </p:nvPr>
        </p:nvSpPr>
        <p:spPr/>
        <p:txBody>
          <a:bodyPr>
            <a:normAutofit/>
          </a:bodyPr>
          <a:lstStyle/>
          <a:p>
            <a:pPr algn="l"/>
            <a:r>
              <a:rPr lang="en-US" b="0" i="0" dirty="0">
                <a:solidFill>
                  <a:srgbClr val="374151"/>
                </a:solidFill>
                <a:effectLst/>
                <a:latin typeface="Söhne"/>
              </a:rPr>
              <a:t>AI generates text that is entirely disconnected from reality or context yet appears to be coherent and grammatically correct. </a:t>
            </a:r>
          </a:p>
          <a:p>
            <a:pPr algn="l"/>
            <a:r>
              <a:rPr lang="en-US" b="0" i="0" dirty="0">
                <a:solidFill>
                  <a:srgbClr val="374151"/>
                </a:solidFill>
                <a:effectLst/>
                <a:latin typeface="Söhne"/>
              </a:rPr>
              <a:t>For example – generating text that includes details or events that did not happen or are impossible. </a:t>
            </a:r>
          </a:p>
          <a:p>
            <a:pPr algn="l"/>
            <a:r>
              <a:rPr lang="en-US" b="0" i="0" dirty="0">
                <a:solidFill>
                  <a:srgbClr val="374151"/>
                </a:solidFill>
                <a:effectLst/>
                <a:latin typeface="Söhne"/>
              </a:rPr>
              <a:t>While these types of hallucinations may seem amusing or harmless, they can also be problematic if the generated text is taken as fact or used to support false beliefs.</a:t>
            </a:r>
            <a:endParaRPr lang="en-US" dirty="0"/>
          </a:p>
        </p:txBody>
      </p:sp>
    </p:spTree>
    <p:extLst>
      <p:ext uri="{BB962C8B-B14F-4D97-AF65-F5344CB8AC3E}">
        <p14:creationId xmlns:p14="http://schemas.microsoft.com/office/powerpoint/2010/main" val="759698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63139260-2F09-4700-1289-8F6DE5680E91}"/>
              </a:ext>
            </a:extLst>
          </p:cNvPr>
          <p:cNvSpPr>
            <a:spLocks noGrp="1"/>
          </p:cNvSpPr>
          <p:nvPr>
            <p:ph type="title"/>
          </p:nvPr>
        </p:nvSpPr>
        <p:spPr>
          <a:xfrm>
            <a:off x="664633" y="484094"/>
            <a:ext cx="10075084" cy="1116106"/>
          </a:xfrm>
        </p:spPr>
        <p:txBody>
          <a:bodyPr/>
          <a:lstStyle/>
          <a:p>
            <a:r>
              <a:rPr lang="en-US" dirty="0"/>
              <a:t>IS it SAFE?</a:t>
            </a:r>
          </a:p>
        </p:txBody>
      </p:sp>
      <p:pic>
        <p:nvPicPr>
          <p:cNvPr id="1026" name="Picture 2" descr="Aleksandr Tiulkanov on LinkedIn: Regarding the GPT-4 demo yesterday. 1. My  advice still stands: if you…">
            <a:extLst>
              <a:ext uri="{FF2B5EF4-FFF2-40B4-BE49-F238E27FC236}">
                <a16:creationId xmlns:a16="http://schemas.microsoft.com/office/drawing/2014/main" id="{4019C8DB-7E42-325D-65AE-B0F4F75EECD9}"/>
              </a:ext>
            </a:extLst>
          </p:cNvPr>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1032991" y="1985963"/>
            <a:ext cx="4140200" cy="4140200"/>
          </a:xfrm>
          <a:prstGeom prst="rect">
            <a:avLst/>
          </a:prstGeom>
          <a:solidFill>
            <a:srgbClr val="FFFFFF"/>
          </a:solidFill>
        </p:spPr>
      </p:pic>
      <p:sp>
        <p:nvSpPr>
          <p:cNvPr id="7" name="TextBox 6">
            <a:extLst>
              <a:ext uri="{FF2B5EF4-FFF2-40B4-BE49-F238E27FC236}">
                <a16:creationId xmlns:a16="http://schemas.microsoft.com/office/drawing/2014/main" id="{8A62E130-C1B0-5C70-6F5C-02EEFC907657}"/>
              </a:ext>
            </a:extLst>
          </p:cNvPr>
          <p:cNvSpPr txBox="1"/>
          <p:nvPr/>
        </p:nvSpPr>
        <p:spPr>
          <a:xfrm>
            <a:off x="5321509" y="1985963"/>
            <a:ext cx="6145966" cy="4140200"/>
          </a:xfrm>
          <a:prstGeom prst="rect">
            <a:avLst/>
          </a:prstGeom>
        </p:spPr>
        <p:txBody>
          <a:bodyPr vert="horz" lIns="91440" tIns="45720" rIns="91440" bIns="45720" rtlCol="0">
            <a:normAutofit/>
          </a:bodyPr>
          <a:lstStyle/>
          <a:p>
            <a:pPr algn="ctr" defTabSz="914400">
              <a:spcAft>
                <a:spcPts val="600"/>
              </a:spcAft>
              <a:buSzPct val="75000"/>
            </a:pPr>
            <a:r>
              <a:rPr lang="en-US" dirty="0">
                <a:solidFill>
                  <a:schemeClr val="tx1">
                    <a:lumMod val="65000"/>
                    <a:lumOff val="35000"/>
                  </a:schemeClr>
                </a:solidFill>
              </a:rPr>
              <a:t>“Is it safe to use </a:t>
            </a:r>
            <a:r>
              <a:rPr lang="en-US" dirty="0" err="1">
                <a:solidFill>
                  <a:schemeClr val="tx1">
                    <a:lumMod val="65000"/>
                    <a:lumOff val="35000"/>
                  </a:schemeClr>
                </a:solidFill>
              </a:rPr>
              <a:t>ChatGPT</a:t>
            </a:r>
            <a:r>
              <a:rPr lang="en-US" dirty="0">
                <a:solidFill>
                  <a:schemeClr val="tx1">
                    <a:lumMod val="65000"/>
                    <a:lumOff val="35000"/>
                  </a:schemeClr>
                </a:solidFill>
              </a:rPr>
              <a:t> for your task?”</a:t>
            </a:r>
          </a:p>
          <a:p>
            <a:pPr algn="ctr" defTabSz="914400">
              <a:spcAft>
                <a:spcPts val="600"/>
              </a:spcAft>
              <a:buSzPct val="75000"/>
            </a:pPr>
            <a:r>
              <a:rPr lang="en-US" dirty="0">
                <a:solidFill>
                  <a:schemeClr val="tx1">
                    <a:lumMod val="65000"/>
                    <a:lumOff val="35000"/>
                  </a:schemeClr>
                </a:solidFill>
              </a:rPr>
              <a:t>- Aleksandr </a:t>
            </a:r>
            <a:r>
              <a:rPr lang="en-US" dirty="0" err="1">
                <a:solidFill>
                  <a:schemeClr val="tx1">
                    <a:lumMod val="65000"/>
                    <a:lumOff val="35000"/>
                  </a:schemeClr>
                </a:solidFill>
              </a:rPr>
              <a:t>Tiulkanov</a:t>
            </a:r>
            <a:r>
              <a:rPr lang="en-US" dirty="0">
                <a:solidFill>
                  <a:schemeClr val="tx1">
                    <a:lumMod val="65000"/>
                    <a:lumOff val="35000"/>
                  </a:schemeClr>
                </a:solidFill>
              </a:rPr>
              <a:t> 19Jan2023</a:t>
            </a:r>
          </a:p>
          <a:p>
            <a:pPr indent="-228600" defTabSz="914400">
              <a:spcAft>
                <a:spcPts val="600"/>
              </a:spcAft>
              <a:buSzPct val="75000"/>
              <a:buFont typeface="Wingdings" pitchFamily="2" charset="2"/>
              <a:buChar char="n"/>
            </a:pPr>
            <a:endParaRPr lang="en-US" b="0" i="0" dirty="0">
              <a:solidFill>
                <a:schemeClr val="tx1">
                  <a:lumMod val="65000"/>
                  <a:lumOff val="35000"/>
                </a:schemeClr>
              </a:solidFill>
              <a:effectLst/>
            </a:endParaRPr>
          </a:p>
          <a:p>
            <a:pPr marL="342900" indent="-228600" defTabSz="914400">
              <a:spcAft>
                <a:spcPts val="600"/>
              </a:spcAft>
              <a:buSzPct val="75000"/>
              <a:buFont typeface="Wingdings" pitchFamily="2" charset="2"/>
              <a:buChar char="n"/>
            </a:pPr>
            <a:r>
              <a:rPr lang="en-US" b="0" i="0" dirty="0">
                <a:solidFill>
                  <a:schemeClr val="tx1">
                    <a:lumMod val="65000"/>
                    <a:lumOff val="35000"/>
                  </a:schemeClr>
                </a:solidFill>
                <a:effectLst/>
              </a:rPr>
              <a:t>My advice still stands: if you want to use a chatbot's output in the real world, you must thoroughly verify that output for errors.</a:t>
            </a:r>
          </a:p>
          <a:p>
            <a:pPr marL="800100" lvl="1" indent="-228600" defTabSz="914400">
              <a:spcAft>
                <a:spcPts val="600"/>
              </a:spcAft>
              <a:buSzPct val="75000"/>
              <a:buFont typeface="Wingdings" pitchFamily="2" charset="2"/>
              <a:buChar char="n"/>
            </a:pPr>
            <a:r>
              <a:rPr lang="en-US" b="0" i="0" dirty="0">
                <a:solidFill>
                  <a:schemeClr val="tx1">
                    <a:lumMod val="65000"/>
                    <a:lumOff val="35000"/>
                  </a:schemeClr>
                </a:solidFill>
                <a:effectLst/>
              </a:rPr>
              <a:t>You must also be competent to do that verification.</a:t>
            </a:r>
          </a:p>
          <a:p>
            <a:pPr marL="800100" lvl="1" indent="-228600" defTabSz="914400">
              <a:spcAft>
                <a:spcPts val="600"/>
              </a:spcAft>
              <a:buSzPct val="75000"/>
              <a:buFont typeface="Wingdings" pitchFamily="2" charset="2"/>
              <a:buChar char="n"/>
            </a:pPr>
            <a:r>
              <a:rPr lang="en-US" b="0" i="0" dirty="0">
                <a:solidFill>
                  <a:schemeClr val="tx1">
                    <a:lumMod val="65000"/>
                    <a:lumOff val="35000"/>
                  </a:schemeClr>
                </a:solidFill>
                <a:effectLst/>
              </a:rPr>
              <a:t>You must also be comfortable taking legal liability and moral culpability for any errors in the output</a:t>
            </a:r>
          </a:p>
          <a:p>
            <a:pPr marL="800100" lvl="1" indent="-228600" defTabSz="914400">
              <a:spcAft>
                <a:spcPts val="600"/>
              </a:spcAft>
              <a:buSzPct val="75000"/>
              <a:buFont typeface="Wingdings" pitchFamily="2" charset="2"/>
              <a:buChar char="n"/>
            </a:pPr>
            <a:r>
              <a:rPr lang="en-US" dirty="0">
                <a:solidFill>
                  <a:schemeClr val="tx1">
                    <a:lumMod val="65000"/>
                    <a:lumOff val="35000"/>
                  </a:schemeClr>
                </a:solidFill>
              </a:rPr>
              <a:t>laws and regulations are not perfectly written and aligned and often include value-based parameters such as "reasonable" or "fair."</a:t>
            </a:r>
          </a:p>
        </p:txBody>
      </p:sp>
      <p:sp>
        <p:nvSpPr>
          <p:cNvPr id="1033" name="Slide Number Placeholder 4">
            <a:extLst>
              <a:ext uri="{FF2B5EF4-FFF2-40B4-BE49-F238E27FC236}">
                <a16:creationId xmlns:a16="http://schemas.microsoft.com/office/drawing/2014/main" id="{5D58366C-7319-4425-A583-F3CA2C42C9E1}"/>
              </a:ext>
            </a:extLst>
          </p:cNvPr>
          <p:cNvSpPr>
            <a:spLocks noGrp="1"/>
          </p:cNvSpPr>
          <p:nvPr>
            <p:ph type="sldNum" sz="quarter" idx="12"/>
          </p:nvPr>
        </p:nvSpPr>
        <p:spPr>
          <a:xfrm>
            <a:off x="11074400" y="242235"/>
            <a:ext cx="738717" cy="365125"/>
          </a:xfrm>
        </p:spPr>
        <p:txBody>
          <a:bodyPr/>
          <a:lstStyle/>
          <a:p>
            <a:pPr>
              <a:spcAft>
                <a:spcPts val="600"/>
              </a:spcAft>
            </a:pPr>
            <a:fld id="{02456A73-CB17-B748-BD2A-A20F5DD59EC7}" type="slidenum">
              <a:rPr lang="en-US" smtClean="0">
                <a:solidFill>
                  <a:srgbClr val="FFFFFF"/>
                </a:solidFill>
                <a:latin typeface="Franklin Gothic Book"/>
              </a:rPr>
              <a:pPr>
                <a:spcAft>
                  <a:spcPts val="600"/>
                </a:spcAft>
              </a:pPr>
              <a:t>20</a:t>
            </a:fld>
            <a:endParaRPr lang="en-US">
              <a:solidFill>
                <a:srgbClr val="FFFFFF"/>
              </a:solidFill>
              <a:latin typeface="Franklin Gothic Book"/>
            </a:endParaRPr>
          </a:p>
        </p:txBody>
      </p:sp>
    </p:spTree>
    <p:extLst>
      <p:ext uri="{BB962C8B-B14F-4D97-AF65-F5344CB8AC3E}">
        <p14:creationId xmlns:p14="http://schemas.microsoft.com/office/powerpoint/2010/main" val="2373889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89A435-1B9F-3403-B148-C959E0DB030D}"/>
              </a:ext>
            </a:extLst>
          </p:cNvPr>
          <p:cNvSpPr>
            <a:spLocks noGrp="1"/>
          </p:cNvSpPr>
          <p:nvPr>
            <p:ph type="title"/>
          </p:nvPr>
        </p:nvSpPr>
        <p:spPr>
          <a:xfrm>
            <a:off x="508124" y="1222635"/>
            <a:ext cx="4340352" cy="1162050"/>
          </a:xfrm>
        </p:spPr>
        <p:txBody>
          <a:bodyPr anchor="b">
            <a:normAutofit/>
          </a:bodyPr>
          <a:lstStyle/>
          <a:p>
            <a:pPr>
              <a:lnSpc>
                <a:spcPct val="90000"/>
              </a:lnSpc>
            </a:pPr>
            <a:r>
              <a:rPr lang="en-US" dirty="0"/>
              <a:t>What’s next?</a:t>
            </a:r>
            <a:br>
              <a:rPr lang="en-US" dirty="0"/>
            </a:br>
            <a:r>
              <a:rPr lang="en-US" dirty="0"/>
              <a:t>opportunities</a:t>
            </a:r>
          </a:p>
        </p:txBody>
      </p:sp>
      <p:sp>
        <p:nvSpPr>
          <p:cNvPr id="13" name="Text Placeholder 3">
            <a:extLst>
              <a:ext uri="{FF2B5EF4-FFF2-40B4-BE49-F238E27FC236}">
                <a16:creationId xmlns:a16="http://schemas.microsoft.com/office/drawing/2014/main" id="{1B93E385-3799-2347-C931-D289D72BA6F2}"/>
              </a:ext>
            </a:extLst>
          </p:cNvPr>
          <p:cNvSpPr>
            <a:spLocks noGrp="1"/>
          </p:cNvSpPr>
          <p:nvPr>
            <p:ph type="body" sz="half" idx="2"/>
          </p:nvPr>
        </p:nvSpPr>
        <p:spPr>
          <a:xfrm>
            <a:off x="508124" y="2384685"/>
            <a:ext cx="4340352" cy="4031105"/>
          </a:xfrm>
        </p:spPr>
        <p:txBody>
          <a:bodyPr>
            <a:noAutofit/>
          </a:bodyPr>
          <a:lstStyle/>
          <a:p>
            <a:r>
              <a:rPr lang="en-US" sz="1600" dirty="0">
                <a:solidFill>
                  <a:schemeClr val="bg1">
                    <a:lumMod val="85000"/>
                  </a:schemeClr>
                </a:solidFill>
                <a:effectLst/>
              </a:rPr>
              <a:t>AI presents an opportunity to improve communication and collaboration across borders and languages, promoting greater connectivity and understanding between individuals and communities. It can help to break down language barriers and provide equal access to information and resources, reducing the digital divide and promoting a more equitable and inclusive society. With AI-powered translation tools and chatbots, people can communicate more easily and effectively, regardless of their native language or location. This has the potential to improve access to education, healthcare, and other vital services, particularly in under-resourced or underserved areas. </a:t>
            </a:r>
            <a:endParaRPr lang="en-US" sz="1600" dirty="0">
              <a:solidFill>
                <a:schemeClr val="bg1">
                  <a:lumMod val="85000"/>
                </a:schemeClr>
              </a:solidFill>
            </a:endParaRPr>
          </a:p>
        </p:txBody>
      </p:sp>
      <p:graphicFrame>
        <p:nvGraphicFramePr>
          <p:cNvPr id="9" name="Content Placeholder 6">
            <a:extLst>
              <a:ext uri="{FF2B5EF4-FFF2-40B4-BE49-F238E27FC236}">
                <a16:creationId xmlns:a16="http://schemas.microsoft.com/office/drawing/2014/main" id="{DE1A231B-081E-4088-53B7-ED93CC41A90D}"/>
              </a:ext>
            </a:extLst>
          </p:cNvPr>
          <p:cNvGraphicFramePr>
            <a:graphicFrameLocks noGrp="1"/>
          </p:cNvGraphicFramePr>
          <p:nvPr>
            <p:ph idx="1"/>
          </p:nvPr>
        </p:nvGraphicFramePr>
        <p:xfrm>
          <a:off x="5558368" y="273051"/>
          <a:ext cx="6129865" cy="6342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4801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0DFE-2767-C64B-C33C-31B309679A86}"/>
              </a:ext>
            </a:extLst>
          </p:cNvPr>
          <p:cNvSpPr>
            <a:spLocks noGrp="1"/>
          </p:cNvSpPr>
          <p:nvPr>
            <p:ph type="title"/>
          </p:nvPr>
        </p:nvSpPr>
        <p:spPr>
          <a:xfrm>
            <a:off x="508124" y="1027763"/>
            <a:ext cx="4340352" cy="1162050"/>
          </a:xfrm>
        </p:spPr>
        <p:txBody>
          <a:bodyPr anchor="b">
            <a:normAutofit/>
          </a:bodyPr>
          <a:lstStyle/>
          <a:p>
            <a:r>
              <a:rPr lang="en-US" dirty="0"/>
              <a:t>Challenges</a:t>
            </a:r>
          </a:p>
        </p:txBody>
      </p:sp>
      <p:sp>
        <p:nvSpPr>
          <p:cNvPr id="4" name="Text Placeholder 3">
            <a:extLst>
              <a:ext uri="{FF2B5EF4-FFF2-40B4-BE49-F238E27FC236}">
                <a16:creationId xmlns:a16="http://schemas.microsoft.com/office/drawing/2014/main" id="{73A7AA2F-67C3-6B3D-5EA6-61AA645AA395}"/>
              </a:ext>
            </a:extLst>
          </p:cNvPr>
          <p:cNvSpPr>
            <a:spLocks noGrp="1"/>
          </p:cNvSpPr>
          <p:nvPr>
            <p:ph type="body" sz="half" idx="2"/>
          </p:nvPr>
        </p:nvSpPr>
        <p:spPr>
          <a:xfrm>
            <a:off x="508124" y="2443397"/>
            <a:ext cx="4340352" cy="3682767"/>
          </a:xfrm>
        </p:spPr>
        <p:txBody>
          <a:bodyPr>
            <a:normAutofit/>
          </a:bodyPr>
          <a:lstStyle/>
          <a:p>
            <a:r>
              <a:rPr lang="en-US" sz="1800" dirty="0">
                <a:effectLst/>
              </a:rPr>
              <a:t>AI poses a significant challenge when it comes to the digital divide, as it has the potential to create new disparities or exacerbate existing ones. There is a risk that AI algorithms and systems could be biased towards certain groups, particularly those with greater access to data or computing resources. This could result in a significant advantage for those with the resources to develop and deploy more sophisticated AI systems, while others are left behind.</a:t>
            </a:r>
            <a:endParaRPr lang="en-US" sz="1800" dirty="0"/>
          </a:p>
        </p:txBody>
      </p:sp>
      <p:graphicFrame>
        <p:nvGraphicFramePr>
          <p:cNvPr id="7" name="Content Placeholder 7">
            <a:extLst>
              <a:ext uri="{FF2B5EF4-FFF2-40B4-BE49-F238E27FC236}">
                <a16:creationId xmlns:a16="http://schemas.microsoft.com/office/drawing/2014/main" id="{1F9789D7-F597-5CFA-041E-59B5ED709B8F}"/>
              </a:ext>
            </a:extLst>
          </p:cNvPr>
          <p:cNvGraphicFramePr>
            <a:graphicFrameLocks noGrp="1"/>
          </p:cNvGraphicFramePr>
          <p:nvPr>
            <p:ph idx="1"/>
          </p:nvPr>
        </p:nvGraphicFramePr>
        <p:xfrm>
          <a:off x="5558368" y="273051"/>
          <a:ext cx="6129865" cy="63535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6565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quarter" idx="11"/>
          </p:nvPr>
        </p:nvSpPr>
        <p:spPr/>
        <p:txBody>
          <a:bodyPr/>
          <a:lstStyle/>
          <a:p>
            <a:endParaRPr lang="en-US"/>
          </a:p>
        </p:txBody>
      </p:sp>
      <p:pic>
        <p:nvPicPr>
          <p:cNvPr id="1026" name="Picture 2" descr="Image result for amy ames photography"/>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0" y="-10602"/>
            <a:ext cx="12192000" cy="81254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029803" y="195890"/>
            <a:ext cx="8950163" cy="2020810"/>
          </a:xfrm>
          <a:prstGeom prst="rect">
            <a:avLst/>
          </a:prstGeom>
        </p:spPr>
        <p:txBody>
          <a:bodyPr wrap="square">
            <a:spAutoFit/>
          </a:bodyPr>
          <a:lstStyle/>
          <a:p>
            <a:r>
              <a:rPr lang="en-US" sz="4000" b="1" dirty="0">
                <a:solidFill>
                  <a:srgbClr val="000000"/>
                </a:solidFill>
                <a:latin typeface="+mj-lt"/>
              </a:rPr>
              <a:t>AI is about building </a:t>
            </a:r>
            <a:r>
              <a:rPr lang="en-US" sz="4000" b="1" dirty="0">
                <a:solidFill>
                  <a:srgbClr val="FF0000"/>
                </a:solidFill>
                <a:latin typeface="+mj-lt"/>
              </a:rPr>
              <a:t>SYSTEMS</a:t>
            </a:r>
          </a:p>
          <a:p>
            <a:pPr marL="228589" indent="-228589">
              <a:buFont typeface="Arial" panose="020B0604020202020204" pitchFamily="34" charset="0"/>
              <a:buChar char="•"/>
            </a:pPr>
            <a:r>
              <a:rPr lang="en-US" sz="2133" dirty="0">
                <a:solidFill>
                  <a:srgbClr val="000000"/>
                </a:solidFill>
                <a:latin typeface="+mj-lt"/>
              </a:rPr>
              <a:t>Automation </a:t>
            </a:r>
          </a:p>
          <a:p>
            <a:pPr marL="228589" indent="-228589">
              <a:buFont typeface="Arial" panose="020B0604020202020204" pitchFamily="34" charset="0"/>
              <a:buChar char="•"/>
            </a:pPr>
            <a:r>
              <a:rPr lang="en-US" sz="2133" dirty="0">
                <a:solidFill>
                  <a:srgbClr val="000000"/>
                </a:solidFill>
                <a:latin typeface="+mj-lt"/>
              </a:rPr>
              <a:t>Accuracy</a:t>
            </a:r>
          </a:p>
          <a:p>
            <a:pPr marL="228589" indent="-228589">
              <a:buFont typeface="Arial" panose="020B0604020202020204" pitchFamily="34" charset="0"/>
              <a:buChar char="•"/>
            </a:pPr>
            <a:r>
              <a:rPr lang="en-US" sz="2133" dirty="0">
                <a:solidFill>
                  <a:srgbClr val="000000"/>
                </a:solidFill>
                <a:latin typeface="+mj-lt"/>
              </a:rPr>
              <a:t>Agility</a:t>
            </a:r>
          </a:p>
          <a:p>
            <a:pPr marL="228589" indent="-228589">
              <a:buFont typeface="Arial" panose="020B0604020202020204" pitchFamily="34" charset="0"/>
              <a:buChar char="•"/>
            </a:pPr>
            <a:r>
              <a:rPr lang="en-US" sz="2133" dirty="0">
                <a:solidFill>
                  <a:srgbClr val="000000"/>
                </a:solidFill>
                <a:latin typeface="+mj-lt"/>
              </a:rPr>
              <a:t>Accountability </a:t>
            </a:r>
          </a:p>
        </p:txBody>
      </p:sp>
    </p:spTree>
    <p:extLst>
      <p:ext uri="{BB962C8B-B14F-4D97-AF65-F5344CB8AC3E}">
        <p14:creationId xmlns:p14="http://schemas.microsoft.com/office/powerpoint/2010/main" val="19451225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Is the juice worth the squeeze? </a:t>
            </a:r>
          </a:p>
        </p:txBody>
      </p:sp>
      <p:sp>
        <p:nvSpPr>
          <p:cNvPr id="7" name="Text Placeholder 6"/>
          <p:cNvSpPr>
            <a:spLocks noGrp="1"/>
          </p:cNvSpPr>
          <p:nvPr>
            <p:ph type="body" sz="quarter" idx="11"/>
          </p:nvPr>
        </p:nvSpPr>
        <p:spPr/>
        <p:txBody>
          <a:bodyPr/>
          <a:lstStyle/>
          <a:p>
            <a:endParaRPr lang="en-US"/>
          </a:p>
        </p:txBody>
      </p:sp>
      <p:sp>
        <p:nvSpPr>
          <p:cNvPr id="8" name="TextBox 7"/>
          <p:cNvSpPr txBox="1"/>
          <p:nvPr/>
        </p:nvSpPr>
        <p:spPr>
          <a:xfrm>
            <a:off x="2805152" y="3469270"/>
            <a:ext cx="6591611" cy="461665"/>
          </a:xfrm>
          <a:prstGeom prst="rect">
            <a:avLst/>
          </a:prstGeom>
          <a:noFill/>
        </p:spPr>
        <p:txBody>
          <a:bodyPr wrap="square" rtlCol="0">
            <a:spAutoFit/>
          </a:bodyPr>
          <a:lstStyle/>
          <a:p>
            <a:r>
              <a:rPr lang="en-US" sz="2400" dirty="0"/>
              <a:t>Picture of hand squeezing orange </a:t>
            </a:r>
          </a:p>
        </p:txBody>
      </p:sp>
      <p:pic>
        <p:nvPicPr>
          <p:cNvPr id="2050" name="Picture 2" descr="Image may contain: sky, cloud, tree, outdoor and nature"/>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1" y="3"/>
            <a:ext cx="12313385" cy="68919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387600" y="508000"/>
            <a:ext cx="7543800" cy="666786"/>
          </a:xfrm>
          <a:prstGeom prst="rect">
            <a:avLst/>
          </a:prstGeom>
          <a:noFill/>
        </p:spPr>
        <p:txBody>
          <a:bodyPr wrap="square" rtlCol="0">
            <a:spAutoFit/>
          </a:bodyPr>
          <a:lstStyle/>
          <a:p>
            <a:pPr algn="ctr"/>
            <a:r>
              <a:rPr lang="en-US" sz="3733" b="1" dirty="0">
                <a:solidFill>
                  <a:schemeClr val="tx1">
                    <a:lumMod val="65000"/>
                    <a:lumOff val="35000"/>
                  </a:schemeClr>
                </a:solidFill>
              </a:rPr>
              <a:t>Where do you start? </a:t>
            </a:r>
          </a:p>
        </p:txBody>
      </p:sp>
      <p:sp>
        <p:nvSpPr>
          <p:cNvPr id="3" name="TextBox 2"/>
          <p:cNvSpPr txBox="1"/>
          <p:nvPr/>
        </p:nvSpPr>
        <p:spPr>
          <a:xfrm>
            <a:off x="2387602" y="1816608"/>
            <a:ext cx="7964449" cy="584775"/>
          </a:xfrm>
          <a:prstGeom prst="rect">
            <a:avLst/>
          </a:prstGeom>
          <a:noFill/>
        </p:spPr>
        <p:txBody>
          <a:bodyPr wrap="square" rtlCol="0">
            <a:spAutoFit/>
          </a:bodyPr>
          <a:lstStyle/>
          <a:p>
            <a:pPr algn="ctr"/>
            <a:r>
              <a:rPr lang="en-US" sz="3200" b="1" i="1" dirty="0">
                <a:solidFill>
                  <a:schemeClr val="tx1">
                    <a:lumMod val="50000"/>
                    <a:lumOff val="50000"/>
                  </a:schemeClr>
                </a:solidFill>
              </a:rPr>
              <a:t>5 ways to look past the shiny-object phase...</a:t>
            </a:r>
          </a:p>
        </p:txBody>
      </p:sp>
    </p:spTree>
    <p:extLst>
      <p:ext uri="{BB962C8B-B14F-4D97-AF65-F5344CB8AC3E}">
        <p14:creationId xmlns:p14="http://schemas.microsoft.com/office/powerpoint/2010/main" val="6999853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quarter" idx="3"/>
          </p:nvPr>
        </p:nvSpPr>
        <p:spPr/>
        <p:txBody>
          <a:bodyPr/>
          <a:lstStyle/>
          <a:p>
            <a:endParaRPr lang="en-US"/>
          </a:p>
        </p:txBody>
      </p:sp>
      <p:sp>
        <p:nvSpPr>
          <p:cNvPr id="4" name="Content Placeholder 3"/>
          <p:cNvSpPr>
            <a:spLocks noGrp="1"/>
          </p:cNvSpPr>
          <p:nvPr>
            <p:ph sz="quarter" idx="4"/>
          </p:nvPr>
        </p:nvSpPr>
        <p:spPr>
          <a:xfrm>
            <a:off x="609603" y="3209112"/>
            <a:ext cx="5177367" cy="439779"/>
          </a:xfrm>
        </p:spPr>
        <p:txBody>
          <a:bodyPr/>
          <a:lstStyle/>
          <a:p>
            <a:endParaRPr lang="en-US"/>
          </a:p>
        </p:txBody>
      </p:sp>
      <p:sp>
        <p:nvSpPr>
          <p:cNvPr id="5" name="Content Placeholder 4"/>
          <p:cNvSpPr>
            <a:spLocks noGrp="1"/>
          </p:cNvSpPr>
          <p:nvPr>
            <p:ph sz="quarter" idx="15"/>
          </p:nvPr>
        </p:nvSpPr>
        <p:spPr>
          <a:xfrm>
            <a:off x="6402918" y="2505673"/>
            <a:ext cx="5173628" cy="480131"/>
          </a:xfrm>
        </p:spPr>
        <p:txBody>
          <a:bodyPr/>
          <a:lstStyle/>
          <a:p>
            <a:endParaRPr lang="en-US"/>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8800"/>
            <a:ext cx="12192000" cy="6849200"/>
          </a:xfrm>
          <a:prstGeom prst="rect">
            <a:avLst/>
          </a:prstGeom>
        </p:spPr>
      </p:pic>
      <p:sp>
        <p:nvSpPr>
          <p:cNvPr id="7" name="Content Placeholder 7"/>
          <p:cNvSpPr txBox="1">
            <a:spLocks/>
          </p:cNvSpPr>
          <p:nvPr/>
        </p:nvSpPr>
        <p:spPr>
          <a:xfrm>
            <a:off x="609603" y="412555"/>
            <a:ext cx="10369356" cy="858568"/>
          </a:xfrm>
          <a:prstGeom prst="rect">
            <a:avLst/>
          </a:prstGeom>
        </p:spPr>
        <p:txBody>
          <a:bodyPr vert="horz" wrap="square" lIns="121920" tIns="60960" rIns="121920" bIns="60960" rtlCol="0" anchor="ctr">
            <a:spAutoFit/>
          </a:bodyPr>
          <a:lstStyle>
            <a:lvl1pPr marL="182880" indent="-182880" algn="l" defTabSz="365760" rtl="0" eaLnBrk="1" latinLnBrk="0" hangingPunct="1">
              <a:lnSpc>
                <a:spcPct val="120000"/>
              </a:lnSpc>
              <a:spcBef>
                <a:spcPts val="0"/>
              </a:spcBef>
              <a:buClr>
                <a:schemeClr val="accent2"/>
              </a:buClr>
              <a:buSzPct val="80000"/>
              <a:buFont typeface="Arial" pitchFamily="34" charset="0"/>
              <a:buChar char="•"/>
              <a:defRPr sz="1800" b="0" kern="1200" cap="none" baseline="0">
                <a:solidFill>
                  <a:schemeClr val="tx2">
                    <a:lumMod val="50000"/>
                  </a:schemeClr>
                </a:solidFill>
                <a:latin typeface="+mn-lt"/>
                <a:ea typeface="+mn-ea"/>
                <a:cs typeface="+mn-cs"/>
              </a:defRPr>
            </a:lvl1pPr>
            <a:lvl2pPr marL="365760" indent="-182880" algn="l" defTabSz="365760" rtl="0" eaLnBrk="1" latinLnBrk="0" hangingPunct="1">
              <a:lnSpc>
                <a:spcPct val="120000"/>
              </a:lnSpc>
              <a:spcBef>
                <a:spcPts val="0"/>
              </a:spcBef>
              <a:buClr>
                <a:schemeClr val="accent2"/>
              </a:buClr>
              <a:buSzPct val="80000"/>
              <a:buFont typeface="Arial" pitchFamily="34" charset="0"/>
              <a:buChar char="•"/>
              <a:tabLst/>
              <a:defRPr sz="1600" kern="1200" baseline="0">
                <a:solidFill>
                  <a:schemeClr val="tx2">
                    <a:lumMod val="50000"/>
                  </a:schemeClr>
                </a:solidFill>
                <a:latin typeface="+mn-lt"/>
                <a:ea typeface="+mn-ea"/>
                <a:cs typeface="+mn-cs"/>
              </a:defRPr>
            </a:lvl2pPr>
            <a:lvl3pPr marL="548640" indent="-182880" algn="l" defTabSz="365760" rtl="0" eaLnBrk="1" latinLnBrk="0" hangingPunct="1">
              <a:lnSpc>
                <a:spcPct val="120000"/>
              </a:lnSpc>
              <a:spcBef>
                <a:spcPts val="0"/>
              </a:spcBef>
              <a:buClr>
                <a:schemeClr val="accent2"/>
              </a:buClr>
              <a:buSzPct val="80000"/>
              <a:buFont typeface="Arial" pitchFamily="34" charset="0"/>
              <a:buChar char="•"/>
              <a:defRPr sz="1400" kern="1200" baseline="0">
                <a:solidFill>
                  <a:schemeClr val="tx2">
                    <a:lumMod val="50000"/>
                  </a:schemeClr>
                </a:solidFill>
                <a:latin typeface="+mn-lt"/>
                <a:ea typeface="+mn-ea"/>
                <a:cs typeface="+mn-cs"/>
              </a:defRPr>
            </a:lvl3pPr>
            <a:lvl4pPr marL="731520" indent="-182880" algn="l" defTabSz="365760" rtl="0" eaLnBrk="1" latinLnBrk="0" hangingPunct="1">
              <a:lnSpc>
                <a:spcPct val="120000"/>
              </a:lnSpc>
              <a:spcBef>
                <a:spcPts val="0"/>
              </a:spcBef>
              <a:buClr>
                <a:schemeClr val="accent2"/>
              </a:buClr>
              <a:buSzPct val="80000"/>
              <a:buFont typeface="Arial" pitchFamily="34" charset="0"/>
              <a:buChar char="•"/>
              <a:defRPr sz="1200" kern="1200" baseline="0">
                <a:solidFill>
                  <a:schemeClr val="tx2">
                    <a:lumMod val="50000"/>
                  </a:schemeClr>
                </a:solidFill>
                <a:latin typeface="+mn-lt"/>
                <a:ea typeface="+mn-ea"/>
                <a:cs typeface="+mn-cs"/>
              </a:defRPr>
            </a:lvl4pPr>
            <a:lvl5pPr marL="902970" indent="-171450" algn="l" defTabSz="365760" rtl="0" eaLnBrk="1" latinLnBrk="0" hangingPunct="1">
              <a:lnSpc>
                <a:spcPct val="120000"/>
              </a:lnSpc>
              <a:spcBef>
                <a:spcPts val="0"/>
              </a:spcBef>
              <a:buClr>
                <a:schemeClr val="accent2"/>
              </a:buClr>
              <a:buSzPct val="80000"/>
              <a:buFont typeface="Arial" pitchFamily="34" charset="0"/>
              <a:buChar char="•"/>
              <a:defRPr sz="1000" kern="1200" baseline="0">
                <a:solidFill>
                  <a:schemeClr val="tx2">
                    <a:lumMod val="50000"/>
                  </a:schemeClr>
                </a:solidFill>
                <a:latin typeface="+mn-lt"/>
                <a:ea typeface="+mn-ea"/>
                <a:cs typeface="+mn-cs"/>
              </a:defRPr>
            </a:lvl5pPr>
            <a:lvl6pPr marL="1097280" indent="-182880" algn="l" defTabSz="365760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6pPr>
            <a:lvl7pPr marL="1280160" indent="-182880" algn="l" defTabSz="365760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7pPr>
            <a:lvl8pPr marL="1463040" indent="-182880" algn="l" defTabSz="91440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8pPr>
            <a:lvl9pPr marL="1645920" indent="-182880" algn="l" defTabSz="36576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9pPr>
          </a:lstStyle>
          <a:p>
            <a:pPr marL="0" indent="0" algn="ctr">
              <a:buNone/>
            </a:pPr>
            <a:r>
              <a:rPr lang="en-US" sz="4267" b="1" dirty="0">
                <a:solidFill>
                  <a:schemeClr val="tx1">
                    <a:lumMod val="65000"/>
                    <a:lumOff val="35000"/>
                  </a:schemeClr>
                </a:solidFill>
              </a:rPr>
              <a:t>#1 - Start with a problem, not the solution… </a:t>
            </a:r>
          </a:p>
        </p:txBody>
      </p:sp>
      <p:sp>
        <p:nvSpPr>
          <p:cNvPr id="8" name="Rectangle 7"/>
          <p:cNvSpPr/>
          <p:nvPr/>
        </p:nvSpPr>
        <p:spPr>
          <a:xfrm>
            <a:off x="2011937" y="5705644"/>
            <a:ext cx="8691715" cy="461665"/>
          </a:xfrm>
          <a:prstGeom prst="rect">
            <a:avLst/>
          </a:prstGeom>
        </p:spPr>
        <p:txBody>
          <a:bodyPr wrap="square">
            <a:spAutoFit/>
          </a:bodyPr>
          <a:lstStyle/>
          <a:p>
            <a:pPr algn="ctr"/>
            <a:endParaRPr lang="en-US" sz="2400" dirty="0"/>
          </a:p>
        </p:txBody>
      </p:sp>
      <p:sp>
        <p:nvSpPr>
          <p:cNvPr id="9" name="Rectangle 8"/>
          <p:cNvSpPr/>
          <p:nvPr/>
        </p:nvSpPr>
        <p:spPr>
          <a:xfrm>
            <a:off x="1382116" y="2860321"/>
            <a:ext cx="9321536" cy="2431435"/>
          </a:xfrm>
          <a:prstGeom prst="rect">
            <a:avLst/>
          </a:prstGeom>
        </p:spPr>
        <p:txBody>
          <a:bodyPr wrap="square">
            <a:spAutoFit/>
          </a:bodyPr>
          <a:lstStyle/>
          <a:p>
            <a:pPr algn="ctr"/>
            <a:r>
              <a:rPr lang="en-US" sz="3200" dirty="0">
                <a:solidFill>
                  <a:schemeClr val="tx1">
                    <a:lumMod val="65000"/>
                    <a:lumOff val="35000"/>
                  </a:schemeClr>
                </a:solidFill>
              </a:rPr>
              <a:t>A hammer in search of a nail… </a:t>
            </a:r>
          </a:p>
          <a:p>
            <a:pPr algn="ctr"/>
            <a:r>
              <a:rPr lang="en-US" sz="2400" dirty="0">
                <a:solidFill>
                  <a:schemeClr val="tx1">
                    <a:lumMod val="65000"/>
                    <a:lumOff val="35000"/>
                  </a:schemeClr>
                </a:solidFill>
              </a:rPr>
              <a:t> </a:t>
            </a:r>
          </a:p>
          <a:p>
            <a:pPr algn="ctr"/>
            <a:r>
              <a:rPr lang="en-US" sz="2400" dirty="0">
                <a:solidFill>
                  <a:schemeClr val="tx1">
                    <a:lumMod val="65000"/>
                    <a:lumOff val="35000"/>
                  </a:schemeClr>
                </a:solidFill>
              </a:rPr>
              <a:t>Before launching an AI/ML program, identify concrete business problems, then consider if AI can help. For example, rather than ask, “What can we use AI for?”, think, “Where could we make our operations more efficient?” or “What decisions are we making without data?</a:t>
            </a:r>
          </a:p>
        </p:txBody>
      </p:sp>
    </p:spTree>
    <p:extLst>
      <p:ext uri="{BB962C8B-B14F-4D97-AF65-F5344CB8AC3E}">
        <p14:creationId xmlns:p14="http://schemas.microsoft.com/office/powerpoint/2010/main" val="288204902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dirty="0"/>
          </a:p>
        </p:txBody>
      </p:sp>
      <p:sp>
        <p:nvSpPr>
          <p:cNvPr id="7" name="Text Placeholder 6"/>
          <p:cNvSpPr>
            <a:spLocks noGrp="1"/>
          </p:cNvSpPr>
          <p:nvPr>
            <p:ph type="body" sz="quarter" idx="11"/>
          </p:nvPr>
        </p:nvSpPr>
        <p:spPr/>
        <p:txBody>
          <a:bodyPr/>
          <a:lstStyle/>
          <a:p>
            <a:endParaRPr lang="en-US"/>
          </a:p>
        </p:txBody>
      </p:sp>
      <p:pic>
        <p:nvPicPr>
          <p:cNvPr id="6146" name="Picture 2" descr="Image may contain: outdoor and nature"/>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0" y="2"/>
            <a:ext cx="12192000" cy="70485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154597" y="5633881"/>
            <a:ext cx="7058855" cy="584775"/>
          </a:xfrm>
          <a:prstGeom prst="rect">
            <a:avLst/>
          </a:prstGeom>
        </p:spPr>
        <p:txBody>
          <a:bodyPr wrap="none">
            <a:spAutoFit/>
          </a:bodyPr>
          <a:lstStyle/>
          <a:p>
            <a:r>
              <a:rPr lang="en-US" sz="3200" dirty="0">
                <a:solidFill>
                  <a:schemeClr val="bg1">
                    <a:lumMod val="50000"/>
                  </a:schemeClr>
                </a:solidFill>
                <a:latin typeface="+mj-lt"/>
              </a:rPr>
              <a:t>#2 have </a:t>
            </a:r>
            <a:r>
              <a:rPr lang="en-US" sz="3200" b="1" dirty="0">
                <a:solidFill>
                  <a:schemeClr val="bg1">
                    <a:lumMod val="50000"/>
                  </a:schemeClr>
                </a:solidFill>
                <a:latin typeface="+mj-lt"/>
              </a:rPr>
              <a:t>Capacity</a:t>
            </a:r>
            <a:r>
              <a:rPr lang="en-US" sz="3200" dirty="0">
                <a:solidFill>
                  <a:schemeClr val="bg1">
                    <a:lumMod val="50000"/>
                  </a:schemeClr>
                </a:solidFill>
                <a:latin typeface="+mj-lt"/>
              </a:rPr>
              <a:t> and Will to experiment! </a:t>
            </a:r>
          </a:p>
        </p:txBody>
      </p:sp>
    </p:spTree>
    <p:extLst>
      <p:ext uri="{BB962C8B-B14F-4D97-AF65-F5344CB8AC3E}">
        <p14:creationId xmlns:p14="http://schemas.microsoft.com/office/powerpoint/2010/main" val="189804939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Have realistic expectations </a:t>
            </a:r>
          </a:p>
        </p:txBody>
      </p:sp>
      <p:sp>
        <p:nvSpPr>
          <p:cNvPr id="3" name="Text Placeholder 2"/>
          <p:cNvSpPr>
            <a:spLocks noGrp="1"/>
          </p:cNvSpPr>
          <p:nvPr>
            <p:ph type="body" sz="quarter" idx="11"/>
          </p:nvPr>
        </p:nvSpPr>
        <p:spPr/>
        <p:txBody>
          <a:bodyPr/>
          <a:lstStyle/>
          <a:p>
            <a:endParaRPr lang="en-US"/>
          </a:p>
        </p:txBody>
      </p:sp>
      <p:sp>
        <p:nvSpPr>
          <p:cNvPr id="4" name="TextBox 3"/>
          <p:cNvSpPr txBox="1"/>
          <p:nvPr/>
        </p:nvSpPr>
        <p:spPr>
          <a:xfrm>
            <a:off x="1615688" y="4093738"/>
            <a:ext cx="9741160" cy="461665"/>
          </a:xfrm>
          <a:prstGeom prst="rect">
            <a:avLst/>
          </a:prstGeom>
          <a:noFill/>
        </p:spPr>
        <p:txBody>
          <a:bodyPr wrap="square" rtlCol="0">
            <a:spAutoFit/>
          </a:bodyPr>
          <a:lstStyle/>
          <a:p>
            <a:r>
              <a:rPr lang="en-US" sz="2400" dirty="0"/>
              <a:t>Failure is often more valuable than success… </a:t>
            </a:r>
          </a:p>
        </p:txBody>
      </p:sp>
      <p:pic>
        <p:nvPicPr>
          <p:cNvPr id="7170" name="Picture 2" descr="Image may contain: mountain, sky, cloud, nature, outdoor and wate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l="-104"/>
          <a:stretch/>
        </p:blipFill>
        <p:spPr bwMode="auto">
          <a:xfrm>
            <a:off x="-206104" y="-1"/>
            <a:ext cx="12398104" cy="69469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615688" y="369535"/>
            <a:ext cx="9034200" cy="666786"/>
          </a:xfrm>
          <a:prstGeom prst="rect">
            <a:avLst/>
          </a:prstGeom>
          <a:noFill/>
        </p:spPr>
        <p:txBody>
          <a:bodyPr wrap="square" rtlCol="0">
            <a:spAutoFit/>
          </a:bodyPr>
          <a:lstStyle/>
          <a:p>
            <a:pPr algn="ctr"/>
            <a:r>
              <a:rPr lang="en-US" sz="3733" b="1" dirty="0">
                <a:solidFill>
                  <a:schemeClr val="tx1">
                    <a:lumMod val="85000"/>
                    <a:lumOff val="15000"/>
                  </a:schemeClr>
                </a:solidFill>
                <a:latin typeface="+mj-lt"/>
              </a:rPr>
              <a:t>#3 Aim high but have realistic expectations </a:t>
            </a:r>
          </a:p>
        </p:txBody>
      </p:sp>
    </p:spTree>
    <p:extLst>
      <p:ext uri="{BB962C8B-B14F-4D97-AF65-F5344CB8AC3E}">
        <p14:creationId xmlns:p14="http://schemas.microsoft.com/office/powerpoint/2010/main" val="310363560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0"/>
            <a:ext cx="12192000" cy="8135672"/>
          </a:xfrm>
          <a:prstGeom prst="rect">
            <a:avLst/>
          </a:prstGeom>
        </p:spPr>
      </p:pic>
      <p:sp>
        <p:nvSpPr>
          <p:cNvPr id="5" name="TextBox 4"/>
          <p:cNvSpPr txBox="1"/>
          <p:nvPr/>
        </p:nvSpPr>
        <p:spPr>
          <a:xfrm>
            <a:off x="783146" y="180957"/>
            <a:ext cx="10447289" cy="748988"/>
          </a:xfrm>
          <a:prstGeom prst="rect">
            <a:avLst/>
          </a:prstGeom>
          <a:noFill/>
        </p:spPr>
        <p:txBody>
          <a:bodyPr wrap="square" rtlCol="0">
            <a:spAutoFit/>
          </a:bodyPr>
          <a:lstStyle/>
          <a:p>
            <a:pPr algn="ctr"/>
            <a:r>
              <a:rPr lang="en-US" sz="4267" b="1" dirty="0">
                <a:solidFill>
                  <a:srgbClr val="000000">
                    <a:lumMod val="75000"/>
                    <a:lumOff val="25000"/>
                  </a:srgbClr>
                </a:solidFill>
              </a:rPr>
              <a:t>#4 Demand a White-box </a:t>
            </a:r>
            <a:endParaRPr lang="en-US" sz="4267" b="1" u="sng" dirty="0">
              <a:solidFill>
                <a:srgbClr val="000000">
                  <a:lumMod val="75000"/>
                  <a:lumOff val="25000"/>
                </a:srgbClr>
              </a:solidFill>
            </a:endParaRPr>
          </a:p>
        </p:txBody>
      </p:sp>
      <p:sp>
        <p:nvSpPr>
          <p:cNvPr id="2" name="Rectangle 1"/>
          <p:cNvSpPr/>
          <p:nvPr/>
        </p:nvSpPr>
        <p:spPr>
          <a:xfrm>
            <a:off x="609600" y="3834403"/>
            <a:ext cx="6096000" cy="1569660"/>
          </a:xfrm>
          <a:prstGeom prst="rect">
            <a:avLst/>
          </a:prstGeom>
        </p:spPr>
        <p:txBody>
          <a:bodyPr>
            <a:spAutoFit/>
          </a:bodyPr>
          <a:lstStyle/>
          <a:p>
            <a:pPr algn="ctr"/>
            <a:r>
              <a:rPr lang="en-US" sz="2400" dirty="0">
                <a:solidFill>
                  <a:schemeClr val="tx1">
                    <a:lumMod val="65000"/>
                    <a:lumOff val="35000"/>
                  </a:schemeClr>
                </a:solidFill>
              </a:rPr>
              <a:t>It’s not magic. If a data scientist can’t explain what they are doing or what their AI / ML product, service or methods are up to in terms you understand, don’t buy it! </a:t>
            </a:r>
          </a:p>
        </p:txBody>
      </p:sp>
    </p:spTree>
    <p:extLst>
      <p:ext uri="{BB962C8B-B14F-4D97-AF65-F5344CB8AC3E}">
        <p14:creationId xmlns:p14="http://schemas.microsoft.com/office/powerpoint/2010/main" val="162662083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67" dirty="0">
                <a:solidFill>
                  <a:schemeClr val="tx1">
                    <a:lumMod val="65000"/>
                    <a:lumOff val="35000"/>
                  </a:schemeClr>
                </a:solidFill>
              </a:rPr>
              <a:t>#5 Govern the process…</a:t>
            </a:r>
          </a:p>
        </p:txBody>
      </p:sp>
      <p:pic>
        <p:nvPicPr>
          <p:cNvPr id="4" name="Picture 3"/>
          <p:cNvPicPr>
            <a:picLocks noChangeAspect="1"/>
          </p:cNvPicPr>
          <p:nvPr/>
        </p:nvPicPr>
        <p:blipFill>
          <a:blip r:embed="rId3"/>
          <a:stretch>
            <a:fillRect/>
          </a:stretch>
        </p:blipFill>
        <p:spPr>
          <a:xfrm>
            <a:off x="374136" y="967032"/>
            <a:ext cx="10982712" cy="1366369"/>
          </a:xfrm>
          <a:prstGeom prst="rect">
            <a:avLst/>
          </a:prstGeom>
        </p:spPr>
      </p:pic>
      <p:pic>
        <p:nvPicPr>
          <p:cNvPr id="5" name="Picture 4"/>
          <p:cNvPicPr>
            <a:picLocks noChangeAspect="1"/>
          </p:cNvPicPr>
          <p:nvPr/>
        </p:nvPicPr>
        <p:blipFill>
          <a:blip r:embed="rId4"/>
          <a:stretch>
            <a:fillRect/>
          </a:stretch>
        </p:blipFill>
        <p:spPr>
          <a:xfrm>
            <a:off x="647171" y="2128361"/>
            <a:ext cx="7158575" cy="2041276"/>
          </a:xfrm>
          <a:prstGeom prst="rect">
            <a:avLst/>
          </a:prstGeom>
        </p:spPr>
      </p:pic>
      <p:pic>
        <p:nvPicPr>
          <p:cNvPr id="9" name="Picture 8">
            <a:extLst>
              <a:ext uri="{FF2B5EF4-FFF2-40B4-BE49-F238E27FC236}">
                <a16:creationId xmlns:a16="http://schemas.microsoft.com/office/drawing/2014/main" id="{0927BE2C-FFC3-2841-AD82-BE4D1D5A3B39}"/>
              </a:ext>
            </a:extLst>
          </p:cNvPr>
          <p:cNvPicPr>
            <a:picLocks noChangeAspect="1"/>
          </p:cNvPicPr>
          <p:nvPr/>
        </p:nvPicPr>
        <p:blipFill>
          <a:blip r:embed="rId5"/>
          <a:stretch>
            <a:fillRect/>
          </a:stretch>
        </p:blipFill>
        <p:spPr>
          <a:xfrm>
            <a:off x="204395" y="3655949"/>
            <a:ext cx="4276837" cy="3145297"/>
          </a:xfrm>
          <a:prstGeom prst="rect">
            <a:avLst/>
          </a:prstGeom>
        </p:spPr>
      </p:pic>
      <p:pic>
        <p:nvPicPr>
          <p:cNvPr id="10" name="Picture 9">
            <a:extLst>
              <a:ext uri="{FF2B5EF4-FFF2-40B4-BE49-F238E27FC236}">
                <a16:creationId xmlns:a16="http://schemas.microsoft.com/office/drawing/2014/main" id="{9E8A7949-5627-6343-900B-288F5FAC7F5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4078561" y="2434801"/>
            <a:ext cx="4365417" cy="3670184"/>
          </a:xfrm>
          <a:prstGeom prst="rect">
            <a:avLst/>
          </a:prstGeom>
        </p:spPr>
      </p:pic>
      <p:pic>
        <p:nvPicPr>
          <p:cNvPr id="6" name="Picture 5"/>
          <p:cNvPicPr>
            <a:picLocks noChangeAspect="1"/>
          </p:cNvPicPr>
          <p:nvPr/>
        </p:nvPicPr>
        <p:blipFill>
          <a:blip r:embed="rId7"/>
          <a:stretch>
            <a:fillRect/>
          </a:stretch>
        </p:blipFill>
        <p:spPr>
          <a:xfrm>
            <a:off x="5980570" y="2061681"/>
            <a:ext cx="5585005" cy="3152459"/>
          </a:xfrm>
          <a:prstGeom prst="rect">
            <a:avLst/>
          </a:prstGeom>
        </p:spPr>
      </p:pic>
      <p:pic>
        <p:nvPicPr>
          <p:cNvPr id="11" name="Picture 10">
            <a:extLst>
              <a:ext uri="{FF2B5EF4-FFF2-40B4-BE49-F238E27FC236}">
                <a16:creationId xmlns:a16="http://schemas.microsoft.com/office/drawing/2014/main" id="{05D16433-3666-694E-AF45-45BD15FDD52E}"/>
              </a:ext>
            </a:extLst>
          </p:cNvPr>
          <p:cNvPicPr>
            <a:picLocks noChangeAspect="1"/>
          </p:cNvPicPr>
          <p:nvPr/>
        </p:nvPicPr>
        <p:blipFill>
          <a:blip r:embed="rId8"/>
          <a:stretch>
            <a:fillRect/>
          </a:stretch>
        </p:blipFill>
        <p:spPr>
          <a:xfrm rot="5400000">
            <a:off x="7842224" y="2767246"/>
            <a:ext cx="6500568" cy="1680941"/>
          </a:xfrm>
          <a:prstGeom prst="rect">
            <a:avLst/>
          </a:prstGeom>
        </p:spPr>
      </p:pic>
      <p:sp>
        <p:nvSpPr>
          <p:cNvPr id="12" name="Rectangle 11">
            <a:extLst>
              <a:ext uri="{FF2B5EF4-FFF2-40B4-BE49-F238E27FC236}">
                <a16:creationId xmlns:a16="http://schemas.microsoft.com/office/drawing/2014/main" id="{7328F416-10A0-E248-BC9D-B44596BC6B5D}"/>
              </a:ext>
            </a:extLst>
          </p:cNvPr>
          <p:cNvSpPr/>
          <p:nvPr/>
        </p:nvSpPr>
        <p:spPr>
          <a:xfrm>
            <a:off x="4454152" y="6271689"/>
            <a:ext cx="7111423" cy="276999"/>
          </a:xfrm>
          <a:prstGeom prst="rect">
            <a:avLst/>
          </a:prstGeom>
        </p:spPr>
        <p:txBody>
          <a:bodyPr wrap="square">
            <a:spAutoFit/>
          </a:bodyPr>
          <a:lstStyle/>
          <a:p>
            <a:r>
              <a:rPr lang="en-US" sz="1200" dirty="0">
                <a:hlinkClick r:id="rId9"/>
              </a:rPr>
              <a:t>https://github.com/jphall663/awesome-machine-learning-interpretability#ai-incident-tracker</a:t>
            </a:r>
            <a:endParaRPr lang="en-US" sz="1200" dirty="0"/>
          </a:p>
        </p:txBody>
      </p:sp>
    </p:spTree>
    <p:extLst>
      <p:ext uri="{BB962C8B-B14F-4D97-AF65-F5344CB8AC3E}">
        <p14:creationId xmlns:p14="http://schemas.microsoft.com/office/powerpoint/2010/main" val="80860186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F7904-7976-8441-A19C-0E5EB5FDC9DE}"/>
              </a:ext>
            </a:extLst>
          </p:cNvPr>
          <p:cNvSpPr>
            <a:spLocks noGrp="1"/>
          </p:cNvSpPr>
          <p:nvPr>
            <p:ph type="title"/>
          </p:nvPr>
        </p:nvSpPr>
        <p:spPr/>
        <p:txBody>
          <a:bodyPr/>
          <a:lstStyle/>
          <a:p>
            <a:r>
              <a:rPr lang="en-US" dirty="0"/>
              <a:t>Responsible AI / ML</a:t>
            </a:r>
          </a:p>
        </p:txBody>
      </p:sp>
      <p:sp>
        <p:nvSpPr>
          <p:cNvPr id="3" name="Text Placeholder 2">
            <a:extLst>
              <a:ext uri="{FF2B5EF4-FFF2-40B4-BE49-F238E27FC236}">
                <a16:creationId xmlns:a16="http://schemas.microsoft.com/office/drawing/2014/main" id="{A518D32B-32A9-BC4D-A6E3-DB1B5F933EC6}"/>
              </a:ext>
            </a:extLst>
          </p:cNvPr>
          <p:cNvSpPr>
            <a:spLocks noGrp="1"/>
          </p:cNvSpPr>
          <p:nvPr>
            <p:ph idx="1"/>
          </p:nvPr>
        </p:nvSpPr>
        <p:spPr>
          <a:xfrm>
            <a:off x="664633" y="1904253"/>
            <a:ext cx="10075084" cy="4725876"/>
          </a:xfrm>
        </p:spPr>
        <p:txBody>
          <a:bodyPr>
            <a:normAutofit fontScale="70000" lnSpcReduction="20000"/>
          </a:bodyPr>
          <a:lstStyle/>
          <a:p>
            <a:r>
              <a:rPr lang="en-US" dirty="0"/>
              <a:t>600 tweets by Joe Biden </a:t>
            </a:r>
          </a:p>
          <a:p>
            <a:pPr lvl="1"/>
            <a:r>
              <a:rPr lang="en-US" dirty="0"/>
              <a:t>Here I trained a LSTM Deep Neural Network (</a:t>
            </a:r>
            <a:r>
              <a:rPr lang="en-US" dirty="0" err="1"/>
              <a:t>Keras</a:t>
            </a:r>
            <a:r>
              <a:rPr lang="en-US" dirty="0"/>
              <a:t>) to generate text… simply by looking at </a:t>
            </a:r>
            <a:r>
              <a:rPr lang="en-US" sz="2300" u="sng" dirty="0"/>
              <a:t>sequence of letters </a:t>
            </a:r>
            <a:r>
              <a:rPr lang="en-US" dirty="0"/>
              <a:t>not sequence of words… </a:t>
            </a:r>
          </a:p>
          <a:p>
            <a:pPr lvl="1"/>
            <a:r>
              <a:rPr lang="en-US" dirty="0"/>
              <a:t>Iteration 1: </a:t>
            </a:r>
          </a:p>
          <a:p>
            <a:pPr lvl="2"/>
            <a:r>
              <a:rPr lang="en-US" dirty="0"/>
              <a:t>and in and is to the </a:t>
            </a:r>
            <a:r>
              <a:rPr lang="en-US" dirty="0" err="1"/>
              <a:t>whis</a:t>
            </a:r>
            <a:r>
              <a:rPr lang="en-US" dirty="0"/>
              <a:t> to and and to and to and to and to and a lion the and and is to and and and and and and and and a </a:t>
            </a:r>
            <a:r>
              <a:rPr lang="en-US" dirty="0" err="1"/>
              <a:t>mise</a:t>
            </a:r>
            <a:r>
              <a:rPr lang="en-US" dirty="0"/>
              <a:t> to and is and </a:t>
            </a:r>
          </a:p>
          <a:p>
            <a:pPr lvl="1"/>
            <a:r>
              <a:rPr lang="en-US" dirty="0"/>
              <a:t>Iteration 5: </a:t>
            </a:r>
          </a:p>
          <a:p>
            <a:pPr lvl="2"/>
            <a:r>
              <a:rPr lang="en-US" dirty="0"/>
              <a:t>using </a:t>
            </a:r>
            <a:r>
              <a:rPr lang="en-US" dirty="0" err="1"/>
              <a:t>i</a:t>
            </a:r>
            <a:r>
              <a:rPr lang="en-US" dirty="0"/>
              <a:t> mild a more the care to the chare stop us and </a:t>
            </a:r>
            <a:r>
              <a:rPr lang="en-US" dirty="0" err="1"/>
              <a:t>stringe</a:t>
            </a:r>
            <a:r>
              <a:rPr lang="en-US" dirty="0"/>
              <a:t> to the change to the care to stand to make sure the chare a </a:t>
            </a:r>
            <a:r>
              <a:rPr lang="en-US" dirty="0" err="1"/>
              <a:t>mide</a:t>
            </a:r>
            <a:r>
              <a:rPr lang="en-US" dirty="0"/>
              <a:t> of the </a:t>
            </a:r>
            <a:r>
              <a:rPr lang="en-US" dirty="0" err="1"/>
              <a:t>promice</a:t>
            </a:r>
            <a:r>
              <a:rPr lang="en-US" dirty="0"/>
              <a:t> on</a:t>
            </a:r>
          </a:p>
          <a:p>
            <a:pPr lvl="1"/>
            <a:r>
              <a:rPr lang="en-US" dirty="0"/>
              <a:t>Iteration 10:	</a:t>
            </a:r>
          </a:p>
          <a:p>
            <a:pPr lvl="2"/>
            <a:r>
              <a:rPr lang="en-US" dirty="0"/>
              <a:t>every </a:t>
            </a:r>
            <a:r>
              <a:rPr lang="en-US" dirty="0" err="1"/>
              <a:t>donald</a:t>
            </a:r>
            <a:r>
              <a:rPr lang="en-US" dirty="0"/>
              <a:t> president with </a:t>
            </a:r>
            <a:r>
              <a:rPr lang="en-US" dirty="0" err="1"/>
              <a:t>dividiting</a:t>
            </a:r>
            <a:r>
              <a:rPr lang="en-US" dirty="0"/>
              <a:t> this nation in the world </a:t>
            </a:r>
            <a:r>
              <a:rPr lang="en-US" dirty="0" err="1"/>
              <a:t>american</a:t>
            </a:r>
            <a:r>
              <a:rPr lang="en-US" dirty="0"/>
              <a:t> president our nation in this country and the </a:t>
            </a:r>
            <a:r>
              <a:rPr lang="en-US" dirty="0" err="1"/>
              <a:t>warting</a:t>
            </a:r>
            <a:r>
              <a:rPr lang="en-US" dirty="0"/>
              <a:t> forge that we </a:t>
            </a:r>
            <a:r>
              <a:rPr lang="en-US" dirty="0" err="1"/>
              <a:t>hav</a:t>
            </a:r>
            <a:endParaRPr lang="en-US" dirty="0"/>
          </a:p>
          <a:p>
            <a:pPr lvl="1"/>
            <a:r>
              <a:rPr lang="en-US" dirty="0"/>
              <a:t>Iteration 15: </a:t>
            </a:r>
          </a:p>
          <a:p>
            <a:pPr lvl="2"/>
            <a:r>
              <a:rPr lang="en-US" dirty="0"/>
              <a:t>the country the country the country a president who will and it's unacceptable is and </a:t>
            </a:r>
            <a:r>
              <a:rPr lang="en-US" dirty="0" err="1"/>
              <a:t>i</a:t>
            </a:r>
            <a:r>
              <a:rPr lang="en-US" dirty="0"/>
              <a:t> want you we have to make in country the country a support</a:t>
            </a:r>
          </a:p>
          <a:p>
            <a:pPr lvl="1"/>
            <a:r>
              <a:rPr lang="en-US" dirty="0"/>
              <a:t>Iteration 20:</a:t>
            </a:r>
          </a:p>
          <a:p>
            <a:pPr lvl="2"/>
            <a:r>
              <a:rPr lang="en-US" dirty="0"/>
              <a:t>can’t the </a:t>
            </a:r>
            <a:r>
              <a:rPr lang="en-US" dirty="0" err="1"/>
              <a:t>charre</a:t>
            </a:r>
            <a:r>
              <a:rPr lang="en-US" dirty="0"/>
              <a:t> failed the </a:t>
            </a:r>
            <a:r>
              <a:rPr lang="en-US" dirty="0" err="1"/>
              <a:t>coromic</a:t>
            </a:r>
            <a:r>
              <a:rPr lang="en-US" dirty="0"/>
              <a:t> the election day a president it is the care to stands and he was beat the president it a fair react of the</a:t>
            </a:r>
          </a:p>
          <a:p>
            <a:pPr lvl="1"/>
            <a:r>
              <a:rPr lang="en-US" dirty="0"/>
              <a:t>Iteration 25 : </a:t>
            </a:r>
          </a:p>
          <a:p>
            <a:pPr lvl="2"/>
            <a:r>
              <a:rPr lang="en-US" dirty="0"/>
              <a:t>to do the </a:t>
            </a:r>
            <a:r>
              <a:rPr lang="en-US" dirty="0" err="1"/>
              <a:t>caneed</a:t>
            </a:r>
            <a:r>
              <a:rPr lang="en-US" dirty="0"/>
              <a:t> to get to make sure the care to stand with me and everyone right now the country is the care to stand with the make in a</a:t>
            </a:r>
          </a:p>
          <a:p>
            <a:pPr lvl="2"/>
            <a:endParaRPr lang="en-US" dirty="0"/>
          </a:p>
          <a:p>
            <a:pPr lvl="2"/>
            <a:endParaRPr lang="en-US" dirty="0"/>
          </a:p>
        </p:txBody>
      </p:sp>
      <p:sp>
        <p:nvSpPr>
          <p:cNvPr id="4" name="Slide Number Placeholder 3">
            <a:extLst>
              <a:ext uri="{FF2B5EF4-FFF2-40B4-BE49-F238E27FC236}">
                <a16:creationId xmlns:a16="http://schemas.microsoft.com/office/drawing/2014/main" id="{A9A2459B-C2DF-8545-A8DC-79ED76641FB4}"/>
              </a:ext>
            </a:extLst>
          </p:cNvPr>
          <p:cNvSpPr>
            <a:spLocks noGrp="1"/>
          </p:cNvSpPr>
          <p:nvPr>
            <p:ph type="sldNum" sz="quarter" idx="12"/>
          </p:nvPr>
        </p:nvSpPr>
        <p:spPr/>
        <p:txBody>
          <a:bodyPr/>
          <a:lstStyle/>
          <a:p>
            <a:fld id="{4976208B-6111-490B-8CEC-FFB249DB2100}" type="slidenum">
              <a:rPr lang="en-US" smtClean="0"/>
              <a:pPr/>
              <a:t>30</a:t>
            </a:fld>
            <a:endParaRPr lang="en-US"/>
          </a:p>
        </p:txBody>
      </p:sp>
      <p:sp>
        <p:nvSpPr>
          <p:cNvPr id="5" name="Text Placeholder 4">
            <a:extLst>
              <a:ext uri="{FF2B5EF4-FFF2-40B4-BE49-F238E27FC236}">
                <a16:creationId xmlns:a16="http://schemas.microsoft.com/office/drawing/2014/main" id="{0A918BD9-3B88-9F42-88E9-E1AAB7DACD2D}"/>
              </a:ext>
            </a:extLst>
          </p:cNvPr>
          <p:cNvSpPr>
            <a:spLocks noGrp="1"/>
          </p:cNvSpPr>
          <p:nvPr>
            <p:ph type="body" sz="half" idx="2"/>
          </p:nvPr>
        </p:nvSpPr>
        <p:spPr/>
        <p:txBody>
          <a:bodyPr/>
          <a:lstStyle/>
          <a:p>
            <a:r>
              <a:rPr lang="en-US" dirty="0"/>
              <a:t>Deep Fakes </a:t>
            </a:r>
          </a:p>
        </p:txBody>
      </p:sp>
      <p:sp>
        <p:nvSpPr>
          <p:cNvPr id="6" name="Rectangle 5">
            <a:extLst>
              <a:ext uri="{FF2B5EF4-FFF2-40B4-BE49-F238E27FC236}">
                <a16:creationId xmlns:a16="http://schemas.microsoft.com/office/drawing/2014/main" id="{85ACD7F1-2D80-F94C-BFAF-24CA2B7B1A9B}"/>
              </a:ext>
            </a:extLst>
          </p:cNvPr>
          <p:cNvSpPr/>
          <p:nvPr/>
        </p:nvSpPr>
        <p:spPr>
          <a:xfrm>
            <a:off x="3029264" y="6260797"/>
            <a:ext cx="5345822" cy="369332"/>
          </a:xfrm>
          <a:prstGeom prst="rect">
            <a:avLst/>
          </a:prstGeom>
        </p:spPr>
        <p:txBody>
          <a:bodyPr wrap="none">
            <a:spAutoFit/>
          </a:bodyPr>
          <a:lstStyle/>
          <a:p>
            <a:r>
              <a:rPr lang="en-US" dirty="0">
                <a:hlinkClick r:id="rId2"/>
              </a:rPr>
              <a:t>https://www.youtube.com/watch?v=AmUC4m6w1wo</a:t>
            </a:r>
            <a:endParaRPr lang="en-US" dirty="0"/>
          </a:p>
        </p:txBody>
      </p:sp>
    </p:spTree>
    <p:extLst>
      <p:ext uri="{BB962C8B-B14F-4D97-AF65-F5344CB8AC3E}">
        <p14:creationId xmlns:p14="http://schemas.microsoft.com/office/powerpoint/2010/main" val="69590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0"/>
            <a:ext cx="12192000" cy="8705088"/>
          </a:xfrm>
          <a:prstGeom prst="rect">
            <a:avLst/>
          </a:prstGeom>
        </p:spPr>
      </p:pic>
      <p:sp>
        <p:nvSpPr>
          <p:cNvPr id="9" name="TextBox 8"/>
          <p:cNvSpPr txBox="1"/>
          <p:nvPr/>
        </p:nvSpPr>
        <p:spPr>
          <a:xfrm>
            <a:off x="481266" y="378134"/>
            <a:ext cx="11566359" cy="6659259"/>
          </a:xfrm>
          <a:prstGeom prst="rect">
            <a:avLst/>
          </a:prstGeom>
          <a:noFill/>
        </p:spPr>
        <p:txBody>
          <a:bodyPr wrap="square" rtlCol="0">
            <a:spAutoFit/>
          </a:bodyPr>
          <a:lstStyle/>
          <a:p>
            <a:pPr algn="ctr"/>
            <a:r>
              <a:rPr lang="en-US" sz="2667" b="1" dirty="0">
                <a:solidFill>
                  <a:schemeClr val="tx1">
                    <a:lumMod val="75000"/>
                    <a:lumOff val="25000"/>
                  </a:schemeClr>
                </a:solidFill>
              </a:rPr>
              <a:t>Keys to success with AI</a:t>
            </a:r>
          </a:p>
          <a:p>
            <a:pPr algn="ctr"/>
            <a:endParaRPr lang="en-US" sz="2667" b="1" i="1" dirty="0">
              <a:solidFill>
                <a:schemeClr val="tx1">
                  <a:lumMod val="75000"/>
                  <a:lumOff val="25000"/>
                </a:schemeClr>
              </a:solidFill>
            </a:endParaRPr>
          </a:p>
          <a:p>
            <a:pPr marL="457178" indent="-457178">
              <a:buFontTx/>
              <a:buChar char="-"/>
            </a:pPr>
            <a:r>
              <a:rPr lang="en-US" sz="2667" b="1" dirty="0">
                <a:solidFill>
                  <a:schemeClr val="tx1">
                    <a:lumMod val="75000"/>
                    <a:lumOff val="25000"/>
                  </a:schemeClr>
                </a:solidFill>
              </a:rPr>
              <a:t>Competition</a:t>
            </a:r>
            <a:r>
              <a:rPr lang="en-US" sz="2667" dirty="0">
                <a:solidFill>
                  <a:schemeClr val="tx1">
                    <a:lumMod val="75000"/>
                    <a:lumOff val="25000"/>
                  </a:schemeClr>
                </a:solidFill>
              </a:rPr>
              <a:t> drives innovation.</a:t>
            </a:r>
          </a:p>
          <a:p>
            <a:pPr marL="457178" indent="-457178">
              <a:buFontTx/>
              <a:buChar char="-"/>
            </a:pPr>
            <a:r>
              <a:rPr lang="en-US" sz="2667" dirty="0">
                <a:solidFill>
                  <a:schemeClr val="tx1">
                    <a:lumMod val="75000"/>
                    <a:lumOff val="25000"/>
                  </a:schemeClr>
                </a:solidFill>
              </a:rPr>
              <a:t>Have </a:t>
            </a:r>
            <a:r>
              <a:rPr lang="en-US" sz="2667" b="1" dirty="0">
                <a:solidFill>
                  <a:schemeClr val="tx1">
                    <a:lumMod val="75000"/>
                    <a:lumOff val="25000"/>
                  </a:schemeClr>
                </a:solidFill>
              </a:rPr>
              <a:t>capacity</a:t>
            </a:r>
            <a:r>
              <a:rPr lang="en-US" sz="2667" dirty="0">
                <a:solidFill>
                  <a:schemeClr val="tx1">
                    <a:lumMod val="75000"/>
                    <a:lumOff val="25000"/>
                  </a:schemeClr>
                </a:solidFill>
              </a:rPr>
              <a:t> to expand on demand. </a:t>
            </a:r>
          </a:p>
          <a:p>
            <a:pPr marL="457178" indent="-457178">
              <a:buFontTx/>
              <a:buChar char="-"/>
            </a:pPr>
            <a:r>
              <a:rPr lang="en-US" sz="2667" b="1" dirty="0">
                <a:solidFill>
                  <a:schemeClr val="tx1">
                    <a:lumMod val="75000"/>
                    <a:lumOff val="25000"/>
                  </a:schemeClr>
                </a:solidFill>
              </a:rPr>
              <a:t>Experiment</a:t>
            </a:r>
            <a:r>
              <a:rPr lang="en-US" sz="2667" dirty="0">
                <a:solidFill>
                  <a:schemeClr val="tx1">
                    <a:lumMod val="75000"/>
                    <a:lumOff val="25000"/>
                  </a:schemeClr>
                </a:solidFill>
              </a:rPr>
              <a:t> relentlessly.</a:t>
            </a:r>
          </a:p>
          <a:p>
            <a:pPr marL="457178" indent="-457178">
              <a:buFontTx/>
              <a:buChar char="-"/>
            </a:pPr>
            <a:r>
              <a:rPr lang="en-US" sz="2667" dirty="0">
                <a:solidFill>
                  <a:schemeClr val="tx1">
                    <a:lumMod val="75000"/>
                    <a:lumOff val="25000"/>
                  </a:schemeClr>
                </a:solidFill>
              </a:rPr>
              <a:t>Have a </a:t>
            </a:r>
            <a:r>
              <a:rPr lang="en-US" sz="2667" b="1" dirty="0">
                <a:solidFill>
                  <a:schemeClr val="tx1">
                    <a:lumMod val="75000"/>
                    <a:lumOff val="25000"/>
                  </a:schemeClr>
                </a:solidFill>
              </a:rPr>
              <a:t>process</a:t>
            </a:r>
            <a:r>
              <a:rPr lang="en-US" sz="2667" dirty="0">
                <a:solidFill>
                  <a:schemeClr val="tx1">
                    <a:lumMod val="75000"/>
                    <a:lumOff val="25000"/>
                  </a:schemeClr>
                </a:solidFill>
              </a:rPr>
              <a:t> to go from end to. </a:t>
            </a:r>
          </a:p>
          <a:p>
            <a:pPr marL="457178" indent="-457178">
              <a:buFontTx/>
              <a:buChar char="-"/>
            </a:pPr>
            <a:r>
              <a:rPr lang="en-US" sz="2667" dirty="0">
                <a:solidFill>
                  <a:schemeClr val="tx1">
                    <a:lumMod val="75000"/>
                    <a:lumOff val="25000"/>
                  </a:schemeClr>
                </a:solidFill>
              </a:rPr>
              <a:t>Monitor / Evaluate / </a:t>
            </a:r>
            <a:r>
              <a:rPr lang="en-US" sz="2667" b="1" dirty="0">
                <a:solidFill>
                  <a:schemeClr val="tx1">
                    <a:lumMod val="75000"/>
                    <a:lumOff val="25000"/>
                  </a:schemeClr>
                </a:solidFill>
              </a:rPr>
              <a:t>Govern</a:t>
            </a:r>
          </a:p>
          <a:p>
            <a:pPr marL="457178" indent="-457178">
              <a:buFontTx/>
              <a:buChar char="-"/>
            </a:pPr>
            <a:r>
              <a:rPr lang="en-US" sz="2667" dirty="0">
                <a:solidFill>
                  <a:schemeClr val="tx1">
                    <a:lumMod val="75000"/>
                    <a:lumOff val="25000"/>
                  </a:schemeClr>
                </a:solidFill>
              </a:rPr>
              <a:t>Make it </a:t>
            </a:r>
            <a:r>
              <a:rPr lang="en-US" sz="2667" b="1" dirty="0">
                <a:solidFill>
                  <a:schemeClr val="tx1">
                    <a:lumMod val="75000"/>
                    <a:lumOff val="25000"/>
                  </a:schemeClr>
                </a:solidFill>
              </a:rPr>
              <a:t>explainable.</a:t>
            </a:r>
            <a:endParaRPr lang="en-US" sz="2667" dirty="0">
              <a:solidFill>
                <a:schemeClr val="tx1">
                  <a:lumMod val="75000"/>
                  <a:lumOff val="25000"/>
                </a:schemeClr>
              </a:solidFill>
            </a:endParaRPr>
          </a:p>
          <a:p>
            <a:pPr marL="457178" indent="-457178">
              <a:buFontTx/>
              <a:buChar char="-"/>
            </a:pPr>
            <a:r>
              <a:rPr lang="en-US" sz="2667" u="sng" dirty="0">
                <a:solidFill>
                  <a:schemeClr val="tx1">
                    <a:lumMod val="75000"/>
                    <a:lumOff val="25000"/>
                  </a:schemeClr>
                </a:solidFill>
              </a:rPr>
              <a:t>Rinse repeat.</a:t>
            </a:r>
          </a:p>
          <a:p>
            <a:pPr marL="457178" indent="-457178">
              <a:buFontTx/>
              <a:buChar char="-"/>
            </a:pPr>
            <a:endParaRPr lang="en-US" sz="2667" dirty="0">
              <a:solidFill>
                <a:schemeClr val="tx1">
                  <a:lumMod val="75000"/>
                  <a:lumOff val="25000"/>
                </a:schemeClr>
              </a:solidFill>
            </a:endParaRPr>
          </a:p>
          <a:p>
            <a:pPr marL="457178" indent="-457178">
              <a:buFontTx/>
              <a:buChar char="-"/>
            </a:pPr>
            <a:endParaRPr lang="en-US" sz="2667" dirty="0">
              <a:solidFill>
                <a:schemeClr val="tx1">
                  <a:lumMod val="75000"/>
                  <a:lumOff val="25000"/>
                </a:schemeClr>
              </a:solidFill>
            </a:endParaRPr>
          </a:p>
          <a:p>
            <a:pPr marL="457178" indent="-457178">
              <a:buFontTx/>
              <a:buChar char="-"/>
            </a:pPr>
            <a:endParaRPr lang="en-US" sz="2667" dirty="0">
              <a:solidFill>
                <a:schemeClr val="tx1">
                  <a:lumMod val="75000"/>
                  <a:lumOff val="25000"/>
                </a:schemeClr>
              </a:solidFill>
            </a:endParaRPr>
          </a:p>
          <a:p>
            <a:pPr marL="457178" indent="-457178">
              <a:buFontTx/>
              <a:buChar char="-"/>
            </a:pPr>
            <a:endParaRPr lang="en-US" sz="2667" dirty="0">
              <a:solidFill>
                <a:schemeClr val="tx1">
                  <a:lumMod val="75000"/>
                  <a:lumOff val="25000"/>
                </a:schemeClr>
              </a:solidFill>
            </a:endParaRPr>
          </a:p>
          <a:p>
            <a:pPr marL="457178" indent="-457178">
              <a:buFontTx/>
              <a:buChar char="-"/>
            </a:pPr>
            <a:endParaRPr lang="en-US" sz="2667" dirty="0">
              <a:solidFill>
                <a:schemeClr val="tx1">
                  <a:lumMod val="75000"/>
                  <a:lumOff val="25000"/>
                </a:schemeClr>
              </a:solidFill>
            </a:endParaRPr>
          </a:p>
          <a:p>
            <a:endParaRPr lang="en-US" sz="2667" dirty="0">
              <a:solidFill>
                <a:schemeClr val="accent6">
                  <a:lumMod val="75000"/>
                </a:schemeClr>
              </a:solidFill>
            </a:endParaRPr>
          </a:p>
          <a:p>
            <a:pPr marL="457178" indent="-457178">
              <a:buFontTx/>
              <a:buChar char="-"/>
            </a:pPr>
            <a:endParaRPr lang="en-US" sz="2667" dirty="0">
              <a:solidFill>
                <a:schemeClr val="tx1">
                  <a:lumMod val="75000"/>
                  <a:lumOff val="25000"/>
                </a:schemeClr>
              </a:solidFill>
            </a:endParaRPr>
          </a:p>
        </p:txBody>
      </p:sp>
      <p:sp>
        <p:nvSpPr>
          <p:cNvPr id="2" name="Rectangle 1">
            <a:extLst>
              <a:ext uri="{FF2B5EF4-FFF2-40B4-BE49-F238E27FC236}">
                <a16:creationId xmlns:a16="http://schemas.microsoft.com/office/drawing/2014/main" id="{E51F5391-56EE-42C6-B058-637925D9FEE5}"/>
              </a:ext>
            </a:extLst>
          </p:cNvPr>
          <p:cNvSpPr/>
          <p:nvPr/>
        </p:nvSpPr>
        <p:spPr>
          <a:xfrm>
            <a:off x="6085037" y="4577045"/>
            <a:ext cx="6014787" cy="584775"/>
          </a:xfrm>
          <a:prstGeom prst="rect">
            <a:avLst/>
          </a:prstGeom>
        </p:spPr>
        <p:txBody>
          <a:bodyPr wrap="none">
            <a:spAutoFit/>
          </a:bodyPr>
          <a:lstStyle/>
          <a:p>
            <a:pPr algn="ctr"/>
            <a:r>
              <a:rPr lang="en-US" sz="3200" b="1" i="1" dirty="0">
                <a:solidFill>
                  <a:schemeClr val="bg1">
                    <a:lumMod val="95000"/>
                  </a:schemeClr>
                </a:solidFill>
              </a:rPr>
              <a:t>“It’s a journey, not a destination”  </a:t>
            </a:r>
          </a:p>
        </p:txBody>
      </p:sp>
    </p:spTree>
    <p:extLst>
      <p:ext uri="{BB962C8B-B14F-4D97-AF65-F5344CB8AC3E}">
        <p14:creationId xmlns:p14="http://schemas.microsoft.com/office/powerpoint/2010/main" val="386017957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B2D92-8EE1-0449-9D04-14BA2B7FD968}"/>
              </a:ext>
            </a:extLst>
          </p:cNvPr>
          <p:cNvSpPr>
            <a:spLocks noGrp="1"/>
          </p:cNvSpPr>
          <p:nvPr>
            <p:ph type="title"/>
          </p:nvPr>
        </p:nvSpPr>
        <p:spPr>
          <a:xfrm>
            <a:off x="954315" y="47596"/>
            <a:ext cx="10515600" cy="718434"/>
          </a:xfrm>
        </p:spPr>
        <p:txBody>
          <a:bodyPr/>
          <a:lstStyle/>
          <a:p>
            <a:pPr algn="ctr"/>
            <a:r>
              <a:rPr lang="en-US" dirty="0"/>
              <a:t>Use it or loose it.</a:t>
            </a:r>
          </a:p>
        </p:txBody>
      </p:sp>
      <p:sp>
        <p:nvSpPr>
          <p:cNvPr id="3" name="Content Placeholder 2">
            <a:extLst>
              <a:ext uri="{FF2B5EF4-FFF2-40B4-BE49-F238E27FC236}">
                <a16:creationId xmlns:a16="http://schemas.microsoft.com/office/drawing/2014/main" id="{564F965D-043E-AE4F-80B2-FB260FA3DC59}"/>
              </a:ext>
            </a:extLst>
          </p:cNvPr>
          <p:cNvSpPr>
            <a:spLocks noGrp="1"/>
          </p:cNvSpPr>
          <p:nvPr>
            <p:ph idx="1"/>
          </p:nvPr>
        </p:nvSpPr>
        <p:spPr/>
        <p:txBody>
          <a:bodyPr>
            <a:normAutofit/>
          </a:bodyPr>
          <a:lstStyle/>
          <a:p>
            <a:endParaRPr lang="en-US" dirty="0"/>
          </a:p>
          <a:p>
            <a:endParaRPr lang="en-US" dirty="0"/>
          </a:p>
        </p:txBody>
      </p:sp>
      <p:sp>
        <p:nvSpPr>
          <p:cNvPr id="5" name="Slide Number Placeholder 4">
            <a:extLst>
              <a:ext uri="{FF2B5EF4-FFF2-40B4-BE49-F238E27FC236}">
                <a16:creationId xmlns:a16="http://schemas.microsoft.com/office/drawing/2014/main" id="{816E30E9-5A71-8042-870E-8FB217D54235}"/>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32</a:t>
            </a:fld>
            <a:endParaRPr lang="en-US" dirty="0">
              <a:solidFill>
                <a:srgbClr val="FFFFFF"/>
              </a:solidFill>
              <a:latin typeface="Franklin Gothic Book"/>
            </a:endParaRPr>
          </a:p>
        </p:txBody>
      </p:sp>
      <p:pic>
        <p:nvPicPr>
          <p:cNvPr id="8" name="Picture 7">
            <a:extLst>
              <a:ext uri="{FF2B5EF4-FFF2-40B4-BE49-F238E27FC236}">
                <a16:creationId xmlns:a16="http://schemas.microsoft.com/office/drawing/2014/main" id="{452D7D38-9700-1E40-8F7B-A63F06920D04}"/>
              </a:ext>
            </a:extLst>
          </p:cNvPr>
          <p:cNvPicPr>
            <a:picLocks noChangeAspect="1"/>
          </p:cNvPicPr>
          <p:nvPr/>
        </p:nvPicPr>
        <p:blipFill>
          <a:blip r:embed="rId3"/>
          <a:stretch>
            <a:fillRect/>
          </a:stretch>
        </p:blipFill>
        <p:spPr>
          <a:xfrm>
            <a:off x="2337862" y="887360"/>
            <a:ext cx="7752129" cy="5051387"/>
          </a:xfrm>
          <a:prstGeom prst="rect">
            <a:avLst/>
          </a:prstGeom>
        </p:spPr>
      </p:pic>
      <p:sp>
        <p:nvSpPr>
          <p:cNvPr id="9" name="TextBox 8">
            <a:extLst>
              <a:ext uri="{FF2B5EF4-FFF2-40B4-BE49-F238E27FC236}">
                <a16:creationId xmlns:a16="http://schemas.microsoft.com/office/drawing/2014/main" id="{7B096BCB-98BE-C24A-916B-34B5D0ED2944}"/>
              </a:ext>
            </a:extLst>
          </p:cNvPr>
          <p:cNvSpPr txBox="1"/>
          <p:nvPr/>
        </p:nvSpPr>
        <p:spPr>
          <a:xfrm>
            <a:off x="1403372" y="5877343"/>
            <a:ext cx="9848828" cy="1015663"/>
          </a:xfrm>
          <a:prstGeom prst="rect">
            <a:avLst/>
          </a:prstGeom>
          <a:noFill/>
        </p:spPr>
        <p:txBody>
          <a:bodyPr wrap="square" rtlCol="0">
            <a:spAutoFit/>
          </a:bodyPr>
          <a:lstStyle/>
          <a:p>
            <a:pPr algn="ctr"/>
            <a:r>
              <a:rPr lang="en-US" dirty="0"/>
              <a:t>Now you have these skills, you need to practice them!</a:t>
            </a:r>
          </a:p>
          <a:p>
            <a:pPr algn="ctr"/>
            <a:r>
              <a:rPr lang="en-US" sz="2400" dirty="0"/>
              <a:t>find opportunities to code… </a:t>
            </a:r>
          </a:p>
          <a:p>
            <a:pPr algn="ctr"/>
            <a:endParaRPr lang="en-US" dirty="0"/>
          </a:p>
        </p:txBody>
      </p:sp>
    </p:spTree>
    <p:extLst>
      <p:ext uri="{BB962C8B-B14F-4D97-AF65-F5344CB8AC3E}">
        <p14:creationId xmlns:p14="http://schemas.microsoft.com/office/powerpoint/2010/main" val="899963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Rectangle 3"/>
          <p:cNvSpPr/>
          <p:nvPr/>
        </p:nvSpPr>
        <p:spPr bwMode="auto">
          <a:xfrm>
            <a:off x="0" y="-13063"/>
            <a:ext cx="12192000" cy="6858000"/>
          </a:xfrm>
          <a:prstGeom prst="rect">
            <a:avLst/>
          </a:prstGeom>
          <a:solidFill>
            <a:srgbClr val="0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914400" fontAlgn="base">
              <a:spcBef>
                <a:spcPct val="20000"/>
              </a:spcBef>
              <a:spcAft>
                <a:spcPct val="0"/>
              </a:spcAft>
            </a:pPr>
            <a:endParaRPr lang="en-US" sz="2400" dirty="0">
              <a:latin typeface="Arial" charset="0"/>
            </a:endParaRPr>
          </a:p>
        </p:txBody>
      </p:sp>
      <p:pic>
        <p:nvPicPr>
          <p:cNvPr id="5" name="Content Placeholder 4"/>
          <p:cNvPicPr>
            <a:picLocks noGrp="1" noChangeAspect="1"/>
          </p:cNvPicPr>
          <p:nvPr>
            <p:ph idx="4294967295"/>
          </p:nvPr>
        </p:nvPicPr>
        <p:blipFill>
          <a:blip r:embed="rId4" cstate="print">
            <a:extLst>
              <a:ext uri="{28A0092B-C50C-407E-A947-70E740481C1C}">
                <a14:useLocalDpi xmlns:a14="http://schemas.microsoft.com/office/drawing/2010/main"/>
              </a:ext>
            </a:extLst>
          </a:blip>
          <a:stretch>
            <a:fillRect/>
          </a:stretch>
        </p:blipFill>
        <p:spPr>
          <a:xfrm>
            <a:off x="3995630" y="1805427"/>
            <a:ext cx="4276791" cy="3145715"/>
          </a:xfrm>
          <a:prstGeom prst="rect">
            <a:avLst/>
          </a:prstGeom>
        </p:spPr>
      </p:pic>
    </p:spTree>
    <p:custDataLst>
      <p:tags r:id="rId1"/>
    </p:custDataLst>
    <p:extLst>
      <p:ext uri="{BB962C8B-B14F-4D97-AF65-F5344CB8AC3E}">
        <p14:creationId xmlns:p14="http://schemas.microsoft.com/office/powerpoint/2010/main" val="21697220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3"/>
  <p:tag name="ARTICULATE_DESIGN_ID_ADVANTAGE WFU GRAY" val="WskgwrCM"/>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dvantage WFU Gray">
  <a:themeElements>
    <a:clrScheme name="WFU Identity Advantage 1">
      <a:dk1>
        <a:srgbClr val="000000"/>
      </a:dk1>
      <a:lt1>
        <a:srgbClr val="FFFFFF"/>
      </a:lt1>
      <a:dk2>
        <a:srgbClr val="BEB9A6"/>
      </a:dk2>
      <a:lt2>
        <a:srgbClr val="FFFDE8"/>
      </a:lt2>
      <a:accent1>
        <a:srgbClr val="766A62"/>
      </a:accent1>
      <a:accent2>
        <a:srgbClr val="55517B"/>
      </a:accent2>
      <a:accent3>
        <a:srgbClr val="9E7E38"/>
      </a:accent3>
      <a:accent4>
        <a:srgbClr val="000000"/>
      </a:accent4>
      <a:accent5>
        <a:srgbClr val="557630"/>
      </a:accent5>
      <a:accent6>
        <a:srgbClr val="983222"/>
      </a:accent6>
      <a:hlink>
        <a:srgbClr val="033B80"/>
      </a:hlink>
      <a:folHlink>
        <a:srgbClr val="002657"/>
      </a:folHlink>
    </a:clrScheme>
    <a:fontScheme name="MtPnc Rockwell">
      <a:majorFont>
        <a:latin typeface="Rockwell"/>
        <a:ea typeface=""/>
        <a:cs typeface=""/>
      </a:majorFont>
      <a:minorFont>
        <a:latin typeface="Franklin Gothic Book"/>
        <a:ea typeface=""/>
        <a:cs typeface=""/>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FUSB-PowerPoint-Template 16-9 (2)" id="{BE2B9520-3C39-0545-ABAA-960F76C6246D}" vid="{C67099EE-ED00-774E-9A55-36FCAFE7E6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 WFU Gray</Template>
  <TotalTime>21417</TotalTime>
  <Words>4204</Words>
  <Application>Microsoft Macintosh PowerPoint</Application>
  <PresentationFormat>Widescreen</PresentationFormat>
  <Paragraphs>455</Paragraphs>
  <Slides>33</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-apple-system</vt:lpstr>
      <vt:lpstr>AGaramondPro</vt:lpstr>
      <vt:lpstr>Arial</vt:lpstr>
      <vt:lpstr>Avenir Book</vt:lpstr>
      <vt:lpstr>Calibri</vt:lpstr>
      <vt:lpstr>Franklin Gothic Book</vt:lpstr>
      <vt:lpstr>Helvetica</vt:lpstr>
      <vt:lpstr>McKinsey Sans</vt:lpstr>
      <vt:lpstr>Rockwell</vt:lpstr>
      <vt:lpstr>Söhne</vt:lpstr>
      <vt:lpstr>Wingdings</vt:lpstr>
      <vt:lpstr>Advantage WFU Gray</vt:lpstr>
      <vt:lpstr>Final Thoughts</vt:lpstr>
      <vt:lpstr>Remember when</vt:lpstr>
      <vt:lpstr>We’ve covered a lot</vt:lpstr>
      <vt:lpstr>PowerPoint Presentation</vt:lpstr>
      <vt:lpstr>Who remembers… </vt:lpstr>
      <vt:lpstr>What about … </vt:lpstr>
      <vt:lpstr>4 A’s of AI</vt:lpstr>
      <vt:lpstr>Typical Flow </vt:lpstr>
      <vt:lpstr>Evolution of Technology</vt:lpstr>
      <vt:lpstr>Free Range Data Science != Productivity</vt:lpstr>
      <vt:lpstr>PowerPoint Presentation</vt:lpstr>
      <vt:lpstr>ChatGPT has caught people’s attention</vt:lpstr>
      <vt:lpstr>Our Predictions About AI Are Probably Wrong</vt:lpstr>
      <vt:lpstr>Key Innovations</vt:lpstr>
      <vt:lpstr>Generative AI</vt:lpstr>
      <vt:lpstr>Key Paper in Language Models</vt:lpstr>
      <vt:lpstr>Competition, Leaderboards &amp; Innovation</vt:lpstr>
      <vt:lpstr>Allegedly, AI wants to be transparent</vt:lpstr>
      <vt:lpstr>AI can &amp; will “Hallucinate”</vt:lpstr>
      <vt:lpstr>IS it SAFE?</vt:lpstr>
      <vt:lpstr>What’s next? opportunities</vt:lpstr>
      <vt:lpstr>Challenges</vt:lpstr>
      <vt:lpstr>PowerPoint Presentation</vt:lpstr>
      <vt:lpstr>Is the juice worth the squeeze? </vt:lpstr>
      <vt:lpstr>PowerPoint Presentation</vt:lpstr>
      <vt:lpstr>PowerPoint Presentation</vt:lpstr>
      <vt:lpstr>#3 Have realistic expectations </vt:lpstr>
      <vt:lpstr>PowerPoint Presentation</vt:lpstr>
      <vt:lpstr>#5 Govern the process…</vt:lpstr>
      <vt:lpstr>Responsible AI / ML</vt:lpstr>
      <vt:lpstr>PowerPoint Presentation</vt:lpstr>
      <vt:lpstr>Use it or loose 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the end… </dc:title>
  <dc:creator>Mike Ames</dc:creator>
  <cp:lastModifiedBy>Adam Ames</cp:lastModifiedBy>
  <cp:revision>11</cp:revision>
  <cp:lastPrinted>2016-03-29T20:25:09Z</cp:lastPrinted>
  <dcterms:created xsi:type="dcterms:W3CDTF">2021-04-21T21:00:32Z</dcterms:created>
  <dcterms:modified xsi:type="dcterms:W3CDTF">2026-04-14T15:36:17Z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10BDD68B-98B4-45DB-BA9A-FFDDAACC308A</vt:lpwstr>
  </property>
  <property fmtid="{D5CDD505-2E9C-101B-9397-08002B2CF9AE}" pid="3" name="ArticulatePath">
    <vt:lpwstr>WFUSB-PowerPoint-Template1 (1)</vt:lpwstr>
  </property>
</Properties>
</file>