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IDENTITY FIRST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Entity Resolution Actually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records. One person. Zero connections — until JHBI resolves them.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0690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BEFORE  —  What Your Systems See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069080" cy="18288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361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SYSTEM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80944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ID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1783080"/>
            <a:ext cx="1060704" cy="265176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78308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171907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80944" y="171907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Checking #4421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30552"/>
            <a:ext cx="40690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2194560"/>
            <a:ext cx="1060704" cy="26517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19456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213055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Johnson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80944" y="213055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Mortgage #8819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54203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606040"/>
            <a:ext cx="1060704" cy="265176"/>
          </a:xfrm>
          <a:prstGeom prst="rect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60604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54480" y="254203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80944" y="254203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login: yesterday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40690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" y="3017520"/>
            <a:ext cx="1060704" cy="265176"/>
          </a:xfrm>
          <a:prstGeom prst="rect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01752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54480" y="29535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R.J. Johnson LLC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80944" y="295351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XX-1234567  ·  LOC #2201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36499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3429000"/>
            <a:ext cx="1060704" cy="265176"/>
          </a:xfrm>
          <a:prstGeom prst="rect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42900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Platform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54480" y="336499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Johnson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80944" y="336499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#5544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794760"/>
            <a:ext cx="4069080" cy="219456"/>
          </a:xfrm>
          <a:prstGeom prst="rect">
            <a:avLst/>
          </a:prstGeom>
          <a:solidFill>
            <a:srgbClr val="FDF2F1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3794760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person.  5 records.  0 connections.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1243584"/>
            <a:ext cx="0" cy="3456432"/>
          </a:xfrm>
          <a:prstGeom prst="line">
            <a:avLst/>
          </a:prstGeom>
          <a:noFill/>
          <a:ln w="19050">
            <a:solidFill>
              <a:srgbClr val="E7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1243584"/>
            <a:ext cx="4041648" cy="2926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2435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AFTER  —  What JHBI Sees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1536192"/>
            <a:ext cx="4041648" cy="274320"/>
          </a:xfrm>
          <a:prstGeom prst="rect">
            <a:avLst/>
          </a:prstGeom>
          <a:solidFill>
            <a:srgbClr val="E8A400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153619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  </a:t>
            </a:r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73168" y="1810512"/>
            <a:ext cx="4041648" cy="155448"/>
          </a:xfrm>
          <a:prstGeom prst="rect">
            <a:avLst/>
          </a:prstGeom>
          <a:solidFill>
            <a:srgbClr val="FDF0C0"/>
          </a:solidFill>
          <a:ln w="12700">
            <a:solidFill>
              <a:srgbClr val="E0D0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8105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IDENTITY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73168" y="1965960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1975104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NAME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837176" y="2070202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99478" y="1965960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3486" y="1975104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863486" y="2070202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XXX-XX-1234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73168" y="2251253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37176" y="2260397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837176" y="2355494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99478" y="2251253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63486" y="2260397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(BUSINESS)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863486" y="2355494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XX-1234567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2536546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37176" y="2545690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837176" y="2640787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(555) 847-2291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99478" y="2536546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63486" y="2545690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863486" y="2640787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Business Owner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73168" y="2847442"/>
            <a:ext cx="4041648" cy="146304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64608" y="284744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D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 &amp;  RELATIONSHIP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773168" y="2993746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73168" y="2993746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299374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#4421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29984" y="2993746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 balance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73168" y="3194914"/>
            <a:ext cx="4041648" cy="19202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73168" y="3194914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64608" y="3194914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#8819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729984" y="3194914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$287,000 outstanding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73168" y="3396082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3168" y="3396082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339608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LOC #2201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729984" y="3396082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 · $80K drawn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3597250"/>
            <a:ext cx="4041648" cy="19202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73168" y="3597250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64608" y="3597250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#5544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29984" y="3597250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 / month spend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73168" y="3798418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73168" y="3798418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379841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729984" y="3798418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mobile-primary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864608" y="40178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 Value: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693408" y="40178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$562,000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73168" y="4246474"/>
            <a:ext cx="4041648" cy="219456"/>
          </a:xfrm>
          <a:prstGeom prst="rect">
            <a:avLst/>
          </a:prstGeom>
          <a:solidFill>
            <a:srgbClr val="76DCFD">
              <a:alpha val="80000"/>
            </a:srgbClr>
          </a:solidFill>
          <a:ln w="19050">
            <a:solidFill>
              <a:srgbClr val="085C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73168" y="4246474"/>
            <a:ext cx="36576" cy="21945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64608" y="42464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Owner: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693408" y="42464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←  this is the insight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864608" y="44750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Signal: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693408" y="44750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utilization trending up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Account-centric data tells you what happened to a product.  Identity-first data tells you what's happening to a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IDENTITY FIRST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Record — One Identity, Every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system feeds a single resolved customer record. Every insight radiates from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033272"/>
            <a:ext cx="0" cy="843534"/>
          </a:xfrm>
          <a:prstGeom prst="line">
            <a:avLst/>
          </a:prstGeom>
          <a:noFill/>
          <a:ln w="22860">
            <a:solidFill>
              <a:srgbClr val="1B5E8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7992" y="1812798"/>
            <a:ext cx="128016" cy="128016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749808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749808"/>
            <a:ext cx="54864" cy="56692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786384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04488" y="976579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Episys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04488" y="1118311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· Checking #4421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333473" y="2266668"/>
            <a:ext cx="-792663" cy="288506"/>
          </a:xfrm>
          <a:prstGeom prst="line">
            <a:avLst/>
          </a:prstGeom>
          <a:noFill/>
          <a:ln w="22860">
            <a:solidFill>
              <a:srgbClr val="1B6B3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6802" y="2491166"/>
            <a:ext cx="128016" cy="12801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6233" y="198320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56233" y="1983204"/>
            <a:ext cx="54864" cy="56692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5961" y="201978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5961" y="2209976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LoanVantage / Encompass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5961" y="2351708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#8819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97486" y="4233278"/>
            <a:ext cx="-596469" cy="-596469"/>
          </a:xfrm>
          <a:prstGeom prst="line">
            <a:avLst/>
          </a:prstGeom>
          <a:noFill/>
          <a:ln w="22860">
            <a:solidFill>
              <a:srgbClr val="1B6B6B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7009" y="3572801"/>
            <a:ext cx="128016" cy="128016"/>
          </a:xfrm>
          <a:prstGeom prst="ellipse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246" y="394981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246" y="3949814"/>
            <a:ext cx="54864" cy="566928"/>
          </a:xfrm>
          <a:prstGeom prst="rect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29974" y="398639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29974" y="4176585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Card Processing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29974" y="4318317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#5544 · Spend data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930876" y="4669265"/>
            <a:ext cx="288506" cy="-792663"/>
          </a:xfrm>
          <a:prstGeom prst="line">
            <a:avLst/>
          </a:prstGeom>
          <a:noFill/>
          <a:ln w="22860">
            <a:solidFill>
              <a:srgbClr val="8A5B1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55374" y="3812594"/>
            <a:ext cx="128016" cy="128016"/>
          </a:xfrm>
          <a:prstGeom prst="ellipse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3636" y="4385801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A5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3636" y="4385801"/>
            <a:ext cx="54864" cy="566928"/>
          </a:xfrm>
          <a:prstGeom prst="rect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3364" y="4422377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3364" y="4612572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63364" y="4754304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5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· LOC #2201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10527" y="2266668"/>
            <a:ext cx="792663" cy="288506"/>
          </a:xfrm>
          <a:prstGeom prst="line">
            <a:avLst/>
          </a:prstGeom>
          <a:noFill/>
          <a:ln w="22860">
            <a:solidFill>
              <a:srgbClr val="5B3B8A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9182" y="2491166"/>
            <a:ext cx="128016" cy="128016"/>
          </a:xfrm>
          <a:prstGeom prst="ellipse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33287" y="198320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5B3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33287" y="1983204"/>
            <a:ext cx="54864" cy="566928"/>
          </a:xfrm>
          <a:prstGeom prst="rect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3015" y="201978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43015" y="2209976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Online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143015" y="2351708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Login behavior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930876" y="1146319"/>
            <a:ext cx="288506" cy="792663"/>
          </a:xfrm>
          <a:prstGeom prst="line">
            <a:avLst/>
          </a:prstGeom>
          <a:noFill/>
          <a:ln w="22860">
            <a:solidFill>
              <a:srgbClr val="6B1B6B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55374" y="1874974"/>
            <a:ext cx="128016" cy="128016"/>
          </a:xfrm>
          <a:prstGeom prst="ellipse">
            <a:avLst/>
          </a:prstGeom>
          <a:solidFill>
            <a:srgbClr val="6B1B6B"/>
          </a:solidFill>
          <a:ln w="12700">
            <a:solidFill>
              <a:srgbClr val="6B1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3636" y="862855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1B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53636" y="862855"/>
            <a:ext cx="54864" cy="566928"/>
          </a:xfrm>
          <a:prstGeom prst="rect">
            <a:avLst/>
          </a:prstGeom>
          <a:solidFill>
            <a:srgbClr val="6B1B6B"/>
          </a:solidFill>
          <a:ln w="12700">
            <a:solidFill>
              <a:srgbClr val="6B1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63364" y="899431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/ 3rd Party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63364" y="1089627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enrichment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63364" y="1231359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1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Address · KYC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93008" y="2125980"/>
            <a:ext cx="2157984" cy="1563624"/>
          </a:xfrm>
          <a:prstGeom prst="ellipse">
            <a:avLst/>
          </a:prstGeom>
          <a:solidFill>
            <a:srgbClr val="E8A400">
              <a:alpha val="18000"/>
            </a:srgbClr>
          </a:solidFill>
          <a:ln w="19050">
            <a:solidFill>
              <a:srgbClr val="E8A400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2290572"/>
            <a:ext cx="1828800" cy="274320"/>
          </a:xfrm>
          <a:prstGeom prst="rect">
            <a:avLst/>
          </a:prstGeom>
          <a:solidFill>
            <a:srgbClr val="E8A400"/>
          </a:solidFill>
          <a:ln w="19050">
            <a:solidFill>
              <a:srgbClr val="C890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22905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GOLDEN RECORD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0" y="2564892"/>
            <a:ext cx="1828800" cy="960120"/>
          </a:xfrm>
          <a:prstGeom prst="rect">
            <a:avLst/>
          </a:prstGeom>
          <a:solidFill>
            <a:srgbClr val="FEF8E7"/>
          </a:solidFill>
          <a:ln w="19050">
            <a:solidFill>
              <a:srgbClr val="C890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12464" y="256489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26864" y="256489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12464" y="280492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12464" y="280492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26864" y="280492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XX-1234567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712464" y="304495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12464" y="304495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(555) 847-2291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26864" y="304495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1847 Oak St, Austin TX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712464" y="328498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12464" y="328498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$562K relationship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0" y="3284982"/>
            <a:ext cx="914400" cy="240030"/>
          </a:xfrm>
          <a:prstGeom prst="rect">
            <a:avLst/>
          </a:prstGeom>
          <a:solidFill>
            <a:srgbClr val="76DCFD">
              <a:alpha val="80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26864" y="328498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Owner: YES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0" y="2601468"/>
            <a:ext cx="0" cy="886968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first isn't a feature of JHBI. It's the reason every other feature works.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2026-04-07T17:27:49Z</dcterms:created>
  <dcterms:modified xsi:type="dcterms:W3CDTF">2026-04-07T17:27:49Z</dcterms:modified>
</cp:coreProperties>
</file>