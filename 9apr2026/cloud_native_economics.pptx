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CLOUD NATIVE ECONOMICS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Just Changed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infrastructure rewrites the cost model. Big-bank analytics are now a community FI operating cost.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" y="1307592"/>
            <a:ext cx="2651760" cy="1170432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307592"/>
            <a:ext cx="2651760" cy="43891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39903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85216" y="20574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reduction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on-prem data warehouses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307592"/>
            <a:ext cx="2651760" cy="1170432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07592"/>
            <a:ext cx="2651760" cy="43891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39903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55848" y="20574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FIs sharing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elastic platform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16752" y="1307592"/>
            <a:ext cx="2651760" cy="1170432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6752" y="1307592"/>
            <a:ext cx="2651760" cy="43891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99032"/>
            <a:ext cx="24323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required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started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15184"/>
            <a:ext cx="8412480" cy="27432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2615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56148" y="2615184"/>
            <a:ext cx="9144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615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(JHBI)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89504"/>
            <a:ext cx="8412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89504"/>
            <a:ext cx="50292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0" y="2889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servers, licenses, storage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56148" y="2889504"/>
            <a:ext cx="9144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889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cloud — pay only for use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163824"/>
            <a:ext cx="841248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163824"/>
            <a:ext cx="50292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0" y="3163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implementation cycles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56148" y="3163824"/>
            <a:ext cx="9144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163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weeks, not years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438144"/>
            <a:ext cx="8412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438144"/>
            <a:ext cx="50292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IT staff required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56148" y="3438144"/>
            <a:ext cx="9144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&amp; updated automatically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712464"/>
            <a:ext cx="841248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712464"/>
            <a:ext cx="50292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planned 3 years out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56148" y="3712464"/>
            <a:ext cx="9144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up or down instantly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986784"/>
            <a:ext cx="8412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986784"/>
            <a:ext cx="50292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0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ETL built from scratch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56148" y="3986784"/>
            <a:ext cx="9144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connectors, ready to go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261104"/>
            <a:ext cx="841248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261104"/>
            <a:ext cx="50292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data engineers, DBAs, analysts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56148" y="4261104"/>
            <a:ext cx="9144" cy="27432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team is your team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barrier is gone. What used to require a bank-sized IT budget now runs on a browser and a monthly fee.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CLOUD NATIVE ECONOMICS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Outcomes. Fraction of the Cost.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gap between large banks and community FIs has closed — on analytics, not headcount.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393192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0759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NOT PAYING FOR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3931920" cy="269748"/>
          </a:xfrm>
          <a:prstGeom prst="rect">
            <a:avLst/>
          </a:prstGeom>
          <a:solidFill>
            <a:srgbClr val="FDF2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201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" y="1618488"/>
            <a:ext cx="3529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servers &amp; hardware refreshes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88236"/>
            <a:ext cx="39319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8236"/>
            <a:ext cx="201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1888236"/>
            <a:ext cx="3529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licenses (Oracle, SQL Server, etc.)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3931920" cy="269748"/>
          </a:xfrm>
          <a:prstGeom prst="rect">
            <a:avLst/>
          </a:prstGeom>
          <a:solidFill>
            <a:srgbClr val="FDF2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57984"/>
            <a:ext cx="201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" y="2157984"/>
            <a:ext cx="3529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data engineering staff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27732"/>
            <a:ext cx="39319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27732"/>
            <a:ext cx="201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" y="2427732"/>
            <a:ext cx="3529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monitoring &amp; security ops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3931920" cy="269748"/>
          </a:xfrm>
          <a:prstGeom prst="rect">
            <a:avLst/>
          </a:prstGeom>
          <a:solidFill>
            <a:srgbClr val="FDF2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97480"/>
            <a:ext cx="201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" y="2697480"/>
            <a:ext cx="3529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ETL rebuild with every system change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67228"/>
            <a:ext cx="39319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67228"/>
            <a:ext cx="201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" y="2967228"/>
            <a:ext cx="3529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infrastructure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98848" y="1307592"/>
            <a:ext cx="4279392" cy="3108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30759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91072" y="130759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34656" y="130759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8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JHBI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98848" y="1618488"/>
            <a:ext cx="427939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618488"/>
            <a:ext cx="171907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customer view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1072" y="1618488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34656" y="1618488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98848" y="1888236"/>
            <a:ext cx="4279392" cy="269748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888236"/>
            <a:ext cx="171907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91072" y="1888236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34656" y="1888236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98848" y="2157984"/>
            <a:ext cx="427939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157984"/>
            <a:ext cx="171907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91072" y="2157984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34656" y="2157984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98848" y="2427732"/>
            <a:ext cx="4279392" cy="269748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427732"/>
            <a:ext cx="171907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propensity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91072" y="2427732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34656" y="2427732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98848" y="2697480"/>
            <a:ext cx="4279392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2697480"/>
            <a:ext cx="171907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prediction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91072" y="2697480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34656" y="2697480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498848" y="2967228"/>
            <a:ext cx="4279392" cy="269748"/>
          </a:xfrm>
          <a:prstGeom prst="rect">
            <a:avLst/>
          </a:prstGeom>
          <a:solidFill>
            <a:srgbClr val="06185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2967228"/>
            <a:ext cx="171907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infra spend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2967228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$40M+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534656" y="2967228"/>
            <a:ext cx="124358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 CapEx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498848" y="3310128"/>
            <a:ext cx="4279392" cy="29260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98848" y="3310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ANALYTICAL OUTCOMES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FIs no longer need a big-bank IT budget to get big-bank intelligence — they need JHBI.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Native Economics</dc:title>
  <dc:subject>PptxGenJS Presentation</dc:subject>
  <dc:creator>PptxGenJS</dc:creator>
  <cp:lastModifiedBy>PptxGenJS</cp:lastModifiedBy>
  <cp:revision>1</cp:revision>
  <dcterms:created xsi:type="dcterms:W3CDTF">2026-04-07T19:01:44Z</dcterms:created>
  <dcterms:modified xsi:type="dcterms:W3CDTF">2026-04-07T19:01:44Z</dcterms:modified>
</cp:coreProperties>
</file>