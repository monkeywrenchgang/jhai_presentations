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AI/ML INTELLIGENCE FIRST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Only as Good as Its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never whether AI was valuable. The problem was that community FIs didn't have model-ready data. That problem is now solved.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3639312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07592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 ──►  GARBAGE 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30368" y="1307592"/>
            <a:ext cx="3639312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0096" y="1307592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FIRST  ──►  TRUSTWORTHY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13632" y="1307592"/>
            <a:ext cx="1316736" cy="3657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3075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73352"/>
            <a:ext cx="3639312" cy="534924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73352"/>
            <a:ext cx="45720" cy="5349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70992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1947672"/>
            <a:ext cx="3511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gives wrong answers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13632" y="1673352"/>
            <a:ext cx="1316736" cy="53492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3632" y="1673352"/>
            <a:ext cx="13167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30368" y="1673352"/>
            <a:ext cx="3639312" cy="534924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673352"/>
            <a:ext cx="45720" cy="534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17099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Gold layer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0096" y="1947672"/>
            <a:ext cx="3401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pre-shaped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208276"/>
            <a:ext cx="363931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208276"/>
            <a:ext cx="45720" cy="5349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244852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identity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2482596"/>
            <a:ext cx="3511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talks to the wrong customer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13632" y="2208276"/>
            <a:ext cx="1316736" cy="53492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208276"/>
            <a:ext cx="13167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30368" y="2208276"/>
            <a:ext cx="363931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208276"/>
            <a:ext cx="45720" cy="534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0096" y="224485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482596"/>
            <a:ext cx="3401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customer, one model input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3639312" cy="534924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0"/>
            <a:ext cx="45720" cy="5349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77977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batch data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" y="3017520"/>
            <a:ext cx="3511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acting on yesterday's reality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13632" y="2743200"/>
            <a:ext cx="1316736" cy="53492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13632" y="2743200"/>
            <a:ext cx="13167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──►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30368" y="2743200"/>
            <a:ext cx="3639312" cy="534924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2743200"/>
            <a:ext cx="45720" cy="534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0096" y="2779776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default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3017520"/>
            <a:ext cx="3401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acting on current reality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278124"/>
            <a:ext cx="363931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278124"/>
            <a:ext cx="45720" cy="5349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31470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data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84048" y="3552444"/>
            <a:ext cx="3511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you can't trust or explain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3632" y="3278124"/>
            <a:ext cx="1316736" cy="53492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3632" y="3278124"/>
            <a:ext cx="13167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──►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230368" y="3278124"/>
            <a:ext cx="3639312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3278124"/>
            <a:ext cx="45720" cy="534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0096" y="331470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governance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40096" y="3552444"/>
            <a:ext cx="3401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 outputs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813048"/>
            <a:ext cx="3639312" cy="534924"/>
          </a:xfrm>
          <a:prstGeom prst="rect">
            <a:avLst/>
          </a:prstGeom>
          <a:solidFill>
            <a:srgbClr val="FDF2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813048"/>
            <a:ext cx="45720" cy="5349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849624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84048" y="4087368"/>
            <a:ext cx="3511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regulators won't accept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913632" y="3813048"/>
            <a:ext cx="1316736" cy="53492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13632" y="3813048"/>
            <a:ext cx="13167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──►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230368" y="3813048"/>
            <a:ext cx="3639312" cy="534924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23960" y="3813048"/>
            <a:ext cx="45720" cy="534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0096" y="3849624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340096" y="4087368"/>
            <a:ext cx="3401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confidence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platforms put AI on top of bad data and call it intelligent. JHBI builds the data foundation first — so the AI actually works.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AI/ML INTELLIGENCE FIRST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AI — From Day One to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from immediately accessible to strategically expandable — every layer drawing from the same governed Gold foundation.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3854196"/>
            <a:ext cx="3931920" cy="67665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9822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INTELLIGENCE-FIRST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42382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· Entity resolution · Real-time · Governed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30352" y="3022092"/>
            <a:ext cx="3383280" cy="8046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3095244"/>
            <a:ext cx="658368" cy="16459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30952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21792" y="32964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5524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governed answers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04672" y="2189988"/>
            <a:ext cx="2834640" cy="8046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2263140"/>
            <a:ext cx="658368" cy="16459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22631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NOW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96112" y="24643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ML MODELS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7203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· SMB · Risk · Deposits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78992" y="1357884"/>
            <a:ext cx="2286000" cy="8046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1431036"/>
            <a:ext cx="658368" cy="16459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14310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70432" y="16322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18882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lending · Fraud · Market models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62272" y="1495044"/>
            <a:ext cx="4407408" cy="987552"/>
          </a:xfrm>
          <a:prstGeom prst="rect">
            <a:avLst/>
          </a:prstGeom>
          <a:solidFill>
            <a:srgbClr val="F5F3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1495044"/>
            <a:ext cx="50292" cy="9875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1568196"/>
            <a:ext cx="4224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ROADMAP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90288" y="171450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0288" y="195224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Gold layer is already clean and feature-rich, deploying new ML apps takes weeks — not months. Fair lending analytics, fraud behavioral modeling, market opportunity scoring, liquidity stress modeling.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62272" y="2519172"/>
            <a:ext cx="4407408" cy="987552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2272" y="2519172"/>
            <a:ext cx="50292" cy="9875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2592324"/>
            <a:ext cx="4224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RUNNING NOW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90288" y="27386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ML Models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90288" y="297637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background scoring: Churn / attrition prediction. SMB detection (the highest-ROI model for most community FIs). Relationship profitability. Credit early warning. Deposit behavior and rate sensitivity.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62272" y="3543300"/>
            <a:ext cx="4407408" cy="987552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2272" y="3543300"/>
            <a:ext cx="50292" cy="9875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3616452"/>
            <a:ext cx="4224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DAY ONE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90288" y="376275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90288" y="40005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to the Gold layer. Any banker, any role, any question — answered in seconds without SQL or IT tickets. Accurate because the model reads pre-governed, pre-resolved data, not raw tables.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intelligence-first architecture was built with AI in mind from day one — the infrastructure problem is already solved.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AI/ML INTELLIGENCE FIRST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Relationships, Not Just Transactions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banks use AI to scale impersonal service. Community FIs should use AI to make personal service even more personal.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07592"/>
            <a:ext cx="5010912" cy="3108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95728" y="130759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9624" y="130759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JHBI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1618488"/>
            <a:ext cx="5010912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618488"/>
            <a:ext cx="45720" cy="3520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18488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95728" y="1618488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human interaction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1618488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human relationship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970532"/>
            <a:ext cx="5010912" cy="35204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970532"/>
            <a:ext cx="45720" cy="3520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70532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95728" y="1970532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impersonal 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9624" y="1970532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personal service smarter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" y="2322576"/>
            <a:ext cx="5010912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322576"/>
            <a:ext cx="45720" cy="3520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322576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95728" y="2322576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headcount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9624" y="2322576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bankers from data 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2674620"/>
            <a:ext cx="5010912" cy="352044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" y="2674620"/>
            <a:ext cx="45720" cy="3520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674620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95728" y="2674620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millions anonymously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9624" y="2674620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thousands deeply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" y="3026664"/>
            <a:ext cx="5010912" cy="352044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3026664"/>
            <a:ext cx="45720" cy="3520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026664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95728" y="3026664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transactions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9624" y="3026664"/>
            <a:ext cx="1453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relationships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" y="3461004"/>
            <a:ext cx="5010912" cy="47548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3461004"/>
            <a:ext cx="64008" cy="475488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461004"/>
            <a:ext cx="4828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Chase algorithm decides to send an offer. A community FI banker uses JHBI to know who to call, what to say, and why it matters — then makes the call.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68112" y="1307592"/>
            <a:ext cx="3401568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1307592"/>
            <a:ext cx="3401568" cy="310896"/>
          </a:xfrm>
          <a:prstGeom prst="rect">
            <a:avLst/>
          </a:prstGeom>
          <a:solidFill>
            <a:srgbClr val="0D2E7A"/>
          </a:solidFill>
          <a:ln w="12700">
            <a:solidFill>
              <a:srgbClr val="0D2E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1307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CONFIDENCE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96128" y="165506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596128" y="192938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96128" y="220370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596128" y="24780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traces back to its source via Alation lineage. Fair lending risk is monitored by design, not retrofitted. The governance layer makes your AI defensible to regulators.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68112" y="2999232"/>
            <a:ext cx="3401568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68112" y="2999232"/>
            <a:ext cx="3401568" cy="31089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29992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SCIENCE TEAM REQUIRED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96128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built, trained, and maintained by Jack Henry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96128" y="3621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surfaced through tools bankers already use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96128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 job: act on intelligence, not build 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96128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advantage is embedded in the platform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built on bad data is expensive noise. AI built on an intelligence-first foundation is a relationship banker's best tool.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Intelligence First</dc:title>
  <dc:subject>PptxGenJS Presentation</dc:subject>
  <dc:creator>PptxGenJS</dc:creator>
  <cp:lastModifiedBy>PptxGenJS</cp:lastModifiedBy>
  <cp:revision>1</cp:revision>
  <dcterms:created xsi:type="dcterms:W3CDTF">2026-04-07T21:02:45Z</dcterms:created>
  <dcterms:modified xsi:type="dcterms:W3CDTF">2026-04-07T21:02:45Z</dcterms:modified>
</cp:coreProperties>
</file>